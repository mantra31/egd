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329" r:id="rId3"/>
    <p:sldId id="301" r:id="rId4"/>
    <p:sldId id="302" r:id="rId5"/>
    <p:sldId id="303" r:id="rId6"/>
    <p:sldId id="304" r:id="rId7"/>
    <p:sldId id="305" r:id="rId8"/>
    <p:sldId id="306" r:id="rId9"/>
    <p:sldId id="314" r:id="rId10"/>
    <p:sldId id="315" r:id="rId11"/>
    <p:sldId id="316" r:id="rId12"/>
    <p:sldId id="317" r:id="rId13"/>
    <p:sldId id="318" r:id="rId14"/>
    <p:sldId id="319" r:id="rId15"/>
    <p:sldId id="307" r:id="rId16"/>
    <p:sldId id="323" r:id="rId17"/>
    <p:sldId id="324" r:id="rId18"/>
    <p:sldId id="325" r:id="rId19"/>
    <p:sldId id="328" r:id="rId20"/>
    <p:sldId id="257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258" r:id="rId40"/>
    <p:sldId id="259" r:id="rId41"/>
    <p:sldId id="260" r:id="rId42"/>
    <p:sldId id="261" r:id="rId43"/>
    <p:sldId id="262" r:id="rId44"/>
    <p:sldId id="330" r:id="rId45"/>
    <p:sldId id="331" r:id="rId46"/>
    <p:sldId id="33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ECF7"/>
    <a:srgbClr val="FFFFCC"/>
    <a:srgbClr val="9900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C68E7F-B9AB-4744-997B-870520EA2284}" type="doc">
      <dgm:prSet loTypeId="urn:microsoft.com/office/officeart/2008/layout/VerticalCurvedLis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6F36B1-5ED3-4BFF-BB4B-4A0D7A8951FA}">
      <dgm:prSet phldrT="[Text]"/>
      <dgm:spPr>
        <a:solidFill>
          <a:srgbClr val="9900CC"/>
        </a:solidFill>
      </dgm:spPr>
      <dgm:t>
        <a:bodyPr/>
        <a:lstStyle/>
        <a:p>
          <a:r>
            <a:rPr lang="en-US" dirty="0" smtClean="0">
              <a:latin typeface="Arial Rounded MT Bold" panose="020F0704030504030204" pitchFamily="34" charset="0"/>
            </a:rPr>
            <a:t>Equipment</a:t>
          </a:r>
          <a:endParaRPr lang="en-US" dirty="0">
            <a:latin typeface="Arial Rounded MT Bold" panose="020F0704030504030204" pitchFamily="34" charset="0"/>
          </a:endParaRPr>
        </a:p>
      </dgm:t>
    </dgm:pt>
    <dgm:pt modelId="{AA3665A5-DF1B-4FF5-8D22-59F3637FED9C}" type="parTrans" cxnId="{D2F61C02-3826-4A91-9FA5-2AF0E9222805}">
      <dgm:prSet/>
      <dgm:spPr/>
      <dgm:t>
        <a:bodyPr/>
        <a:lstStyle/>
        <a:p>
          <a:endParaRPr lang="en-US">
            <a:latin typeface="Arial Rounded MT Bold" panose="020F0704030504030204" pitchFamily="34" charset="0"/>
          </a:endParaRPr>
        </a:p>
      </dgm:t>
    </dgm:pt>
    <dgm:pt modelId="{B6306D2C-1039-4FF6-AB29-E4E89DE51951}" type="sibTrans" cxnId="{D2F61C02-3826-4A91-9FA5-2AF0E9222805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>
            <a:latin typeface="Arial Rounded MT Bold" panose="020F0704030504030204" pitchFamily="34" charset="0"/>
          </a:endParaRPr>
        </a:p>
      </dgm:t>
    </dgm:pt>
    <dgm:pt modelId="{384812D7-C48F-45D6-8597-D366810EB260}">
      <dgm:prSet phldrT="[Text]"/>
      <dgm:spPr>
        <a:solidFill>
          <a:srgbClr val="9900CC"/>
        </a:solidFill>
      </dgm:spPr>
      <dgm:t>
        <a:bodyPr/>
        <a:lstStyle/>
        <a:p>
          <a:r>
            <a:rPr lang="en-US" dirty="0" smtClean="0">
              <a:latin typeface="Arial Rounded MT Bold" panose="020F0704030504030204" pitchFamily="34" charset="0"/>
            </a:rPr>
            <a:t>Lettering</a:t>
          </a:r>
          <a:endParaRPr lang="en-US" dirty="0">
            <a:latin typeface="Arial Rounded MT Bold" panose="020F0704030504030204" pitchFamily="34" charset="0"/>
          </a:endParaRPr>
        </a:p>
      </dgm:t>
    </dgm:pt>
    <dgm:pt modelId="{574C3A28-75DC-4FD4-9ED6-125FFE6CE9EC}" type="parTrans" cxnId="{7B78897F-26DB-441C-BD8D-16970600873A}">
      <dgm:prSet/>
      <dgm:spPr/>
      <dgm:t>
        <a:bodyPr/>
        <a:lstStyle/>
        <a:p>
          <a:endParaRPr lang="en-US">
            <a:latin typeface="Arial Rounded MT Bold" panose="020F0704030504030204" pitchFamily="34" charset="0"/>
          </a:endParaRPr>
        </a:p>
      </dgm:t>
    </dgm:pt>
    <dgm:pt modelId="{8A10180A-9E66-4BD7-90A4-48CD1D46C3A0}" type="sibTrans" cxnId="{7B78897F-26DB-441C-BD8D-16970600873A}">
      <dgm:prSet/>
      <dgm:spPr/>
      <dgm:t>
        <a:bodyPr/>
        <a:lstStyle/>
        <a:p>
          <a:endParaRPr lang="en-US">
            <a:latin typeface="Arial Rounded MT Bold" panose="020F0704030504030204" pitchFamily="34" charset="0"/>
          </a:endParaRPr>
        </a:p>
      </dgm:t>
    </dgm:pt>
    <dgm:pt modelId="{844CFB12-0DE4-4F61-AB2D-C992504E570D}">
      <dgm:prSet phldrT="[Text]"/>
      <dgm:spPr>
        <a:solidFill>
          <a:srgbClr val="9900CC"/>
        </a:solidFill>
      </dgm:spPr>
      <dgm:t>
        <a:bodyPr/>
        <a:lstStyle/>
        <a:p>
          <a:r>
            <a:rPr lang="en-US" dirty="0" smtClean="0">
              <a:latin typeface="Arial Rounded MT Bold" panose="020F0704030504030204" pitchFamily="34" charset="0"/>
            </a:rPr>
            <a:t>Dimensioning</a:t>
          </a:r>
          <a:endParaRPr lang="en-US" dirty="0">
            <a:latin typeface="Arial Rounded MT Bold" panose="020F0704030504030204" pitchFamily="34" charset="0"/>
          </a:endParaRPr>
        </a:p>
      </dgm:t>
    </dgm:pt>
    <dgm:pt modelId="{6A687F88-D276-4EA0-96FA-1C49C99C6CDA}" type="parTrans" cxnId="{D7ADE287-CD72-4730-96B6-847C0A7C927C}">
      <dgm:prSet/>
      <dgm:spPr/>
      <dgm:t>
        <a:bodyPr/>
        <a:lstStyle/>
        <a:p>
          <a:endParaRPr lang="en-US">
            <a:latin typeface="Arial Rounded MT Bold" panose="020F0704030504030204" pitchFamily="34" charset="0"/>
          </a:endParaRPr>
        </a:p>
      </dgm:t>
    </dgm:pt>
    <dgm:pt modelId="{7D744AB7-47F5-4454-9E10-EF2965068E52}" type="sibTrans" cxnId="{D7ADE287-CD72-4730-96B6-847C0A7C927C}">
      <dgm:prSet/>
      <dgm:spPr/>
      <dgm:t>
        <a:bodyPr/>
        <a:lstStyle/>
        <a:p>
          <a:endParaRPr lang="en-US">
            <a:latin typeface="Arial Rounded MT Bold" panose="020F0704030504030204" pitchFamily="34" charset="0"/>
          </a:endParaRPr>
        </a:p>
      </dgm:t>
    </dgm:pt>
    <dgm:pt modelId="{339C8C08-B91C-4911-B9BC-4B45BA1F3E3C}">
      <dgm:prSet phldrT="[Text]"/>
      <dgm:spPr>
        <a:solidFill>
          <a:srgbClr val="9900CC"/>
        </a:solidFill>
      </dgm:spPr>
      <dgm:t>
        <a:bodyPr/>
        <a:lstStyle/>
        <a:p>
          <a:r>
            <a:rPr lang="en-US" dirty="0" smtClean="0">
              <a:latin typeface="Arial Rounded MT Bold" panose="020F0704030504030204" pitchFamily="34" charset="0"/>
            </a:rPr>
            <a:t>Dimensioning Components</a:t>
          </a:r>
          <a:endParaRPr lang="en-US" dirty="0">
            <a:latin typeface="Arial Rounded MT Bold" panose="020F0704030504030204" pitchFamily="34" charset="0"/>
          </a:endParaRPr>
        </a:p>
      </dgm:t>
    </dgm:pt>
    <dgm:pt modelId="{5C3F4E45-DFBC-473A-8B28-4521D312BD90}" type="parTrans" cxnId="{5D586B24-0503-46DD-B42A-0DF082E661D3}">
      <dgm:prSet/>
      <dgm:spPr/>
      <dgm:t>
        <a:bodyPr/>
        <a:lstStyle/>
        <a:p>
          <a:endParaRPr lang="en-US">
            <a:latin typeface="Arial Rounded MT Bold" panose="020F0704030504030204" pitchFamily="34" charset="0"/>
          </a:endParaRPr>
        </a:p>
      </dgm:t>
    </dgm:pt>
    <dgm:pt modelId="{1C53CF8B-D749-40D8-A3DA-16126BBBCAD0}" type="sibTrans" cxnId="{5D586B24-0503-46DD-B42A-0DF082E661D3}">
      <dgm:prSet/>
      <dgm:spPr/>
      <dgm:t>
        <a:bodyPr/>
        <a:lstStyle/>
        <a:p>
          <a:endParaRPr lang="en-US">
            <a:latin typeface="Arial Rounded MT Bold" panose="020F0704030504030204" pitchFamily="34" charset="0"/>
          </a:endParaRPr>
        </a:p>
      </dgm:t>
    </dgm:pt>
    <dgm:pt modelId="{619C2E49-EED9-47C2-AE30-20844A804247}">
      <dgm:prSet phldrT="[Text]"/>
      <dgm:spPr>
        <a:solidFill>
          <a:srgbClr val="9900CC"/>
        </a:solidFill>
      </dgm:spPr>
      <dgm:t>
        <a:bodyPr/>
        <a:lstStyle/>
        <a:p>
          <a:r>
            <a:rPr lang="en-US" dirty="0" smtClean="0">
              <a:latin typeface="Arial Rounded MT Bold" panose="020F0704030504030204" pitchFamily="34" charset="0"/>
            </a:rPr>
            <a:t>Dimensioning Methods</a:t>
          </a:r>
          <a:endParaRPr lang="en-US" dirty="0">
            <a:latin typeface="Arial Rounded MT Bold" panose="020F0704030504030204" pitchFamily="34" charset="0"/>
          </a:endParaRPr>
        </a:p>
      </dgm:t>
    </dgm:pt>
    <dgm:pt modelId="{BB03D168-58D5-42E7-8365-0291D5B4A0F4}" type="parTrans" cxnId="{6CA8169A-55A5-4578-B53F-D236EB88D280}">
      <dgm:prSet/>
      <dgm:spPr/>
      <dgm:t>
        <a:bodyPr/>
        <a:lstStyle/>
        <a:p>
          <a:endParaRPr lang="en-US">
            <a:latin typeface="Arial Rounded MT Bold" panose="020F0704030504030204" pitchFamily="34" charset="0"/>
          </a:endParaRPr>
        </a:p>
      </dgm:t>
    </dgm:pt>
    <dgm:pt modelId="{8CD42356-635A-4D31-8083-0C84C4D6D087}" type="sibTrans" cxnId="{6CA8169A-55A5-4578-B53F-D236EB88D280}">
      <dgm:prSet/>
      <dgm:spPr/>
      <dgm:t>
        <a:bodyPr/>
        <a:lstStyle/>
        <a:p>
          <a:endParaRPr lang="en-US">
            <a:latin typeface="Arial Rounded MT Bold" panose="020F0704030504030204" pitchFamily="34" charset="0"/>
          </a:endParaRPr>
        </a:p>
      </dgm:t>
    </dgm:pt>
    <dgm:pt modelId="{C7D79041-B2C7-43A6-A8B5-7103BAFB5039}">
      <dgm:prSet phldrT="[Text]"/>
      <dgm:spPr>
        <a:solidFill>
          <a:srgbClr val="9900CC"/>
        </a:solidFill>
      </dgm:spPr>
      <dgm:t>
        <a:bodyPr/>
        <a:lstStyle/>
        <a:p>
          <a:r>
            <a:rPr lang="en-US" dirty="0" smtClean="0">
              <a:latin typeface="Arial Rounded MT Bold" panose="020F0704030504030204" pitchFamily="34" charset="0"/>
            </a:rPr>
            <a:t>Arrow head</a:t>
          </a:r>
          <a:endParaRPr lang="en-US" dirty="0">
            <a:latin typeface="Arial Rounded MT Bold" panose="020F0704030504030204" pitchFamily="34" charset="0"/>
          </a:endParaRPr>
        </a:p>
      </dgm:t>
    </dgm:pt>
    <dgm:pt modelId="{CB3A9930-865A-4B09-B968-9DE2357957C0}" type="parTrans" cxnId="{C452F247-B713-4754-88B9-FE55F422BFDA}">
      <dgm:prSet/>
      <dgm:spPr/>
      <dgm:t>
        <a:bodyPr/>
        <a:lstStyle/>
        <a:p>
          <a:endParaRPr lang="en-US">
            <a:latin typeface="Arial Rounded MT Bold" panose="020F0704030504030204" pitchFamily="34" charset="0"/>
          </a:endParaRPr>
        </a:p>
      </dgm:t>
    </dgm:pt>
    <dgm:pt modelId="{AE671786-1D6B-4887-B4F9-38D9CE95D010}" type="sibTrans" cxnId="{C452F247-B713-4754-88B9-FE55F422BFDA}">
      <dgm:prSet/>
      <dgm:spPr/>
      <dgm:t>
        <a:bodyPr/>
        <a:lstStyle/>
        <a:p>
          <a:endParaRPr lang="en-US">
            <a:latin typeface="Arial Rounded MT Bold" panose="020F0704030504030204" pitchFamily="34" charset="0"/>
          </a:endParaRPr>
        </a:p>
      </dgm:t>
    </dgm:pt>
    <dgm:pt modelId="{E39F2852-269F-42FB-B2D8-3F40C7CBC340}">
      <dgm:prSet phldrT="[Text]"/>
      <dgm:spPr>
        <a:solidFill>
          <a:srgbClr val="9900CC"/>
        </a:solidFill>
      </dgm:spPr>
      <dgm:t>
        <a:bodyPr/>
        <a:lstStyle/>
        <a:p>
          <a:r>
            <a:rPr lang="en-US" dirty="0" smtClean="0">
              <a:latin typeface="Arial Rounded MT Bold" panose="020F0704030504030204" pitchFamily="34" charset="0"/>
            </a:rPr>
            <a:t>Practice Sheet</a:t>
          </a:r>
          <a:endParaRPr lang="en-US" dirty="0">
            <a:latin typeface="Arial Rounded MT Bold" panose="020F0704030504030204" pitchFamily="34" charset="0"/>
          </a:endParaRPr>
        </a:p>
      </dgm:t>
    </dgm:pt>
    <dgm:pt modelId="{51B67810-70C8-4E61-A50D-79F44B87582E}" type="parTrans" cxnId="{816E3DCF-250B-4822-9828-EB00F14186B0}">
      <dgm:prSet/>
      <dgm:spPr/>
      <dgm:t>
        <a:bodyPr/>
        <a:lstStyle/>
        <a:p>
          <a:endParaRPr lang="en-US">
            <a:latin typeface="Arial Rounded MT Bold" panose="020F0704030504030204" pitchFamily="34" charset="0"/>
          </a:endParaRPr>
        </a:p>
      </dgm:t>
    </dgm:pt>
    <dgm:pt modelId="{1F8B63E0-1932-4040-BC4C-7A113FA40DAF}" type="sibTrans" cxnId="{816E3DCF-250B-4822-9828-EB00F14186B0}">
      <dgm:prSet/>
      <dgm:spPr/>
      <dgm:t>
        <a:bodyPr/>
        <a:lstStyle/>
        <a:p>
          <a:endParaRPr lang="en-US">
            <a:latin typeface="Arial Rounded MT Bold" panose="020F0704030504030204" pitchFamily="34" charset="0"/>
          </a:endParaRPr>
        </a:p>
      </dgm:t>
    </dgm:pt>
    <dgm:pt modelId="{56F9342E-FB92-4C6A-ABA8-095857F4B7A2}" type="pres">
      <dgm:prSet presAssocID="{E8C68E7F-B9AB-4744-997B-870520EA2284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57376BBA-03C1-4556-9A6B-51CFA4FD7245}" type="pres">
      <dgm:prSet presAssocID="{E8C68E7F-B9AB-4744-997B-870520EA2284}" presName="Name1" presStyleCnt="0"/>
      <dgm:spPr/>
    </dgm:pt>
    <dgm:pt modelId="{3652A394-4BAD-4844-82DB-5B0D435B9C7B}" type="pres">
      <dgm:prSet presAssocID="{E8C68E7F-B9AB-4744-997B-870520EA2284}" presName="cycle" presStyleCnt="0"/>
      <dgm:spPr/>
    </dgm:pt>
    <dgm:pt modelId="{163318EB-3C3D-460B-A9DC-E1819A4D2E9B}" type="pres">
      <dgm:prSet presAssocID="{E8C68E7F-B9AB-4744-997B-870520EA2284}" presName="srcNode" presStyleLbl="node1" presStyleIdx="0" presStyleCnt="7"/>
      <dgm:spPr/>
    </dgm:pt>
    <dgm:pt modelId="{D9606A35-BDAD-4C57-BE8E-5CA27D25D01D}" type="pres">
      <dgm:prSet presAssocID="{E8C68E7F-B9AB-4744-997B-870520EA2284}" presName="conn" presStyleLbl="parChTrans1D2" presStyleIdx="0" presStyleCnt="1"/>
      <dgm:spPr/>
      <dgm:t>
        <a:bodyPr/>
        <a:lstStyle/>
        <a:p>
          <a:endParaRPr lang="en-US"/>
        </a:p>
      </dgm:t>
    </dgm:pt>
    <dgm:pt modelId="{5315BA42-1CD7-4E45-9C93-2C7A20998A45}" type="pres">
      <dgm:prSet presAssocID="{E8C68E7F-B9AB-4744-997B-870520EA2284}" presName="extraNode" presStyleLbl="node1" presStyleIdx="0" presStyleCnt="7"/>
      <dgm:spPr/>
    </dgm:pt>
    <dgm:pt modelId="{323A27C1-E112-4EFC-8D9F-3A27C2DF99BA}" type="pres">
      <dgm:prSet presAssocID="{E8C68E7F-B9AB-4744-997B-870520EA2284}" presName="dstNode" presStyleLbl="node1" presStyleIdx="0" presStyleCnt="7"/>
      <dgm:spPr/>
    </dgm:pt>
    <dgm:pt modelId="{3C262A60-4A16-42C8-9E17-38F107CC84E5}" type="pres">
      <dgm:prSet presAssocID="{066F36B1-5ED3-4BFF-BB4B-4A0D7A8951FA}" presName="text_1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B3EB2D-BB1D-44B5-AD25-E6F96361AB55}" type="pres">
      <dgm:prSet presAssocID="{066F36B1-5ED3-4BFF-BB4B-4A0D7A8951FA}" presName="accent_1" presStyleCnt="0"/>
      <dgm:spPr/>
    </dgm:pt>
    <dgm:pt modelId="{56D9B94C-02D3-414E-887C-1BFAACCDBA44}" type="pres">
      <dgm:prSet presAssocID="{066F36B1-5ED3-4BFF-BB4B-4A0D7A8951FA}" presName="accentRepeatNode" presStyleLbl="solidFgAcc1" presStyleIdx="0" presStyleCnt="7"/>
      <dgm:spPr>
        <a:solidFill>
          <a:schemeClr val="tx1">
            <a:lumMod val="95000"/>
            <a:lumOff val="5000"/>
          </a:schemeClr>
        </a:solidFill>
        <a:ln>
          <a:noFill/>
        </a:ln>
        <a:scene3d>
          <a:camera prst="orthographicFront"/>
          <a:lightRig rig="flat" dir="t"/>
        </a:scene3d>
        <a:sp3d z="190500" extrusionH="184150" prstMaterial="plastic">
          <a:bevelT w="50800" h="50800" prst="coolSlant"/>
          <a:bevelB w="50800" h="127000"/>
        </a:sp3d>
      </dgm:spPr>
    </dgm:pt>
    <dgm:pt modelId="{999BC778-F828-41A3-B7CD-57140235F0A4}" type="pres">
      <dgm:prSet presAssocID="{384812D7-C48F-45D6-8597-D366810EB260}" presName="text_2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2FAB84-516F-4398-AE01-60C7E5A83A27}" type="pres">
      <dgm:prSet presAssocID="{384812D7-C48F-45D6-8597-D366810EB260}" presName="accent_2" presStyleCnt="0"/>
      <dgm:spPr/>
    </dgm:pt>
    <dgm:pt modelId="{79DC658F-2987-4479-8FC9-01DEEEAAA785}" type="pres">
      <dgm:prSet presAssocID="{384812D7-C48F-45D6-8597-D366810EB260}" presName="accentRepeatNode" presStyleLbl="solidFgAcc1" presStyleIdx="1" presStyleCnt="7"/>
      <dgm:spPr>
        <a:solidFill>
          <a:schemeClr val="tx1">
            <a:lumMod val="95000"/>
            <a:lumOff val="5000"/>
          </a:schemeClr>
        </a:solidFill>
        <a:ln>
          <a:noFill/>
        </a:ln>
        <a:scene3d>
          <a:camera prst="orthographicFront"/>
          <a:lightRig rig="flat" dir="t"/>
        </a:scene3d>
        <a:sp3d z="190500" extrusionH="184150" prstMaterial="plastic">
          <a:bevelT w="50800" h="50800" prst="coolSlant"/>
          <a:bevelB w="50800" h="127000"/>
        </a:sp3d>
      </dgm:spPr>
    </dgm:pt>
    <dgm:pt modelId="{C97F8CBF-1486-45FF-AF9B-9F783CBD6365}" type="pres">
      <dgm:prSet presAssocID="{844CFB12-0DE4-4F61-AB2D-C992504E570D}" presName="text_3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1499A1-A52F-4D6D-94C9-295036EC4D06}" type="pres">
      <dgm:prSet presAssocID="{844CFB12-0DE4-4F61-AB2D-C992504E570D}" presName="accent_3" presStyleCnt="0"/>
      <dgm:spPr/>
    </dgm:pt>
    <dgm:pt modelId="{7DC6027A-61BE-4AA4-B75E-5A961EB14197}" type="pres">
      <dgm:prSet presAssocID="{844CFB12-0DE4-4F61-AB2D-C992504E570D}" presName="accentRepeatNode" presStyleLbl="solidFgAcc1" presStyleIdx="2" presStyleCnt="7"/>
      <dgm:spPr>
        <a:solidFill>
          <a:schemeClr val="tx1">
            <a:lumMod val="95000"/>
            <a:lumOff val="5000"/>
          </a:schemeClr>
        </a:solidFill>
        <a:ln>
          <a:noFill/>
        </a:ln>
        <a:scene3d>
          <a:camera prst="orthographicFront"/>
          <a:lightRig rig="flat" dir="t"/>
        </a:scene3d>
        <a:sp3d z="190500" extrusionH="184150" prstMaterial="plastic">
          <a:bevelT w="50800" h="50800" prst="coolSlant"/>
          <a:bevelB w="50800" h="127000"/>
        </a:sp3d>
      </dgm:spPr>
    </dgm:pt>
    <dgm:pt modelId="{91A9C7F5-265A-4AA5-95C7-635960AB5F8A}" type="pres">
      <dgm:prSet presAssocID="{339C8C08-B91C-4911-B9BC-4B45BA1F3E3C}" presName="text_4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6FE2F4-64C4-40DB-A827-D630257EC5E5}" type="pres">
      <dgm:prSet presAssocID="{339C8C08-B91C-4911-B9BC-4B45BA1F3E3C}" presName="accent_4" presStyleCnt="0"/>
      <dgm:spPr/>
    </dgm:pt>
    <dgm:pt modelId="{381AD564-2194-4082-9BDA-7CADBF928707}" type="pres">
      <dgm:prSet presAssocID="{339C8C08-B91C-4911-B9BC-4B45BA1F3E3C}" presName="accentRepeatNode" presStyleLbl="solidFgAcc1" presStyleIdx="3" presStyleCnt="7"/>
      <dgm:spPr>
        <a:solidFill>
          <a:schemeClr val="tx1">
            <a:lumMod val="95000"/>
            <a:lumOff val="5000"/>
          </a:schemeClr>
        </a:solidFill>
        <a:ln>
          <a:noFill/>
        </a:ln>
        <a:scene3d>
          <a:camera prst="orthographicFront"/>
          <a:lightRig rig="flat" dir="t"/>
        </a:scene3d>
        <a:sp3d z="190500" extrusionH="184150" prstMaterial="plastic">
          <a:bevelT w="50800" h="50800" prst="coolSlant"/>
          <a:bevelB w="50800" h="127000"/>
        </a:sp3d>
      </dgm:spPr>
    </dgm:pt>
    <dgm:pt modelId="{A4833889-2463-49A0-83CD-D2D013D3E645}" type="pres">
      <dgm:prSet presAssocID="{619C2E49-EED9-47C2-AE30-20844A804247}" presName="text_5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294C66-6E73-42EF-9D95-76E4CC51BB31}" type="pres">
      <dgm:prSet presAssocID="{619C2E49-EED9-47C2-AE30-20844A804247}" presName="accent_5" presStyleCnt="0"/>
      <dgm:spPr/>
    </dgm:pt>
    <dgm:pt modelId="{DA33079C-4204-40AA-B5BC-442677DC203C}" type="pres">
      <dgm:prSet presAssocID="{619C2E49-EED9-47C2-AE30-20844A804247}" presName="accentRepeatNode" presStyleLbl="solidFgAcc1" presStyleIdx="4" presStyleCnt="7"/>
      <dgm:spPr>
        <a:solidFill>
          <a:schemeClr val="tx1">
            <a:lumMod val="95000"/>
            <a:lumOff val="5000"/>
          </a:schemeClr>
        </a:solidFill>
        <a:ln>
          <a:noFill/>
        </a:ln>
        <a:scene3d>
          <a:camera prst="orthographicFront"/>
          <a:lightRig rig="flat" dir="t"/>
        </a:scene3d>
        <a:sp3d z="190500" extrusionH="184150" prstMaterial="plastic">
          <a:bevelT w="50800" h="50800" prst="coolSlant"/>
          <a:bevelB w="50800" h="127000"/>
        </a:sp3d>
      </dgm:spPr>
    </dgm:pt>
    <dgm:pt modelId="{F7C4E5CE-8B81-46CA-B9C9-77DF36EACC2D}" type="pres">
      <dgm:prSet presAssocID="{C7D79041-B2C7-43A6-A8B5-7103BAFB5039}" presName="text_6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0B76EA-C862-4A7D-8E46-DFB42D6DEE6D}" type="pres">
      <dgm:prSet presAssocID="{C7D79041-B2C7-43A6-A8B5-7103BAFB5039}" presName="accent_6" presStyleCnt="0"/>
      <dgm:spPr/>
    </dgm:pt>
    <dgm:pt modelId="{858FDF84-4FE0-473E-995B-DAA221F2D7F4}" type="pres">
      <dgm:prSet presAssocID="{C7D79041-B2C7-43A6-A8B5-7103BAFB5039}" presName="accentRepeatNode" presStyleLbl="solidFgAcc1" presStyleIdx="5" presStyleCnt="7"/>
      <dgm:spPr>
        <a:solidFill>
          <a:schemeClr val="tx1">
            <a:lumMod val="95000"/>
            <a:lumOff val="5000"/>
          </a:schemeClr>
        </a:solidFill>
        <a:ln>
          <a:noFill/>
        </a:ln>
        <a:scene3d>
          <a:camera prst="orthographicFront"/>
          <a:lightRig rig="flat" dir="t"/>
        </a:scene3d>
        <a:sp3d z="190500" extrusionH="184150" prstMaterial="plastic">
          <a:bevelT w="50800" h="50800" prst="coolSlant"/>
          <a:bevelB w="50800" h="127000"/>
        </a:sp3d>
      </dgm:spPr>
    </dgm:pt>
    <dgm:pt modelId="{BBAC54D3-F864-46ED-926C-1D4A7AA56457}" type="pres">
      <dgm:prSet presAssocID="{E39F2852-269F-42FB-B2D8-3F40C7CBC340}" presName="text_7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60196A-3D41-48B0-86C4-D8379ECD9A7B}" type="pres">
      <dgm:prSet presAssocID="{E39F2852-269F-42FB-B2D8-3F40C7CBC340}" presName="accent_7" presStyleCnt="0"/>
      <dgm:spPr/>
    </dgm:pt>
    <dgm:pt modelId="{07179384-B803-4E3C-8850-966A966D9E22}" type="pres">
      <dgm:prSet presAssocID="{E39F2852-269F-42FB-B2D8-3F40C7CBC340}" presName="accentRepeatNode" presStyleLbl="solidFgAcc1" presStyleIdx="6" presStyleCnt="7"/>
      <dgm:spPr>
        <a:solidFill>
          <a:schemeClr val="tx1">
            <a:lumMod val="95000"/>
            <a:lumOff val="5000"/>
          </a:schemeClr>
        </a:solidFill>
        <a:ln>
          <a:noFill/>
        </a:ln>
        <a:scene3d>
          <a:camera prst="orthographicFront"/>
          <a:lightRig rig="flat" dir="t"/>
        </a:scene3d>
        <a:sp3d z="190500" extrusionH="184150" prstMaterial="plastic">
          <a:bevelT w="50800" h="50800" prst="coolSlant"/>
          <a:bevelB w="50800" h="127000"/>
        </a:sp3d>
      </dgm:spPr>
    </dgm:pt>
  </dgm:ptLst>
  <dgm:cxnLst>
    <dgm:cxn modelId="{5D586B24-0503-46DD-B42A-0DF082E661D3}" srcId="{E8C68E7F-B9AB-4744-997B-870520EA2284}" destId="{339C8C08-B91C-4911-B9BC-4B45BA1F3E3C}" srcOrd="3" destOrd="0" parTransId="{5C3F4E45-DFBC-473A-8B28-4521D312BD90}" sibTransId="{1C53CF8B-D749-40D8-A3DA-16126BBBCAD0}"/>
    <dgm:cxn modelId="{B6D620D6-4BF9-46E7-AE1D-A5B66E0D6422}" type="presOf" srcId="{066F36B1-5ED3-4BFF-BB4B-4A0D7A8951FA}" destId="{3C262A60-4A16-42C8-9E17-38F107CC84E5}" srcOrd="0" destOrd="0" presId="urn:microsoft.com/office/officeart/2008/layout/VerticalCurvedList"/>
    <dgm:cxn modelId="{C452F247-B713-4754-88B9-FE55F422BFDA}" srcId="{E8C68E7F-B9AB-4744-997B-870520EA2284}" destId="{C7D79041-B2C7-43A6-A8B5-7103BAFB5039}" srcOrd="5" destOrd="0" parTransId="{CB3A9930-865A-4B09-B968-9DE2357957C0}" sibTransId="{AE671786-1D6B-4887-B4F9-38D9CE95D010}"/>
    <dgm:cxn modelId="{8D8DA244-2588-45F7-90FD-CBA57C935734}" type="presOf" srcId="{B6306D2C-1039-4FF6-AB29-E4E89DE51951}" destId="{D9606A35-BDAD-4C57-BE8E-5CA27D25D01D}" srcOrd="0" destOrd="0" presId="urn:microsoft.com/office/officeart/2008/layout/VerticalCurvedList"/>
    <dgm:cxn modelId="{7B78897F-26DB-441C-BD8D-16970600873A}" srcId="{E8C68E7F-B9AB-4744-997B-870520EA2284}" destId="{384812D7-C48F-45D6-8597-D366810EB260}" srcOrd="1" destOrd="0" parTransId="{574C3A28-75DC-4FD4-9ED6-125FFE6CE9EC}" sibTransId="{8A10180A-9E66-4BD7-90A4-48CD1D46C3A0}"/>
    <dgm:cxn modelId="{8DB7E3D9-CDFE-445E-BB05-F203A4FC98E1}" type="presOf" srcId="{C7D79041-B2C7-43A6-A8B5-7103BAFB5039}" destId="{F7C4E5CE-8B81-46CA-B9C9-77DF36EACC2D}" srcOrd="0" destOrd="0" presId="urn:microsoft.com/office/officeart/2008/layout/VerticalCurvedList"/>
    <dgm:cxn modelId="{F06A7931-2CFB-4590-91D4-34067AB9C7B3}" type="presOf" srcId="{E39F2852-269F-42FB-B2D8-3F40C7CBC340}" destId="{BBAC54D3-F864-46ED-926C-1D4A7AA56457}" srcOrd="0" destOrd="0" presId="urn:microsoft.com/office/officeart/2008/layout/VerticalCurvedList"/>
    <dgm:cxn modelId="{D3BE429C-82D8-456D-B162-C5C7EB73721C}" type="presOf" srcId="{844CFB12-0DE4-4F61-AB2D-C992504E570D}" destId="{C97F8CBF-1486-45FF-AF9B-9F783CBD6365}" srcOrd="0" destOrd="0" presId="urn:microsoft.com/office/officeart/2008/layout/VerticalCurvedList"/>
    <dgm:cxn modelId="{2329C23E-5FDE-49D9-A361-3F6CC626E7D2}" type="presOf" srcId="{E8C68E7F-B9AB-4744-997B-870520EA2284}" destId="{56F9342E-FB92-4C6A-ABA8-095857F4B7A2}" srcOrd="0" destOrd="0" presId="urn:microsoft.com/office/officeart/2008/layout/VerticalCurvedList"/>
    <dgm:cxn modelId="{D7ADE287-CD72-4730-96B6-847C0A7C927C}" srcId="{E8C68E7F-B9AB-4744-997B-870520EA2284}" destId="{844CFB12-0DE4-4F61-AB2D-C992504E570D}" srcOrd="2" destOrd="0" parTransId="{6A687F88-D276-4EA0-96FA-1C49C99C6CDA}" sibTransId="{7D744AB7-47F5-4454-9E10-EF2965068E52}"/>
    <dgm:cxn modelId="{CE9DDDD2-33B6-4529-A256-136B8894ED46}" type="presOf" srcId="{619C2E49-EED9-47C2-AE30-20844A804247}" destId="{A4833889-2463-49A0-83CD-D2D013D3E645}" srcOrd="0" destOrd="0" presId="urn:microsoft.com/office/officeart/2008/layout/VerticalCurvedList"/>
    <dgm:cxn modelId="{6CA8169A-55A5-4578-B53F-D236EB88D280}" srcId="{E8C68E7F-B9AB-4744-997B-870520EA2284}" destId="{619C2E49-EED9-47C2-AE30-20844A804247}" srcOrd="4" destOrd="0" parTransId="{BB03D168-58D5-42E7-8365-0291D5B4A0F4}" sibTransId="{8CD42356-635A-4D31-8083-0C84C4D6D087}"/>
    <dgm:cxn modelId="{B77446D9-1D58-4469-85EB-97B6C7C65228}" type="presOf" srcId="{384812D7-C48F-45D6-8597-D366810EB260}" destId="{999BC778-F828-41A3-B7CD-57140235F0A4}" srcOrd="0" destOrd="0" presId="urn:microsoft.com/office/officeart/2008/layout/VerticalCurvedList"/>
    <dgm:cxn modelId="{8EEC3580-EF90-41CC-8028-CD86C42EE7ED}" type="presOf" srcId="{339C8C08-B91C-4911-B9BC-4B45BA1F3E3C}" destId="{91A9C7F5-265A-4AA5-95C7-635960AB5F8A}" srcOrd="0" destOrd="0" presId="urn:microsoft.com/office/officeart/2008/layout/VerticalCurvedList"/>
    <dgm:cxn modelId="{816E3DCF-250B-4822-9828-EB00F14186B0}" srcId="{E8C68E7F-B9AB-4744-997B-870520EA2284}" destId="{E39F2852-269F-42FB-B2D8-3F40C7CBC340}" srcOrd="6" destOrd="0" parTransId="{51B67810-70C8-4E61-A50D-79F44B87582E}" sibTransId="{1F8B63E0-1932-4040-BC4C-7A113FA40DAF}"/>
    <dgm:cxn modelId="{D2F61C02-3826-4A91-9FA5-2AF0E9222805}" srcId="{E8C68E7F-B9AB-4744-997B-870520EA2284}" destId="{066F36B1-5ED3-4BFF-BB4B-4A0D7A8951FA}" srcOrd="0" destOrd="0" parTransId="{AA3665A5-DF1B-4FF5-8D22-59F3637FED9C}" sibTransId="{B6306D2C-1039-4FF6-AB29-E4E89DE51951}"/>
    <dgm:cxn modelId="{51D0D15D-564A-4B89-9D6D-9E403BE45B4B}" type="presParOf" srcId="{56F9342E-FB92-4C6A-ABA8-095857F4B7A2}" destId="{57376BBA-03C1-4556-9A6B-51CFA4FD7245}" srcOrd="0" destOrd="0" presId="urn:microsoft.com/office/officeart/2008/layout/VerticalCurvedList"/>
    <dgm:cxn modelId="{FBAC446C-DE61-4A12-B82A-9BE36592A732}" type="presParOf" srcId="{57376BBA-03C1-4556-9A6B-51CFA4FD7245}" destId="{3652A394-4BAD-4844-82DB-5B0D435B9C7B}" srcOrd="0" destOrd="0" presId="urn:microsoft.com/office/officeart/2008/layout/VerticalCurvedList"/>
    <dgm:cxn modelId="{E181DF0C-BA4C-4D5E-84F1-9C9AA535D051}" type="presParOf" srcId="{3652A394-4BAD-4844-82DB-5B0D435B9C7B}" destId="{163318EB-3C3D-460B-A9DC-E1819A4D2E9B}" srcOrd="0" destOrd="0" presId="urn:microsoft.com/office/officeart/2008/layout/VerticalCurvedList"/>
    <dgm:cxn modelId="{556B58D6-5A2F-4A74-8711-7DB3A3B098D0}" type="presParOf" srcId="{3652A394-4BAD-4844-82DB-5B0D435B9C7B}" destId="{D9606A35-BDAD-4C57-BE8E-5CA27D25D01D}" srcOrd="1" destOrd="0" presId="urn:microsoft.com/office/officeart/2008/layout/VerticalCurvedList"/>
    <dgm:cxn modelId="{6DC32E15-EBD0-431E-8F77-2274B1B5DC2E}" type="presParOf" srcId="{3652A394-4BAD-4844-82DB-5B0D435B9C7B}" destId="{5315BA42-1CD7-4E45-9C93-2C7A20998A45}" srcOrd="2" destOrd="0" presId="urn:microsoft.com/office/officeart/2008/layout/VerticalCurvedList"/>
    <dgm:cxn modelId="{27962BE3-5811-4AEE-BBA2-C044E08AC05D}" type="presParOf" srcId="{3652A394-4BAD-4844-82DB-5B0D435B9C7B}" destId="{323A27C1-E112-4EFC-8D9F-3A27C2DF99BA}" srcOrd="3" destOrd="0" presId="urn:microsoft.com/office/officeart/2008/layout/VerticalCurvedList"/>
    <dgm:cxn modelId="{EBA11436-FE62-4A2E-908A-AE8202ED4843}" type="presParOf" srcId="{57376BBA-03C1-4556-9A6B-51CFA4FD7245}" destId="{3C262A60-4A16-42C8-9E17-38F107CC84E5}" srcOrd="1" destOrd="0" presId="urn:microsoft.com/office/officeart/2008/layout/VerticalCurvedList"/>
    <dgm:cxn modelId="{A69DBE25-28B2-4B35-AC02-B1EE8DC2CC54}" type="presParOf" srcId="{57376BBA-03C1-4556-9A6B-51CFA4FD7245}" destId="{72B3EB2D-BB1D-44B5-AD25-E6F96361AB55}" srcOrd="2" destOrd="0" presId="urn:microsoft.com/office/officeart/2008/layout/VerticalCurvedList"/>
    <dgm:cxn modelId="{0B0CB144-E0B1-4CA4-A819-49059063600E}" type="presParOf" srcId="{72B3EB2D-BB1D-44B5-AD25-E6F96361AB55}" destId="{56D9B94C-02D3-414E-887C-1BFAACCDBA44}" srcOrd="0" destOrd="0" presId="urn:microsoft.com/office/officeart/2008/layout/VerticalCurvedList"/>
    <dgm:cxn modelId="{3189B910-0586-46DB-9D0D-CF7F1B678438}" type="presParOf" srcId="{57376BBA-03C1-4556-9A6B-51CFA4FD7245}" destId="{999BC778-F828-41A3-B7CD-57140235F0A4}" srcOrd="3" destOrd="0" presId="urn:microsoft.com/office/officeart/2008/layout/VerticalCurvedList"/>
    <dgm:cxn modelId="{1C7186C0-D2D1-4B19-B78C-DDE91A4859BC}" type="presParOf" srcId="{57376BBA-03C1-4556-9A6B-51CFA4FD7245}" destId="{122FAB84-516F-4398-AE01-60C7E5A83A27}" srcOrd="4" destOrd="0" presId="urn:microsoft.com/office/officeart/2008/layout/VerticalCurvedList"/>
    <dgm:cxn modelId="{29E2C07C-DB7E-40AF-94AA-71C8FD2AA4C6}" type="presParOf" srcId="{122FAB84-516F-4398-AE01-60C7E5A83A27}" destId="{79DC658F-2987-4479-8FC9-01DEEEAAA785}" srcOrd="0" destOrd="0" presId="urn:microsoft.com/office/officeart/2008/layout/VerticalCurvedList"/>
    <dgm:cxn modelId="{2A0C41D8-8F7F-42A2-8623-5A145069C15E}" type="presParOf" srcId="{57376BBA-03C1-4556-9A6B-51CFA4FD7245}" destId="{C97F8CBF-1486-45FF-AF9B-9F783CBD6365}" srcOrd="5" destOrd="0" presId="urn:microsoft.com/office/officeart/2008/layout/VerticalCurvedList"/>
    <dgm:cxn modelId="{50C3A312-6405-4E6E-B741-F6A5E46A22A7}" type="presParOf" srcId="{57376BBA-03C1-4556-9A6B-51CFA4FD7245}" destId="{201499A1-A52F-4D6D-94C9-295036EC4D06}" srcOrd="6" destOrd="0" presId="urn:microsoft.com/office/officeart/2008/layout/VerticalCurvedList"/>
    <dgm:cxn modelId="{F57A09F0-189D-4E18-A189-B865E86F7CE1}" type="presParOf" srcId="{201499A1-A52F-4D6D-94C9-295036EC4D06}" destId="{7DC6027A-61BE-4AA4-B75E-5A961EB14197}" srcOrd="0" destOrd="0" presId="urn:microsoft.com/office/officeart/2008/layout/VerticalCurvedList"/>
    <dgm:cxn modelId="{36B00768-98E5-46F8-8AC1-AF1BA3F83666}" type="presParOf" srcId="{57376BBA-03C1-4556-9A6B-51CFA4FD7245}" destId="{91A9C7F5-265A-4AA5-95C7-635960AB5F8A}" srcOrd="7" destOrd="0" presId="urn:microsoft.com/office/officeart/2008/layout/VerticalCurvedList"/>
    <dgm:cxn modelId="{722B8E68-0563-447D-9A48-AC2779BC4CC0}" type="presParOf" srcId="{57376BBA-03C1-4556-9A6B-51CFA4FD7245}" destId="{F66FE2F4-64C4-40DB-A827-D630257EC5E5}" srcOrd="8" destOrd="0" presId="urn:microsoft.com/office/officeart/2008/layout/VerticalCurvedList"/>
    <dgm:cxn modelId="{55227445-801B-4AE4-BDB1-925222B85B00}" type="presParOf" srcId="{F66FE2F4-64C4-40DB-A827-D630257EC5E5}" destId="{381AD564-2194-4082-9BDA-7CADBF928707}" srcOrd="0" destOrd="0" presId="urn:microsoft.com/office/officeart/2008/layout/VerticalCurvedList"/>
    <dgm:cxn modelId="{E325350D-2D09-4F8D-8113-7F3DC7C0052B}" type="presParOf" srcId="{57376BBA-03C1-4556-9A6B-51CFA4FD7245}" destId="{A4833889-2463-49A0-83CD-D2D013D3E645}" srcOrd="9" destOrd="0" presId="urn:microsoft.com/office/officeart/2008/layout/VerticalCurvedList"/>
    <dgm:cxn modelId="{B6C8DB57-96CD-4026-B4E9-B46316147D06}" type="presParOf" srcId="{57376BBA-03C1-4556-9A6B-51CFA4FD7245}" destId="{5A294C66-6E73-42EF-9D95-76E4CC51BB31}" srcOrd="10" destOrd="0" presId="urn:microsoft.com/office/officeart/2008/layout/VerticalCurvedList"/>
    <dgm:cxn modelId="{9594ACE0-8463-4D38-B157-4F8CCE490C9F}" type="presParOf" srcId="{5A294C66-6E73-42EF-9D95-76E4CC51BB31}" destId="{DA33079C-4204-40AA-B5BC-442677DC203C}" srcOrd="0" destOrd="0" presId="urn:microsoft.com/office/officeart/2008/layout/VerticalCurvedList"/>
    <dgm:cxn modelId="{E14C0B54-1F5B-40C6-A3B8-276FA658B250}" type="presParOf" srcId="{57376BBA-03C1-4556-9A6B-51CFA4FD7245}" destId="{F7C4E5CE-8B81-46CA-B9C9-77DF36EACC2D}" srcOrd="11" destOrd="0" presId="urn:microsoft.com/office/officeart/2008/layout/VerticalCurvedList"/>
    <dgm:cxn modelId="{9A737B50-4AB4-4548-983D-C0A7AA6E792B}" type="presParOf" srcId="{57376BBA-03C1-4556-9A6B-51CFA4FD7245}" destId="{800B76EA-C862-4A7D-8E46-DFB42D6DEE6D}" srcOrd="12" destOrd="0" presId="urn:microsoft.com/office/officeart/2008/layout/VerticalCurvedList"/>
    <dgm:cxn modelId="{8E40DD77-5DBB-4EB5-B0B4-47DC7BE19AA7}" type="presParOf" srcId="{800B76EA-C862-4A7D-8E46-DFB42D6DEE6D}" destId="{858FDF84-4FE0-473E-995B-DAA221F2D7F4}" srcOrd="0" destOrd="0" presId="urn:microsoft.com/office/officeart/2008/layout/VerticalCurvedList"/>
    <dgm:cxn modelId="{714B03AD-0119-41E7-8937-6B1C0944BC97}" type="presParOf" srcId="{57376BBA-03C1-4556-9A6B-51CFA4FD7245}" destId="{BBAC54D3-F864-46ED-926C-1D4A7AA56457}" srcOrd="13" destOrd="0" presId="urn:microsoft.com/office/officeart/2008/layout/VerticalCurvedList"/>
    <dgm:cxn modelId="{46782306-206F-4AEF-8020-25001F261073}" type="presParOf" srcId="{57376BBA-03C1-4556-9A6B-51CFA4FD7245}" destId="{7060196A-3D41-48B0-86C4-D8379ECD9A7B}" srcOrd="14" destOrd="0" presId="urn:microsoft.com/office/officeart/2008/layout/VerticalCurvedList"/>
    <dgm:cxn modelId="{7C9BF872-9F7C-433E-A3C9-993650CB1F2F}" type="presParOf" srcId="{7060196A-3D41-48B0-86C4-D8379ECD9A7B}" destId="{07179384-B803-4E3C-8850-966A966D9E2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606A35-BDAD-4C57-BE8E-5CA27D25D01D}">
      <dsp:nvSpPr>
        <dsp:cNvPr id="0" name=""/>
        <dsp:cNvSpPr/>
      </dsp:nvSpPr>
      <dsp:spPr>
        <a:xfrm>
          <a:off x="-7376673" y="-1128454"/>
          <a:ext cx="8786297" cy="8786297"/>
        </a:xfrm>
        <a:prstGeom prst="blockArc">
          <a:avLst>
            <a:gd name="adj1" fmla="val 18900000"/>
            <a:gd name="adj2" fmla="val 2700000"/>
            <a:gd name="adj3" fmla="val 246"/>
          </a:avLst>
        </a:pr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262A60-4A16-42C8-9E17-38F107CC84E5}">
      <dsp:nvSpPr>
        <dsp:cNvPr id="0" name=""/>
        <dsp:cNvSpPr/>
      </dsp:nvSpPr>
      <dsp:spPr>
        <a:xfrm>
          <a:off x="458036" y="296825"/>
          <a:ext cx="7128771" cy="593390"/>
        </a:xfrm>
        <a:prstGeom prst="rect">
          <a:avLst/>
        </a:prstGeom>
        <a:solidFill>
          <a:srgbClr val="9900CC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1004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Arial Rounded MT Bold" panose="020F0704030504030204" pitchFamily="34" charset="0"/>
            </a:rPr>
            <a:t>Equipment</a:t>
          </a:r>
          <a:endParaRPr lang="en-US" sz="3200" kern="1200" dirty="0">
            <a:latin typeface="Arial Rounded MT Bold" panose="020F0704030504030204" pitchFamily="34" charset="0"/>
          </a:endParaRPr>
        </a:p>
      </dsp:txBody>
      <dsp:txXfrm>
        <a:off x="458036" y="296825"/>
        <a:ext cx="7128771" cy="593390"/>
      </dsp:txXfrm>
    </dsp:sp>
    <dsp:sp modelId="{56D9B94C-02D3-414E-887C-1BFAACCDBA44}">
      <dsp:nvSpPr>
        <dsp:cNvPr id="0" name=""/>
        <dsp:cNvSpPr/>
      </dsp:nvSpPr>
      <dsp:spPr>
        <a:xfrm>
          <a:off x="87167" y="222652"/>
          <a:ext cx="741738" cy="741738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84150" prstMaterial="plastic">
          <a:bevelT w="50800" h="50800" prst="coolSlant"/>
          <a:bevelB w="50800" h="127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99BC778-F828-41A3-B7CD-57140235F0A4}">
      <dsp:nvSpPr>
        <dsp:cNvPr id="0" name=""/>
        <dsp:cNvSpPr/>
      </dsp:nvSpPr>
      <dsp:spPr>
        <a:xfrm>
          <a:off x="995405" y="1187434"/>
          <a:ext cx="6591402" cy="593390"/>
        </a:xfrm>
        <a:prstGeom prst="rect">
          <a:avLst/>
        </a:prstGeom>
        <a:solidFill>
          <a:srgbClr val="9900CC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1004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Arial Rounded MT Bold" panose="020F0704030504030204" pitchFamily="34" charset="0"/>
            </a:rPr>
            <a:t>Lettering</a:t>
          </a:r>
          <a:endParaRPr lang="en-US" sz="3200" kern="1200" dirty="0">
            <a:latin typeface="Arial Rounded MT Bold" panose="020F0704030504030204" pitchFamily="34" charset="0"/>
          </a:endParaRPr>
        </a:p>
      </dsp:txBody>
      <dsp:txXfrm>
        <a:off x="995405" y="1187434"/>
        <a:ext cx="6591402" cy="593390"/>
      </dsp:txXfrm>
    </dsp:sp>
    <dsp:sp modelId="{79DC658F-2987-4479-8FC9-01DEEEAAA785}">
      <dsp:nvSpPr>
        <dsp:cNvPr id="0" name=""/>
        <dsp:cNvSpPr/>
      </dsp:nvSpPr>
      <dsp:spPr>
        <a:xfrm>
          <a:off x="624535" y="1113260"/>
          <a:ext cx="741738" cy="741738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84150" prstMaterial="plastic">
          <a:bevelT w="50800" h="50800" prst="coolSlant"/>
          <a:bevelB w="50800" h="127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97F8CBF-1486-45FF-AF9B-9F783CBD6365}">
      <dsp:nvSpPr>
        <dsp:cNvPr id="0" name=""/>
        <dsp:cNvSpPr/>
      </dsp:nvSpPr>
      <dsp:spPr>
        <a:xfrm>
          <a:off x="1289880" y="2077390"/>
          <a:ext cx="6296927" cy="593390"/>
        </a:xfrm>
        <a:prstGeom prst="rect">
          <a:avLst/>
        </a:prstGeom>
        <a:solidFill>
          <a:srgbClr val="9900CC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1004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Arial Rounded MT Bold" panose="020F0704030504030204" pitchFamily="34" charset="0"/>
            </a:rPr>
            <a:t>Dimensioning</a:t>
          </a:r>
          <a:endParaRPr lang="en-US" sz="3200" kern="1200" dirty="0">
            <a:latin typeface="Arial Rounded MT Bold" panose="020F0704030504030204" pitchFamily="34" charset="0"/>
          </a:endParaRPr>
        </a:p>
      </dsp:txBody>
      <dsp:txXfrm>
        <a:off x="1289880" y="2077390"/>
        <a:ext cx="6296927" cy="593390"/>
      </dsp:txXfrm>
    </dsp:sp>
    <dsp:sp modelId="{7DC6027A-61BE-4AA4-B75E-5A961EB14197}">
      <dsp:nvSpPr>
        <dsp:cNvPr id="0" name=""/>
        <dsp:cNvSpPr/>
      </dsp:nvSpPr>
      <dsp:spPr>
        <a:xfrm>
          <a:off x="919011" y="2003216"/>
          <a:ext cx="741738" cy="741738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84150" prstMaterial="plastic">
          <a:bevelT w="50800" h="50800" prst="coolSlant"/>
          <a:bevelB w="50800" h="127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1A9C7F5-265A-4AA5-95C7-635960AB5F8A}">
      <dsp:nvSpPr>
        <dsp:cNvPr id="0" name=""/>
        <dsp:cNvSpPr/>
      </dsp:nvSpPr>
      <dsp:spPr>
        <a:xfrm>
          <a:off x="1383903" y="2967998"/>
          <a:ext cx="6202903" cy="593390"/>
        </a:xfrm>
        <a:prstGeom prst="rect">
          <a:avLst/>
        </a:prstGeom>
        <a:solidFill>
          <a:srgbClr val="9900CC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1004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Arial Rounded MT Bold" panose="020F0704030504030204" pitchFamily="34" charset="0"/>
            </a:rPr>
            <a:t>Dimensioning Components</a:t>
          </a:r>
          <a:endParaRPr lang="en-US" sz="3200" kern="1200" dirty="0">
            <a:latin typeface="Arial Rounded MT Bold" panose="020F0704030504030204" pitchFamily="34" charset="0"/>
          </a:endParaRPr>
        </a:p>
      </dsp:txBody>
      <dsp:txXfrm>
        <a:off x="1383903" y="2967998"/>
        <a:ext cx="6202903" cy="593390"/>
      </dsp:txXfrm>
    </dsp:sp>
    <dsp:sp modelId="{381AD564-2194-4082-9BDA-7CADBF928707}">
      <dsp:nvSpPr>
        <dsp:cNvPr id="0" name=""/>
        <dsp:cNvSpPr/>
      </dsp:nvSpPr>
      <dsp:spPr>
        <a:xfrm>
          <a:off x="1013034" y="2893824"/>
          <a:ext cx="741738" cy="741738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84150" prstMaterial="plastic">
          <a:bevelT w="50800" h="50800" prst="coolSlant"/>
          <a:bevelB w="50800" h="127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4833889-2463-49A0-83CD-D2D013D3E645}">
      <dsp:nvSpPr>
        <dsp:cNvPr id="0" name=""/>
        <dsp:cNvSpPr/>
      </dsp:nvSpPr>
      <dsp:spPr>
        <a:xfrm>
          <a:off x="1289880" y="3858607"/>
          <a:ext cx="6296927" cy="593390"/>
        </a:xfrm>
        <a:prstGeom prst="rect">
          <a:avLst/>
        </a:prstGeom>
        <a:solidFill>
          <a:srgbClr val="9900CC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1004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Arial Rounded MT Bold" panose="020F0704030504030204" pitchFamily="34" charset="0"/>
            </a:rPr>
            <a:t>Dimensioning Methods</a:t>
          </a:r>
          <a:endParaRPr lang="en-US" sz="3200" kern="1200" dirty="0">
            <a:latin typeface="Arial Rounded MT Bold" panose="020F0704030504030204" pitchFamily="34" charset="0"/>
          </a:endParaRPr>
        </a:p>
      </dsp:txBody>
      <dsp:txXfrm>
        <a:off x="1289880" y="3858607"/>
        <a:ext cx="6296927" cy="593390"/>
      </dsp:txXfrm>
    </dsp:sp>
    <dsp:sp modelId="{DA33079C-4204-40AA-B5BC-442677DC203C}">
      <dsp:nvSpPr>
        <dsp:cNvPr id="0" name=""/>
        <dsp:cNvSpPr/>
      </dsp:nvSpPr>
      <dsp:spPr>
        <a:xfrm>
          <a:off x="919011" y="3784433"/>
          <a:ext cx="741738" cy="741738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84150" prstMaterial="plastic">
          <a:bevelT w="50800" h="50800" prst="coolSlant"/>
          <a:bevelB w="50800" h="127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7C4E5CE-8B81-46CA-B9C9-77DF36EACC2D}">
      <dsp:nvSpPr>
        <dsp:cNvPr id="0" name=""/>
        <dsp:cNvSpPr/>
      </dsp:nvSpPr>
      <dsp:spPr>
        <a:xfrm>
          <a:off x="995405" y="4748562"/>
          <a:ext cx="6591402" cy="593390"/>
        </a:xfrm>
        <a:prstGeom prst="rect">
          <a:avLst/>
        </a:prstGeom>
        <a:solidFill>
          <a:srgbClr val="9900CC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1004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Arial Rounded MT Bold" panose="020F0704030504030204" pitchFamily="34" charset="0"/>
            </a:rPr>
            <a:t>Arrow head</a:t>
          </a:r>
          <a:endParaRPr lang="en-US" sz="3200" kern="1200" dirty="0">
            <a:latin typeface="Arial Rounded MT Bold" panose="020F0704030504030204" pitchFamily="34" charset="0"/>
          </a:endParaRPr>
        </a:p>
      </dsp:txBody>
      <dsp:txXfrm>
        <a:off x="995405" y="4748562"/>
        <a:ext cx="6591402" cy="593390"/>
      </dsp:txXfrm>
    </dsp:sp>
    <dsp:sp modelId="{858FDF84-4FE0-473E-995B-DAA221F2D7F4}">
      <dsp:nvSpPr>
        <dsp:cNvPr id="0" name=""/>
        <dsp:cNvSpPr/>
      </dsp:nvSpPr>
      <dsp:spPr>
        <a:xfrm>
          <a:off x="624535" y="4674388"/>
          <a:ext cx="741738" cy="741738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84150" prstMaterial="plastic">
          <a:bevelT w="50800" h="50800" prst="coolSlant"/>
          <a:bevelB w="50800" h="127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BAC54D3-F864-46ED-926C-1D4A7AA56457}">
      <dsp:nvSpPr>
        <dsp:cNvPr id="0" name=""/>
        <dsp:cNvSpPr/>
      </dsp:nvSpPr>
      <dsp:spPr>
        <a:xfrm>
          <a:off x="458036" y="5639171"/>
          <a:ext cx="7128771" cy="593390"/>
        </a:xfrm>
        <a:prstGeom prst="rect">
          <a:avLst/>
        </a:prstGeom>
        <a:solidFill>
          <a:srgbClr val="9900CC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1004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latin typeface="Arial Rounded MT Bold" panose="020F0704030504030204" pitchFamily="34" charset="0"/>
            </a:rPr>
            <a:t>Practice Sheet</a:t>
          </a:r>
          <a:endParaRPr lang="en-US" sz="3200" kern="1200" dirty="0">
            <a:latin typeface="Arial Rounded MT Bold" panose="020F0704030504030204" pitchFamily="34" charset="0"/>
          </a:endParaRPr>
        </a:p>
      </dsp:txBody>
      <dsp:txXfrm>
        <a:off x="458036" y="5639171"/>
        <a:ext cx="7128771" cy="593390"/>
      </dsp:txXfrm>
    </dsp:sp>
    <dsp:sp modelId="{07179384-B803-4E3C-8850-966A966D9E22}">
      <dsp:nvSpPr>
        <dsp:cNvPr id="0" name=""/>
        <dsp:cNvSpPr/>
      </dsp:nvSpPr>
      <dsp:spPr>
        <a:xfrm>
          <a:off x="87167" y="5564997"/>
          <a:ext cx="741738" cy="741738"/>
        </a:xfrm>
        <a:prstGeom prst="ellipse">
          <a:avLst/>
        </a:prstGeom>
        <a:solidFill>
          <a:schemeClr val="tx1">
            <a:lumMod val="95000"/>
            <a:lumOff val="5000"/>
          </a:schemeClr>
        </a:solidFill>
        <a:ln w="6350" cap="flat" cmpd="sng" algn="ctr">
          <a:noFill/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84150" prstMaterial="plastic">
          <a:bevelT w="50800" h="50800" prst="coolSlant"/>
          <a:bevelB w="50800" h="1270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49C32-DCC9-4AF8-8F62-0AADF416001F}" type="datetimeFigureOut">
              <a:rPr lang="en-US" smtClean="0"/>
              <a:t>10/25/20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4FA0E7-D6E7-450E-8AA8-CBDFB0CB84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612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FA0E7-D6E7-450E-8AA8-CBDFB0CB84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37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FA0E7-D6E7-450E-8AA8-CBDFB0CB845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23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FA0E7-D6E7-450E-8AA8-CBDFB0CB845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474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FA0E7-D6E7-450E-8AA8-CBDFB0CB845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76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FA0E7-D6E7-450E-8AA8-CBDFB0CB845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06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FA0E7-D6E7-450E-8AA8-CBDFB0CB845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52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FA0E7-D6E7-450E-8AA8-CBDFB0CB845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237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FA0E7-D6E7-450E-8AA8-CBDFB0CB845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29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FA0E7-D6E7-450E-8AA8-CBDFB0CB845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62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FA0E7-D6E7-450E-8AA8-CBDFB0CB845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58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FA0E7-D6E7-450E-8AA8-CBDFB0CB845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6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4FA0E7-D6E7-450E-8AA8-CBDFB0CB845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7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99377-B15D-4DBD-8BBD-7BEDDB9ACDFF}" type="datetime1">
              <a:rPr lang="en-US" smtClean="0"/>
              <a:t>10/25/20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17634" y="6492875"/>
            <a:ext cx="5274366" cy="365125"/>
          </a:xfrm>
        </p:spPr>
        <p:txBody>
          <a:bodyPr/>
          <a:lstStyle>
            <a:lvl1pPr algn="r">
              <a:defRPr b="1" i="1">
                <a:latin typeface="Bookman Old Style" panose="02050604050505020204" pitchFamily="18" charset="0"/>
              </a:defRPr>
            </a:lvl1pPr>
          </a:lstStyle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919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17634" y="6492875"/>
            <a:ext cx="5274366" cy="365125"/>
          </a:xfrm>
        </p:spPr>
        <p:txBody>
          <a:bodyPr/>
          <a:lstStyle>
            <a:lvl1pPr algn="r">
              <a:defRPr b="1" i="1">
                <a:latin typeface="Bookman Old Style" panose="02050604050505020204" pitchFamily="18" charset="0"/>
              </a:defRPr>
            </a:lvl1pPr>
          </a:lstStyle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19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A00D7-E429-4555-BE2B-3228F7933F09}" type="datetime1">
              <a:rPr lang="en-US" smtClean="0"/>
              <a:t>10/25/20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F9892-4861-4087-842A-C05F6A64D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434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43288-6A83-4673-945C-7C3A8697A57B}" type="datetime1">
              <a:rPr lang="en-US" smtClean="0"/>
              <a:t>10/25/20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F9892-4861-4087-842A-C05F6A64D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59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435F6-8B4F-4B3D-80FA-C53DB23ADA47}" type="datetime1">
              <a:rPr lang="en-US" smtClean="0"/>
              <a:t>10/25/20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F9892-4861-4087-842A-C05F6A64D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04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FE1AD-46FD-4B1A-9AF0-7803939317B9}" type="datetime1">
              <a:rPr lang="en-US" smtClean="0"/>
              <a:t>10/25/20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F9892-4861-4087-842A-C05F6A64D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74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7020-A6B4-4B8C-B26E-0CF7E2E555E1}" type="datetime1">
              <a:rPr lang="en-US" smtClean="0"/>
              <a:t>10/25/20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F9892-4861-4087-842A-C05F6A64D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5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3811B-7C6C-4B52-8054-D1D97B934A51}" type="datetime1">
              <a:rPr lang="en-US" smtClean="0"/>
              <a:t>10/25/20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F9892-4861-4087-842A-C05F6A64D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9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9DB68-1230-4072-8BE9-F5BEC880DFF7}" type="datetime1">
              <a:rPr lang="en-US" smtClean="0"/>
              <a:t>10/25/20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F9892-4861-4087-842A-C05F6A64D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4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C076-CDB7-4E66-9FCA-0F86BAEF6DCA}" type="datetime1">
              <a:rPr lang="en-US" smtClean="0"/>
              <a:t>10/25/20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F9892-4861-4087-842A-C05F6A64D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15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4D0D-D958-46C7-8997-5D7FE45312F3}" type="datetime1">
              <a:rPr lang="en-US" smtClean="0"/>
              <a:t>10/25/20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F9892-4861-4087-842A-C05F6A64D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64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0D5D8-FDBA-43CB-BCD5-A0DC4F8BBE51}" type="datetime1">
              <a:rPr lang="en-US" smtClean="0"/>
              <a:t>10/25/20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All copyrights/credits belong to respective owners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F9892-4861-4087-842A-C05F6A64D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40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gif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85788" y="1165226"/>
            <a:ext cx="11044237" cy="1420813"/>
          </a:xfrm>
          <a:prstGeom prst="roundRect">
            <a:avLst/>
          </a:prstGeom>
          <a:solidFill>
            <a:srgbClr val="FFFFCC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3069433" y="2828925"/>
            <a:ext cx="6138862" cy="2852739"/>
          </a:xfrm>
          <a:prstGeom prst="roundRect">
            <a:avLst/>
          </a:prstGeom>
          <a:solidFill>
            <a:srgbClr val="11ECF7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22362"/>
            <a:ext cx="12192000" cy="4306887"/>
          </a:xfrm>
        </p:spPr>
        <p:txBody>
          <a:bodyPr>
            <a:noAutofit/>
          </a:bodyPr>
          <a:lstStyle/>
          <a:p>
            <a:r>
              <a:rPr lang="en-US" u="sng" dirty="0" smtClean="0">
                <a:latin typeface="Algerian" panose="04020705040A02060702" pitchFamily="82" charset="0"/>
              </a:rPr>
              <a:t>Engineering Graphics Lab</a:t>
            </a:r>
            <a:br>
              <a:rPr lang="en-US" u="sng" dirty="0" smtClean="0">
                <a:latin typeface="Algerian" panose="04020705040A02060702" pitchFamily="82" charset="0"/>
              </a:rPr>
            </a:br>
            <a:r>
              <a:rPr lang="en-US" dirty="0" smtClean="0">
                <a:latin typeface="Algerian" panose="04020705040A02060702" pitchFamily="82" charset="0"/>
              </a:rPr>
              <a:t/>
            </a:r>
            <a:br>
              <a:rPr lang="en-US" dirty="0" smtClean="0">
                <a:latin typeface="Algerian" panose="04020705040A02060702" pitchFamily="82" charset="0"/>
              </a:rPr>
            </a:br>
            <a:r>
              <a:rPr lang="en-US" sz="5400" i="1" dirty="0" smtClean="0">
                <a:latin typeface="Algerian" panose="04020705040A02060702" pitchFamily="82" charset="0"/>
              </a:rPr>
              <a:t>Introduction</a:t>
            </a:r>
            <a:br>
              <a:rPr lang="en-US" sz="5400" i="1" dirty="0" smtClean="0">
                <a:latin typeface="Algerian" panose="04020705040A02060702" pitchFamily="82" charset="0"/>
              </a:rPr>
            </a:br>
            <a:r>
              <a:rPr lang="en-US" sz="5400" i="1" dirty="0" smtClean="0">
                <a:latin typeface="Algerian" panose="04020705040A02060702" pitchFamily="82" charset="0"/>
              </a:rPr>
              <a:t>and</a:t>
            </a:r>
            <a:br>
              <a:rPr lang="en-US" sz="5400" i="1" dirty="0" smtClean="0">
                <a:latin typeface="Algerian" panose="04020705040A02060702" pitchFamily="82" charset="0"/>
              </a:rPr>
            </a:br>
            <a:r>
              <a:rPr lang="en-US" sz="5400" i="1" dirty="0" smtClean="0">
                <a:latin typeface="Algerian" panose="04020705040A02060702" pitchFamily="82" charset="0"/>
              </a:rPr>
              <a:t>Practice Sheet</a:t>
            </a:r>
            <a:endParaRPr lang="en-US" sz="5400" i="1" dirty="0">
              <a:latin typeface="Algerian" panose="04020705040A02060702" pitchFamily="82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17634" y="6492875"/>
            <a:ext cx="5274366" cy="365125"/>
          </a:xfrm>
        </p:spPr>
        <p:txBody>
          <a:bodyPr/>
          <a:lstStyle>
            <a:lvl1pPr algn="r">
              <a:defRPr b="1" i="1">
                <a:latin typeface="Bookman Old Style" panose="02050604050505020204" pitchFamily="18" charset="0"/>
              </a:defRPr>
            </a:lvl1pPr>
          </a:lstStyle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40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5686" y="242888"/>
            <a:ext cx="8098531" cy="8098531"/>
          </a:xfrm>
          <a:prstGeom prst="rect">
            <a:avLst/>
          </a:prstGeom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548375668"/>
              </p:ext>
            </p:extLst>
          </p:nvPr>
        </p:nvGraphicFramePr>
        <p:xfrm>
          <a:off x="4343400" y="0"/>
          <a:ext cx="7673975" cy="6529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Rectangle 6"/>
          <p:cNvSpPr/>
          <p:nvPr/>
        </p:nvSpPr>
        <p:spPr>
          <a:xfrm rot="19803392">
            <a:off x="-69893" y="1061441"/>
            <a:ext cx="44999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briola" panose="04040605051002020D02" pitchFamily="82" charset="0"/>
              </a:rPr>
              <a:t>What will we learn ?</a:t>
            </a:r>
            <a:endParaRPr lang="en-US" sz="5400" b="1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abriola" panose="04040605051002020D02" pitchFamily="82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49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255202"/>
              </p:ext>
            </p:extLst>
          </p:nvPr>
        </p:nvGraphicFramePr>
        <p:xfrm>
          <a:off x="257175" y="200021"/>
          <a:ext cx="11715750" cy="6292853"/>
        </p:xfrm>
        <a:graphic>
          <a:graphicData uri="http://schemas.openxmlformats.org/drawingml/2006/table">
            <a:tbl>
              <a:tblPr/>
              <a:tblGrid>
                <a:gridCol w="1664207"/>
                <a:gridCol w="3485328"/>
                <a:gridCol w="6566215"/>
              </a:tblGrid>
              <a:tr h="11105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Sr.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Name of the Drafting Equipment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806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Drawing Board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It is used to place &amp; hold the drawing sheet properly. It is also used to support T — Square &amp; Mini draughter.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03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Mini Draughter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It is used to draw parallel lines &amp; lines at any angle.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05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Set Squares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They are used for drawing all straight lines except horizontal lines.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050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Protractor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It is used to draw or to measure angles, which cannot be draw with the set squares.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03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Compass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It is used for drawing circles and arcs of circles.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51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022326"/>
              </p:ext>
            </p:extLst>
          </p:nvPr>
        </p:nvGraphicFramePr>
        <p:xfrm>
          <a:off x="160632" y="254205"/>
          <a:ext cx="11755143" cy="6074067"/>
        </p:xfrm>
        <a:graphic>
          <a:graphicData uri="http://schemas.openxmlformats.org/drawingml/2006/table">
            <a:tbl>
              <a:tblPr/>
              <a:tblGrid>
                <a:gridCol w="1669802"/>
                <a:gridCol w="3497048"/>
                <a:gridCol w="6588293"/>
              </a:tblGrid>
              <a:tr h="6254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Sr.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No.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Name of the Drafting Equipment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240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Divider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They are used to divide straight line into desired number of parts &amp; to transfer the dimensions from one part of the drawing to another part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9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Drawing Sheet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It is available in standard size as specified in BIS as follows.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44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Designation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Size (mm)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4313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1189×841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313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A1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841×594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313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A2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594×420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313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A3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420×297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313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A4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297×210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43135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A5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210×148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</a:rPr>
                        <a:t>. </a:t>
                      </a: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6436207" y="6492875"/>
            <a:ext cx="5755793" cy="365125"/>
          </a:xfrm>
        </p:spPr>
        <p:txBody>
          <a:bodyPr/>
          <a:lstStyle/>
          <a:p>
            <a:pPr algn="r"/>
            <a:r>
              <a:rPr lang="en-IN" dirty="0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505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706037"/>
              </p:ext>
            </p:extLst>
          </p:nvPr>
        </p:nvGraphicFramePr>
        <p:xfrm>
          <a:off x="151107" y="168480"/>
          <a:ext cx="11850393" cy="5356759"/>
        </p:xfrm>
        <a:graphic>
          <a:graphicData uri="http://schemas.openxmlformats.org/drawingml/2006/table">
            <a:tbl>
              <a:tblPr/>
              <a:tblGrid>
                <a:gridCol w="1683332"/>
                <a:gridCol w="3525384"/>
                <a:gridCol w="6641677"/>
              </a:tblGrid>
              <a:tr h="6776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Sr.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No.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Name of the Drafting Equipment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7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French Curves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It is used to draw curves, which cannot be drawn by compass.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7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Drawing Pencils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Different grades of pencils are available to draw different line.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34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Grades of Pencils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11293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Visible Outlines, Lettering, Cutting Plane Line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12935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2H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Dimension line, Extension line, Leader line, Hatching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line, Centre line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977878"/>
              </p:ext>
            </p:extLst>
          </p:nvPr>
        </p:nvGraphicFramePr>
        <p:xfrm>
          <a:off x="136820" y="168480"/>
          <a:ext cx="11864680" cy="6324394"/>
        </p:xfrm>
        <a:graphic>
          <a:graphicData uri="http://schemas.openxmlformats.org/drawingml/2006/table">
            <a:tbl>
              <a:tblPr/>
              <a:tblGrid>
                <a:gridCol w="1685362"/>
                <a:gridCol w="3529634"/>
                <a:gridCol w="6649684"/>
              </a:tblGrid>
              <a:tr h="1897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Sr.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Name of the Drafting Equipment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Use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973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Eraser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It is used for erasing the pencil lines &amp; it should not spoil the surface of sheet.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48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Duster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It is used to clean drawing sheet &amp; instruments.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48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12.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Adhesive Tapes, Clips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They are used to hold the drawing sheet properly.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96" marR="2549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319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499" y="233363"/>
            <a:ext cx="9453563" cy="643569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440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Lettering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Arial Rounded MT Bold" panose="020F0704030504030204" pitchFamily="34" charset="0"/>
              </a:rPr>
              <a:t>Writing of titles, dimensions, notes and other important particulars on a drawing is called lettering. It is an important part of a drawing. </a:t>
            </a:r>
            <a:endParaRPr lang="en-IN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IN" dirty="0" smtClean="0">
                <a:latin typeface="Arial Rounded MT Bold" panose="020F0704030504030204" pitchFamily="34" charset="0"/>
              </a:rPr>
              <a:t>However </a:t>
            </a:r>
            <a:r>
              <a:rPr lang="en-IN" dirty="0">
                <a:latin typeface="Arial Rounded MT Bold" panose="020F0704030504030204" pitchFamily="34" charset="0"/>
              </a:rPr>
              <a:t>accurate and neat a drawing may be draw. Its appearance is spoiled and sometimes, its usefulness is impaired by poor lettering. </a:t>
            </a:r>
            <a:endParaRPr lang="en-IN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IN" dirty="0" smtClean="0">
                <a:latin typeface="Arial Rounded MT Bold" panose="020F0704030504030204" pitchFamily="34" charset="0"/>
              </a:rPr>
              <a:t>Lettering </a:t>
            </a:r>
            <a:r>
              <a:rPr lang="en-IN" dirty="0">
                <a:latin typeface="Arial Rounded MT Bold" panose="020F0704030504030204" pitchFamily="34" charset="0"/>
              </a:rPr>
              <a:t>should, therefore, be done properly in clear, legible and uniform style. It should be in plain and simple style so that it could be done freehand and speedily.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18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Lettering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63" y="1447915"/>
            <a:ext cx="10931473" cy="4852873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353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Dimensioning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just">
              <a:buNone/>
            </a:pPr>
            <a:r>
              <a:rPr lang="en-IN" dirty="0">
                <a:latin typeface="Arial Rounded MT Bold" panose="020F0704030504030204" pitchFamily="34" charset="0"/>
              </a:rPr>
              <a:t>•	Dimensioning is necessary in order to convey a clear and definite size description of an object. Manufacturer of component or object must know the exact length, width and height of a piece, diameters of shaft and holes and their locations.</a:t>
            </a:r>
          </a:p>
          <a:p>
            <a:pPr marL="342900" indent="-342900" algn="just">
              <a:buNone/>
            </a:pPr>
            <a:r>
              <a:rPr lang="en-IN" dirty="0">
                <a:latin typeface="Arial Rounded MT Bold" panose="020F0704030504030204" pitchFamily="34" charset="0"/>
              </a:rPr>
              <a:t>•	Dimension line, extension line, arrow heads and dimension figure are the elements of any dimension.</a:t>
            </a:r>
          </a:p>
          <a:p>
            <a:pPr marL="342900" indent="-342900" algn="just">
              <a:buNone/>
            </a:pPr>
            <a:r>
              <a:rPr lang="en-IN" dirty="0">
                <a:latin typeface="Arial Rounded MT Bold" panose="020F0704030504030204" pitchFamily="34" charset="0"/>
              </a:rPr>
              <a:t>•	Two recommended styles of dimensioning are Aligned system and unidirectional system of dimensioning.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02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975" y="2481086"/>
            <a:ext cx="6219825" cy="43769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Dimensioning </a:t>
            </a:r>
            <a:r>
              <a:rPr lang="en-US" dirty="0" smtClean="0">
                <a:latin typeface="Arial Rounded MT Bold" panose="020F0704030504030204" pitchFamily="34" charset="0"/>
              </a:rPr>
              <a:t>Components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412" y="1839912"/>
            <a:ext cx="6834188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dirty="0" smtClean="0">
                <a:latin typeface="Arial Rounded MT Bold" panose="020F0704030504030204" pitchFamily="34" charset="0"/>
              </a:rPr>
              <a:t>1</a:t>
            </a:r>
            <a:r>
              <a:rPr lang="en-IN" dirty="0">
                <a:latin typeface="Arial Rounded MT Bold" panose="020F0704030504030204" pitchFamily="34" charset="0"/>
              </a:rPr>
              <a:t>.	Extension lines</a:t>
            </a:r>
          </a:p>
          <a:p>
            <a:pPr marL="0" indent="0" algn="just">
              <a:buNone/>
            </a:pPr>
            <a:r>
              <a:rPr lang="en-IN" dirty="0">
                <a:latin typeface="Arial Rounded MT Bold" panose="020F0704030504030204" pitchFamily="34" charset="0"/>
              </a:rPr>
              <a:t>2.	Dimension lines with arrowheads</a:t>
            </a:r>
          </a:p>
          <a:p>
            <a:pPr marL="0" indent="0" algn="just">
              <a:buNone/>
            </a:pPr>
            <a:r>
              <a:rPr lang="en-IN" dirty="0">
                <a:latin typeface="Arial Rounded MT Bold" panose="020F0704030504030204" pitchFamily="34" charset="0"/>
              </a:rPr>
              <a:t>3.	Leader lines</a:t>
            </a:r>
          </a:p>
          <a:p>
            <a:pPr marL="0" indent="0" algn="just">
              <a:buNone/>
            </a:pPr>
            <a:r>
              <a:rPr lang="en-IN" dirty="0">
                <a:latin typeface="Arial Rounded MT Bold" panose="020F0704030504030204" pitchFamily="34" charset="0"/>
              </a:rPr>
              <a:t>4.	Dimension figures</a:t>
            </a:r>
          </a:p>
          <a:p>
            <a:pPr marL="0" indent="0" algn="just">
              <a:buNone/>
            </a:pPr>
            <a:r>
              <a:rPr lang="en-IN" dirty="0">
                <a:latin typeface="Arial Rounded MT Bold" panose="020F0704030504030204" pitchFamily="34" charset="0"/>
              </a:rPr>
              <a:t>5.	Notes </a:t>
            </a:r>
            <a:r>
              <a:rPr lang="en-IN" dirty="0" smtClean="0">
                <a:latin typeface="Arial Rounded MT Bold" panose="020F0704030504030204" pitchFamily="34" charset="0"/>
              </a:rPr>
              <a:t>:</a:t>
            </a:r>
            <a:endParaRPr lang="en-IN" dirty="0">
              <a:latin typeface="Arial Rounded MT Bold" panose="020F0704030504030204" pitchFamily="34" charset="0"/>
            </a:endParaRPr>
          </a:p>
          <a:p>
            <a:pPr marL="971550" lvl="1" indent="0" algn="just">
              <a:buNone/>
            </a:pPr>
            <a:r>
              <a:rPr lang="en-IN" dirty="0">
                <a:latin typeface="Arial Rounded MT Bold" panose="020F0704030504030204" pitchFamily="34" charset="0"/>
              </a:rPr>
              <a:t>- Local note</a:t>
            </a:r>
          </a:p>
          <a:p>
            <a:pPr marL="971550" lvl="1" indent="0" algn="just">
              <a:buNone/>
            </a:pPr>
            <a:r>
              <a:rPr lang="en-IN" dirty="0">
                <a:latin typeface="Arial Rounded MT Bold" panose="020F0704030504030204" pitchFamily="34" charset="0"/>
              </a:rPr>
              <a:t>- General note</a:t>
            </a:r>
          </a:p>
          <a:p>
            <a:pPr marL="0" indent="0" algn="just">
              <a:buNone/>
            </a:pPr>
            <a:r>
              <a:rPr lang="en-IN" dirty="0">
                <a:latin typeface="Arial Rounded MT Bold" panose="020F0704030504030204" pitchFamily="34" charset="0"/>
              </a:rPr>
              <a:t>6.   </a:t>
            </a:r>
            <a:r>
              <a:rPr lang="en-IN" dirty="0" smtClean="0">
                <a:latin typeface="Arial Rounded MT Bold" panose="020F0704030504030204" pitchFamily="34" charset="0"/>
              </a:rPr>
              <a:t>	Arrow </a:t>
            </a:r>
            <a:r>
              <a:rPr lang="en-IN" dirty="0">
                <a:latin typeface="Arial Rounded MT Bold" panose="020F0704030504030204" pitchFamily="34" charset="0"/>
              </a:rPr>
              <a:t>Head</a:t>
            </a:r>
          </a:p>
          <a:p>
            <a:pPr marL="0" indent="0" algn="just">
              <a:buNone/>
            </a:pP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19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943" y="3027538"/>
            <a:ext cx="4238626" cy="383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3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312" y="3057525"/>
            <a:ext cx="3814763" cy="3800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Dimensioning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just">
              <a:buNone/>
            </a:pPr>
            <a:r>
              <a:rPr lang="en-IN" b="1" u="sng" dirty="0">
                <a:latin typeface="Arial Rounded MT Bold" panose="020F0704030504030204" pitchFamily="34" charset="0"/>
              </a:rPr>
              <a:t>1. Aligned method</a:t>
            </a:r>
          </a:p>
          <a:p>
            <a:pPr marL="285750" indent="-285750" algn="just">
              <a:buNone/>
            </a:pPr>
            <a:r>
              <a:rPr lang="en-IN" dirty="0" smtClean="0">
                <a:latin typeface="Arial Rounded MT Bold" panose="020F0704030504030204" pitchFamily="34" charset="0"/>
              </a:rPr>
              <a:t>	The </a:t>
            </a:r>
            <a:r>
              <a:rPr lang="en-IN" dirty="0">
                <a:latin typeface="Arial Rounded MT Bold" panose="020F0704030504030204" pitchFamily="34" charset="0"/>
              </a:rPr>
              <a:t>dimension figures are placed so that they are readable from the bottom and right side of the drawing</a:t>
            </a:r>
            <a:r>
              <a:rPr lang="en-IN" dirty="0" smtClean="0">
                <a:latin typeface="Arial Rounded MT Bold" panose="020F0704030504030204" pitchFamily="34" charset="0"/>
              </a:rPr>
              <a:t>.</a:t>
            </a:r>
          </a:p>
          <a:p>
            <a:pPr marL="285750" indent="-285750" algn="just">
              <a:buNone/>
            </a:pPr>
            <a:endParaRPr lang="en-IN" dirty="0">
              <a:latin typeface="Arial Rounded MT Bold" panose="020F0704030504030204" pitchFamily="34" charset="0"/>
            </a:endParaRPr>
          </a:p>
          <a:p>
            <a:pPr marL="285750" indent="-285750" algn="just">
              <a:buNone/>
            </a:pPr>
            <a:endParaRPr lang="en-IN" dirty="0">
              <a:latin typeface="Arial Rounded MT Bold" panose="020F0704030504030204" pitchFamily="34" charset="0"/>
            </a:endParaRPr>
          </a:p>
          <a:p>
            <a:pPr marL="285750" indent="-285750" algn="just">
              <a:buNone/>
            </a:pP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91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7"/>
          <p:cNvPicPr>
            <a:picLocks noChangeAspect="1" noChangeArrowheads="1"/>
          </p:cNvPicPr>
          <p:nvPr/>
        </p:nvPicPr>
        <p:blipFill>
          <a:blip r:embed="rId2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275" y="2714626"/>
            <a:ext cx="4143374" cy="4143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Picture 6"/>
          <p:cNvPicPr>
            <a:picLocks noChangeAspect="1" noChangeArrowheads="1"/>
          </p:cNvPicPr>
          <p:nvPr/>
        </p:nvPicPr>
        <p:blipFill>
          <a:blip r:embed="rId3">
            <a:lum bright="-40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19424"/>
            <a:ext cx="4299737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Dimensioning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just">
              <a:buNone/>
            </a:pPr>
            <a:r>
              <a:rPr lang="en-IN" b="1" u="sng" dirty="0" smtClean="0">
                <a:latin typeface="Arial Rounded MT Bold" panose="020F0704030504030204" pitchFamily="34" charset="0"/>
              </a:rPr>
              <a:t>2</a:t>
            </a:r>
            <a:r>
              <a:rPr lang="en-IN" b="1" u="sng" dirty="0">
                <a:latin typeface="Arial Rounded MT Bold" panose="020F0704030504030204" pitchFamily="34" charset="0"/>
              </a:rPr>
              <a:t>. Unidirectional method</a:t>
            </a:r>
          </a:p>
          <a:p>
            <a:pPr marL="285750" indent="-285750" algn="just">
              <a:buNone/>
            </a:pPr>
            <a:r>
              <a:rPr lang="en-IN" dirty="0" smtClean="0">
                <a:latin typeface="Arial Rounded MT Bold" panose="020F0704030504030204" pitchFamily="34" charset="0"/>
              </a:rPr>
              <a:t>	The </a:t>
            </a:r>
            <a:r>
              <a:rPr lang="en-IN" dirty="0">
                <a:latin typeface="Arial Rounded MT Bold" panose="020F0704030504030204" pitchFamily="34" charset="0"/>
              </a:rPr>
              <a:t>dimension figures are placed so that they can be read from the bottom of the drawing.</a:t>
            </a:r>
          </a:p>
          <a:p>
            <a:pPr marL="285750" indent="-285750" algn="just">
              <a:buNone/>
            </a:pPr>
            <a:endParaRPr lang="en-IN" dirty="0">
              <a:latin typeface="Arial Rounded MT Bold" panose="020F0704030504030204" pitchFamily="34" charset="0"/>
            </a:endParaRPr>
          </a:p>
          <a:p>
            <a:pPr marL="285750" indent="-285750" algn="just">
              <a:buNone/>
            </a:pP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04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Arrow </a:t>
            </a:r>
            <a:r>
              <a:rPr lang="en-US" dirty="0">
                <a:latin typeface="Arial Rounded MT Bold" panose="020F0704030504030204" pitchFamily="34" charset="0"/>
              </a:rPr>
              <a:t>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Arial Rounded MT Bold" panose="020F0704030504030204" pitchFamily="34" charset="0"/>
              </a:rPr>
              <a:t>Arrowheads are used as terminators on dimension </a:t>
            </a:r>
            <a:r>
              <a:rPr lang="en-IN" dirty="0" smtClean="0">
                <a:latin typeface="Arial Rounded MT Bold" panose="020F0704030504030204" pitchFamily="34" charset="0"/>
              </a:rPr>
              <a:t>lines.</a:t>
            </a:r>
          </a:p>
          <a:p>
            <a:pPr algn="just"/>
            <a:r>
              <a:rPr lang="en-IN" dirty="0" smtClean="0">
                <a:latin typeface="Arial Rounded MT Bold" panose="020F0704030504030204" pitchFamily="34" charset="0"/>
              </a:rPr>
              <a:t>The </a:t>
            </a:r>
            <a:r>
              <a:rPr lang="en-IN" dirty="0">
                <a:latin typeface="Arial Rounded MT Bold" panose="020F0704030504030204" pitchFamily="34" charset="0"/>
              </a:rPr>
              <a:t>points of the arrowheads on leader lines and dimension lines must make contact with the feature object line or extension lines which represent the feature being dimensioned. </a:t>
            </a:r>
            <a:endParaRPr lang="en-IN" dirty="0" smtClean="0">
              <a:latin typeface="Arial Rounded MT Bold" panose="020F0704030504030204" pitchFamily="34" charset="0"/>
            </a:endParaRPr>
          </a:p>
          <a:p>
            <a:pPr algn="just"/>
            <a:r>
              <a:rPr lang="en-IN" dirty="0" smtClean="0">
                <a:latin typeface="Arial Rounded MT Bold" panose="020F0704030504030204" pitchFamily="34" charset="0"/>
              </a:rPr>
              <a:t>The </a:t>
            </a:r>
            <a:r>
              <a:rPr lang="en-IN" dirty="0">
                <a:latin typeface="Arial Rounded MT Bold" panose="020F0704030504030204" pitchFamily="34" charset="0"/>
              </a:rPr>
              <a:t>standard size ratio for all arrowheads on mechanical drawings is 3:1 (length to width).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53" t="72489" r="43213" b="8541"/>
          <a:stretch/>
        </p:blipFill>
        <p:spPr>
          <a:xfrm>
            <a:off x="6864557" y="4543425"/>
            <a:ext cx="4734827" cy="1971675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74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latin typeface="Arial Rounded MT Bold" panose="020F0704030504030204" pitchFamily="34" charset="0"/>
              </a:rPr>
              <a:t>Practice Sheet : Problem 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IN" dirty="0" smtClean="0">
                <a:latin typeface="Arial Rounded MT Bold" panose="020F0704030504030204" pitchFamily="34" charset="0"/>
              </a:rPr>
              <a:t>Write in block letters in mentioned height of lettering: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dirty="0" smtClean="0">
                <a:latin typeface="Arial Rounded MT Bold" panose="020F0704030504030204" pitchFamily="34" charset="0"/>
              </a:rPr>
              <a:t>10 mm: “</a:t>
            </a:r>
            <a:r>
              <a:rPr lang="en-IN" dirty="0" smtClean="0">
                <a:solidFill>
                  <a:srgbClr val="0000FF"/>
                </a:solidFill>
                <a:latin typeface="Arial Rounded MT Bold" panose="020F0704030504030204" pitchFamily="34" charset="0"/>
              </a:rPr>
              <a:t>I LOVE MY INDIA</a:t>
            </a:r>
            <a:r>
              <a:rPr lang="en-IN" dirty="0" smtClean="0">
                <a:latin typeface="Arial Rounded MT Bold" panose="020F0704030504030204" pitchFamily="34" charset="0"/>
              </a:rPr>
              <a:t>”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921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latin typeface="Arial Rounded MT Bold" panose="020F0704030504030204" pitchFamily="34" charset="0"/>
              </a:rPr>
              <a:t>Practice Sheet : Problem 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90600" y="1978025"/>
            <a:ext cx="10515600" cy="1050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IN" dirty="0" smtClean="0">
                <a:latin typeface="Arial Rounded MT Bold" panose="020F0704030504030204" pitchFamily="34" charset="0"/>
              </a:rPr>
              <a:t>Write in block letters in mentioned height of lettering: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dirty="0" smtClean="0">
                <a:latin typeface="Arial Rounded MT Bold" panose="020F0704030504030204" pitchFamily="34" charset="0"/>
              </a:rPr>
              <a:t>10 mm: “</a:t>
            </a:r>
            <a:r>
              <a:rPr lang="en-IN" dirty="0" smtClean="0">
                <a:solidFill>
                  <a:srgbClr val="0000FF"/>
                </a:solidFill>
                <a:latin typeface="Arial Rounded MT Bold" panose="020F0704030504030204" pitchFamily="34" charset="0"/>
              </a:rPr>
              <a:t>I LOVE MY INDIA</a:t>
            </a:r>
            <a:r>
              <a:rPr lang="en-IN" dirty="0" smtClean="0">
                <a:latin typeface="Arial Rounded MT Bold" panose="020F0704030504030204" pitchFamily="34" charset="0"/>
              </a:rPr>
              <a:t>”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171575" y="4200525"/>
            <a:ext cx="1078706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71575" y="5124451"/>
            <a:ext cx="1078706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400175" y="4200525"/>
            <a:ext cx="0" cy="923926"/>
          </a:xfrm>
          <a:prstGeom prst="straightConnector1">
            <a:avLst/>
          </a:prstGeom>
          <a:ln w="127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16200000">
            <a:off x="942975" y="4467662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948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latin typeface="Arial Rounded MT Bold" panose="020F0704030504030204" pitchFamily="34" charset="0"/>
              </a:rPr>
              <a:t>Practice Sheet : Problem 1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90600" y="1978025"/>
            <a:ext cx="10515600" cy="1050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IN" dirty="0" smtClean="0">
                <a:latin typeface="Arial Rounded MT Bold" panose="020F0704030504030204" pitchFamily="34" charset="0"/>
              </a:rPr>
              <a:t>Write in block letters in mentioned height of lettering: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dirty="0" smtClean="0">
                <a:latin typeface="Arial Rounded MT Bold" panose="020F0704030504030204" pitchFamily="34" charset="0"/>
              </a:rPr>
              <a:t>10 mm: “</a:t>
            </a:r>
            <a:r>
              <a:rPr lang="en-IN" dirty="0" smtClean="0">
                <a:solidFill>
                  <a:srgbClr val="0000FF"/>
                </a:solidFill>
                <a:latin typeface="Arial Rounded MT Bold" panose="020F0704030504030204" pitchFamily="34" charset="0"/>
              </a:rPr>
              <a:t>I LOVE MY INDIA</a:t>
            </a:r>
            <a:r>
              <a:rPr lang="en-IN" dirty="0" smtClean="0">
                <a:latin typeface="Arial Rounded MT Bold" panose="020F0704030504030204" pitchFamily="34" charset="0"/>
              </a:rPr>
              <a:t>”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3727222"/>
            <a:ext cx="1168717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00" dirty="0" smtClean="0">
                <a:latin typeface="+mj-lt"/>
                <a:cs typeface="Arial" panose="020B0604020202020204" pitchFamily="34" charset="0"/>
              </a:rPr>
              <a:t>I LOVE MY INDIA</a:t>
            </a:r>
            <a:endParaRPr lang="en-US" sz="11500" dirty="0"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171575" y="4200525"/>
            <a:ext cx="1078706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71575" y="5124451"/>
            <a:ext cx="1078706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400175" y="4200525"/>
            <a:ext cx="0" cy="923926"/>
          </a:xfrm>
          <a:prstGeom prst="straightConnector1">
            <a:avLst/>
          </a:prstGeom>
          <a:ln w="1270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rot="16200000">
            <a:off x="942975" y="4467662"/>
            <a:ext cx="4572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65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Arial Rounded MT Bold" panose="020F0704030504030204" pitchFamily="34" charset="0"/>
              </a:rPr>
              <a:t>Practice Sheet : Problem 2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dirty="0" smtClean="0">
                <a:latin typeface="Arial Rounded MT Bold" panose="020F0704030504030204" pitchFamily="34" charset="0"/>
              </a:rPr>
              <a:t>Construct </a:t>
            </a:r>
            <a:r>
              <a:rPr lang="en-IN" dirty="0">
                <a:latin typeface="Arial Rounded MT Bold" panose="020F0704030504030204" pitchFamily="34" charset="0"/>
              </a:rPr>
              <a:t>regular polygon of 30 mm side. </a:t>
            </a:r>
            <a:endParaRPr lang="en-IN" dirty="0" smtClean="0">
              <a:latin typeface="Arial Rounded MT Bold" panose="020F0704030504030204" pitchFamily="34" charset="0"/>
            </a:endParaRPr>
          </a:p>
          <a:p>
            <a:pPr marL="0" indent="0" algn="just">
              <a:buNone/>
            </a:pPr>
            <a:r>
              <a:rPr lang="en-IN" dirty="0" smtClean="0">
                <a:latin typeface="Arial Rounded MT Bold" panose="020F0704030504030204" pitchFamily="34" charset="0"/>
              </a:rPr>
              <a:t>(</a:t>
            </a:r>
            <a:r>
              <a:rPr lang="en-IN" dirty="0">
                <a:latin typeface="Arial Rounded MT Bold" panose="020F0704030504030204" pitchFamily="34" charset="0"/>
              </a:rPr>
              <a:t>Pentagon &amp; Hexagon)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43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2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194190" y="6099779"/>
            <a:ext cx="0" cy="564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215189" y="6099779"/>
            <a:ext cx="0" cy="564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186239" y="6481440"/>
            <a:ext cx="30289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97901" y="6173531"/>
            <a:ext cx="74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30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68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31992" y="5649285"/>
            <a:ext cx="349858" cy="34985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194190" y="6099779"/>
            <a:ext cx="0" cy="564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7215189" y="6099779"/>
            <a:ext cx="0" cy="564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186239" y="6481440"/>
            <a:ext cx="30289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97901" y="6173531"/>
            <a:ext cx="74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30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 rot="16200000">
            <a:off x="7545140" y="5725629"/>
            <a:ext cx="0" cy="564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6200000">
            <a:off x="7527751" y="2722624"/>
            <a:ext cx="0" cy="564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>
            <a:off x="6167436" y="4502888"/>
            <a:ext cx="302895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16200000">
            <a:off x="7168992" y="4194979"/>
            <a:ext cx="74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30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490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91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44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90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8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34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703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12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86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21" name="Arc 20"/>
          <p:cNvSpPr/>
          <p:nvPr/>
        </p:nvSpPr>
        <p:spPr>
          <a:xfrm rot="15656875">
            <a:off x="5640830" y="109605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/>
          <p:cNvSpPr/>
          <p:nvPr/>
        </p:nvSpPr>
        <p:spPr>
          <a:xfrm rot="19297893">
            <a:off x="7810461" y="3012487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/>
          <p:cNvSpPr/>
          <p:nvPr/>
        </p:nvSpPr>
        <p:spPr>
          <a:xfrm rot="18283750">
            <a:off x="2957556" y="2970109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9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21" name="Arc 20"/>
          <p:cNvSpPr/>
          <p:nvPr/>
        </p:nvSpPr>
        <p:spPr>
          <a:xfrm rot="15656875">
            <a:off x="5640830" y="109605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/>
          <p:cNvSpPr/>
          <p:nvPr/>
        </p:nvSpPr>
        <p:spPr>
          <a:xfrm rot="19297893">
            <a:off x="7810461" y="3012487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/>
          <p:cNvSpPr/>
          <p:nvPr/>
        </p:nvSpPr>
        <p:spPr>
          <a:xfrm rot="18283750">
            <a:off x="2957556" y="2970109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200471" y="278781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0753" y="88583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982252" y="2717816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50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21" name="Arc 20"/>
          <p:cNvSpPr/>
          <p:nvPr/>
        </p:nvSpPr>
        <p:spPr>
          <a:xfrm rot="15656875">
            <a:off x="5640830" y="109605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/>
          <p:cNvSpPr/>
          <p:nvPr/>
        </p:nvSpPr>
        <p:spPr>
          <a:xfrm rot="19297893">
            <a:off x="7810461" y="3012487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/>
          <p:cNvSpPr/>
          <p:nvPr/>
        </p:nvSpPr>
        <p:spPr>
          <a:xfrm rot="18283750">
            <a:off x="2957556" y="2970109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200471" y="278781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0753" y="88583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982252" y="2717816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7200900" y="3027577"/>
            <a:ext cx="968128" cy="297317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236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21" name="Arc 20"/>
          <p:cNvSpPr/>
          <p:nvPr/>
        </p:nvSpPr>
        <p:spPr>
          <a:xfrm rot="15656875">
            <a:off x="5640830" y="109605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/>
          <p:cNvSpPr/>
          <p:nvPr/>
        </p:nvSpPr>
        <p:spPr>
          <a:xfrm rot="19297893">
            <a:off x="7810461" y="3012487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/>
          <p:cNvSpPr/>
          <p:nvPr/>
        </p:nvSpPr>
        <p:spPr>
          <a:xfrm rot="18283750">
            <a:off x="2957556" y="2970109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200471" y="278781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0753" y="88583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982252" y="2717816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7200900" y="3027577"/>
            <a:ext cx="968128" cy="297317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696782" y="1204284"/>
            <a:ext cx="2463749" cy="18161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48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21" name="Arc 20"/>
          <p:cNvSpPr/>
          <p:nvPr/>
        </p:nvSpPr>
        <p:spPr>
          <a:xfrm rot="15656875">
            <a:off x="5640830" y="109605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/>
          <p:cNvSpPr/>
          <p:nvPr/>
        </p:nvSpPr>
        <p:spPr>
          <a:xfrm rot="19297893">
            <a:off x="7810461" y="3012487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/>
          <p:cNvSpPr/>
          <p:nvPr/>
        </p:nvSpPr>
        <p:spPr>
          <a:xfrm rot="18283750">
            <a:off x="2957556" y="2970109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200471" y="278781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0753" y="88583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982252" y="2717816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7200900" y="3027577"/>
            <a:ext cx="968128" cy="297317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240897" y="1197140"/>
            <a:ext cx="2476022" cy="17753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696782" y="1204284"/>
            <a:ext cx="2463749" cy="18161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986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21" name="Arc 20"/>
          <p:cNvSpPr/>
          <p:nvPr/>
        </p:nvSpPr>
        <p:spPr>
          <a:xfrm rot="15656875">
            <a:off x="5640830" y="109605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/>
          <p:cNvSpPr/>
          <p:nvPr/>
        </p:nvSpPr>
        <p:spPr>
          <a:xfrm rot="19297893">
            <a:off x="7810461" y="3012487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/>
          <p:cNvSpPr/>
          <p:nvPr/>
        </p:nvSpPr>
        <p:spPr>
          <a:xfrm rot="18283750">
            <a:off x="2957556" y="2970109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200471" y="278781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0753" y="88583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982252" y="2717816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3231471" y="2985083"/>
            <a:ext cx="970100" cy="30299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7200900" y="3027577"/>
            <a:ext cx="968128" cy="297317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240897" y="1197140"/>
            <a:ext cx="2476022" cy="17753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696782" y="1204284"/>
            <a:ext cx="2463749" cy="18161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251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21" name="Arc 20"/>
          <p:cNvSpPr/>
          <p:nvPr/>
        </p:nvSpPr>
        <p:spPr>
          <a:xfrm rot="15656875">
            <a:off x="5640830" y="109605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/>
          <p:cNvSpPr/>
          <p:nvPr/>
        </p:nvSpPr>
        <p:spPr>
          <a:xfrm rot="19297893">
            <a:off x="7810461" y="3012487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/>
          <p:cNvSpPr/>
          <p:nvPr/>
        </p:nvSpPr>
        <p:spPr>
          <a:xfrm rot="18283750">
            <a:off x="2957556" y="2970109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200471" y="278781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0753" y="88583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982252" y="2717816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3231471" y="2985083"/>
            <a:ext cx="970100" cy="30299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7200900" y="3027577"/>
            <a:ext cx="968128" cy="297317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240897" y="1197140"/>
            <a:ext cx="2476022" cy="17753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696782" y="1204284"/>
            <a:ext cx="2463749" cy="18161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610684" y="210384"/>
            <a:ext cx="6176131" cy="61761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10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21" name="Arc 20"/>
          <p:cNvSpPr/>
          <p:nvPr/>
        </p:nvSpPr>
        <p:spPr>
          <a:xfrm rot="15656875">
            <a:off x="5640830" y="109605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/>
          <p:cNvSpPr/>
          <p:nvPr/>
        </p:nvSpPr>
        <p:spPr>
          <a:xfrm rot="19297893">
            <a:off x="7810461" y="3012487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/>
          <p:cNvSpPr/>
          <p:nvPr/>
        </p:nvSpPr>
        <p:spPr>
          <a:xfrm rot="18283750">
            <a:off x="2957556" y="2970109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200471" y="278781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0753" y="88583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982252" y="2717816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3231471" y="2985083"/>
            <a:ext cx="970100" cy="30299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7200900" y="3027577"/>
            <a:ext cx="968128" cy="297317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240897" y="1197140"/>
            <a:ext cx="2476022" cy="17753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696782" y="1204284"/>
            <a:ext cx="2463749" cy="18161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610684" y="210384"/>
            <a:ext cx="6176131" cy="61761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c 31"/>
          <p:cNvSpPr/>
          <p:nvPr/>
        </p:nvSpPr>
        <p:spPr>
          <a:xfrm rot="19297893">
            <a:off x="8405110" y="3379810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/>
          <p:cNvSpPr/>
          <p:nvPr/>
        </p:nvSpPr>
        <p:spPr>
          <a:xfrm rot="16788953">
            <a:off x="7032036" y="57143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/>
          <p:cNvSpPr/>
          <p:nvPr/>
        </p:nvSpPr>
        <p:spPr>
          <a:xfrm rot="11317880">
            <a:off x="4143152" y="141468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/>
          <p:cNvSpPr/>
          <p:nvPr/>
        </p:nvSpPr>
        <p:spPr>
          <a:xfrm rot="10083030">
            <a:off x="2480260" y="2808414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43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9" name="Oval 18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sp>
        <p:nvSpPr>
          <p:cNvPr id="21" name="Arc 20"/>
          <p:cNvSpPr/>
          <p:nvPr/>
        </p:nvSpPr>
        <p:spPr>
          <a:xfrm rot="15656875">
            <a:off x="5640830" y="109605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/>
          <p:cNvSpPr/>
          <p:nvPr/>
        </p:nvSpPr>
        <p:spPr>
          <a:xfrm rot="19297893">
            <a:off x="7810461" y="3012487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c 22"/>
          <p:cNvSpPr/>
          <p:nvPr/>
        </p:nvSpPr>
        <p:spPr>
          <a:xfrm rot="18283750">
            <a:off x="2957556" y="2970109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200471" y="278781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790753" y="88583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982252" y="2717816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3231471" y="2985083"/>
            <a:ext cx="970100" cy="30299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7200900" y="3027577"/>
            <a:ext cx="968128" cy="297317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240897" y="1197140"/>
            <a:ext cx="2476022" cy="17753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5696782" y="1204284"/>
            <a:ext cx="2463749" cy="18161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610684" y="210384"/>
            <a:ext cx="6176131" cy="61761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c 31"/>
          <p:cNvSpPr/>
          <p:nvPr/>
        </p:nvSpPr>
        <p:spPr>
          <a:xfrm rot="19297893">
            <a:off x="8405110" y="3379810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c 34"/>
          <p:cNvSpPr/>
          <p:nvPr/>
        </p:nvSpPr>
        <p:spPr>
          <a:xfrm rot="16788953">
            <a:off x="7032036" y="57143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c 36"/>
          <p:cNvSpPr/>
          <p:nvPr/>
        </p:nvSpPr>
        <p:spPr>
          <a:xfrm rot="11317880">
            <a:off x="4143152" y="141468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/>
          <p:cNvSpPr/>
          <p:nvPr/>
        </p:nvSpPr>
        <p:spPr>
          <a:xfrm rot="10083030">
            <a:off x="2480260" y="2808414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8823153" y="343918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04355" y="301123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9457" y="253104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5486" y="321264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35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231471" y="2985083"/>
            <a:ext cx="970100" cy="30299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7200900" y="3027577"/>
            <a:ext cx="968128" cy="297317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3240897" y="1197140"/>
            <a:ext cx="2476022" cy="17753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696782" y="1204284"/>
            <a:ext cx="2463749" cy="18161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2" name="Oval 41"/>
          <p:cNvSpPr/>
          <p:nvPr/>
        </p:nvSpPr>
        <p:spPr>
          <a:xfrm>
            <a:off x="2610684" y="210384"/>
            <a:ext cx="6176131" cy="61761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/>
          <p:cNvCxnSpPr/>
          <p:nvPr/>
        </p:nvCxnSpPr>
        <p:spPr>
          <a:xfrm flipV="1">
            <a:off x="7181850" y="3397307"/>
            <a:ext cx="1604965" cy="260344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200471" y="278781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5790753" y="88583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982252" y="2717816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8823153" y="343918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04355" y="301123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89457" y="253104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5486" y="321264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71" name="Arc 70"/>
          <p:cNvSpPr/>
          <p:nvPr/>
        </p:nvSpPr>
        <p:spPr>
          <a:xfrm rot="18283750">
            <a:off x="2957556" y="2970109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c 71"/>
          <p:cNvSpPr/>
          <p:nvPr/>
        </p:nvSpPr>
        <p:spPr>
          <a:xfrm rot="15656875">
            <a:off x="5640830" y="109605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c 72"/>
          <p:cNvSpPr/>
          <p:nvPr/>
        </p:nvSpPr>
        <p:spPr>
          <a:xfrm rot="19297893">
            <a:off x="7810461" y="3012487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Arc 73"/>
          <p:cNvSpPr/>
          <p:nvPr/>
        </p:nvSpPr>
        <p:spPr>
          <a:xfrm rot="19297893">
            <a:off x="8405110" y="3379810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c 74"/>
          <p:cNvSpPr/>
          <p:nvPr/>
        </p:nvSpPr>
        <p:spPr>
          <a:xfrm rot="16788953">
            <a:off x="7032036" y="57143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c 75"/>
          <p:cNvSpPr/>
          <p:nvPr/>
        </p:nvSpPr>
        <p:spPr>
          <a:xfrm rot="11317880">
            <a:off x="4143152" y="141468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c 76"/>
          <p:cNvSpPr/>
          <p:nvPr/>
        </p:nvSpPr>
        <p:spPr>
          <a:xfrm rot="10083030">
            <a:off x="2480260" y="2808414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89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231471" y="2985083"/>
            <a:ext cx="970100" cy="30299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7200900" y="3027577"/>
            <a:ext cx="968128" cy="297317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3240897" y="1197140"/>
            <a:ext cx="2476022" cy="17753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696782" y="1204284"/>
            <a:ext cx="2463749" cy="18161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2" name="Oval 41"/>
          <p:cNvSpPr/>
          <p:nvPr/>
        </p:nvSpPr>
        <p:spPr>
          <a:xfrm>
            <a:off x="2610684" y="210384"/>
            <a:ext cx="6176131" cy="61761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/>
          <p:cNvCxnSpPr/>
          <p:nvPr/>
        </p:nvCxnSpPr>
        <p:spPr>
          <a:xfrm>
            <a:off x="7230521" y="623895"/>
            <a:ext cx="1556294" cy="277341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7181850" y="3397307"/>
            <a:ext cx="1604965" cy="260344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200471" y="278781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5790753" y="88583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982252" y="2717816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8823153" y="343918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04355" y="301123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89457" y="253104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5486" y="321264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71" name="Arc 70"/>
          <p:cNvSpPr/>
          <p:nvPr/>
        </p:nvSpPr>
        <p:spPr>
          <a:xfrm rot="18283750">
            <a:off x="2957556" y="2970109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c 71"/>
          <p:cNvSpPr/>
          <p:nvPr/>
        </p:nvSpPr>
        <p:spPr>
          <a:xfrm rot="15656875">
            <a:off x="5640830" y="109605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c 72"/>
          <p:cNvSpPr/>
          <p:nvPr/>
        </p:nvSpPr>
        <p:spPr>
          <a:xfrm rot="19297893">
            <a:off x="7810461" y="3012487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Arc 73"/>
          <p:cNvSpPr/>
          <p:nvPr/>
        </p:nvSpPr>
        <p:spPr>
          <a:xfrm rot="19297893">
            <a:off x="8405110" y="3379810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c 74"/>
          <p:cNvSpPr/>
          <p:nvPr/>
        </p:nvSpPr>
        <p:spPr>
          <a:xfrm rot="16788953">
            <a:off x="7032036" y="57143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c 75"/>
          <p:cNvSpPr/>
          <p:nvPr/>
        </p:nvSpPr>
        <p:spPr>
          <a:xfrm rot="11317880">
            <a:off x="4143152" y="141468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c 76"/>
          <p:cNvSpPr/>
          <p:nvPr/>
        </p:nvSpPr>
        <p:spPr>
          <a:xfrm rot="10083030">
            <a:off x="2480260" y="2808414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61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231471" y="2985083"/>
            <a:ext cx="970100" cy="30299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7200900" y="3027577"/>
            <a:ext cx="968128" cy="297317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3240897" y="1197140"/>
            <a:ext cx="2476022" cy="17753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696782" y="1204284"/>
            <a:ext cx="2463749" cy="18161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2" name="Oval 41"/>
          <p:cNvSpPr/>
          <p:nvPr/>
        </p:nvSpPr>
        <p:spPr>
          <a:xfrm>
            <a:off x="2610684" y="210384"/>
            <a:ext cx="6176131" cy="61761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201571" y="623895"/>
            <a:ext cx="302895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230521" y="623895"/>
            <a:ext cx="1556294" cy="277341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7181850" y="3397307"/>
            <a:ext cx="1604965" cy="260344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200471" y="278781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5790753" y="88583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982252" y="2717816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8823153" y="343918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04355" y="301123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89457" y="253104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5486" y="321264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71" name="Arc 70"/>
          <p:cNvSpPr/>
          <p:nvPr/>
        </p:nvSpPr>
        <p:spPr>
          <a:xfrm rot="18283750">
            <a:off x="2957556" y="2970109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c 71"/>
          <p:cNvSpPr/>
          <p:nvPr/>
        </p:nvSpPr>
        <p:spPr>
          <a:xfrm rot="15656875">
            <a:off x="5640830" y="109605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c 72"/>
          <p:cNvSpPr/>
          <p:nvPr/>
        </p:nvSpPr>
        <p:spPr>
          <a:xfrm rot="19297893">
            <a:off x="7810461" y="3012487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Arc 73"/>
          <p:cNvSpPr/>
          <p:nvPr/>
        </p:nvSpPr>
        <p:spPr>
          <a:xfrm rot="19297893">
            <a:off x="8405110" y="3379810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c 74"/>
          <p:cNvSpPr/>
          <p:nvPr/>
        </p:nvSpPr>
        <p:spPr>
          <a:xfrm rot="16788953">
            <a:off x="7032036" y="57143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c 75"/>
          <p:cNvSpPr/>
          <p:nvPr/>
        </p:nvSpPr>
        <p:spPr>
          <a:xfrm rot="11317880">
            <a:off x="4143152" y="141468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c 76"/>
          <p:cNvSpPr/>
          <p:nvPr/>
        </p:nvSpPr>
        <p:spPr>
          <a:xfrm rot="10083030">
            <a:off x="2480260" y="2808414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92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231471" y="2985083"/>
            <a:ext cx="970100" cy="30299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7200900" y="3027577"/>
            <a:ext cx="968128" cy="297317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3240897" y="1197140"/>
            <a:ext cx="2476022" cy="17753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696782" y="1204284"/>
            <a:ext cx="2463749" cy="18161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2" name="Oval 41"/>
          <p:cNvSpPr/>
          <p:nvPr/>
        </p:nvSpPr>
        <p:spPr>
          <a:xfrm>
            <a:off x="2610684" y="210384"/>
            <a:ext cx="6176131" cy="61761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201571" y="623895"/>
            <a:ext cx="302895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230521" y="623895"/>
            <a:ext cx="1556294" cy="277341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2610684" y="623895"/>
            <a:ext cx="1590887" cy="277341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7181850" y="3397307"/>
            <a:ext cx="1604965" cy="260344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200471" y="278781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5790753" y="88583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982252" y="2717816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8823153" y="343918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04355" y="301123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89457" y="253104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5486" y="321264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71" name="Arc 70"/>
          <p:cNvSpPr/>
          <p:nvPr/>
        </p:nvSpPr>
        <p:spPr>
          <a:xfrm rot="18283750">
            <a:off x="2957556" y="2970109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c 71"/>
          <p:cNvSpPr/>
          <p:nvPr/>
        </p:nvSpPr>
        <p:spPr>
          <a:xfrm rot="15656875">
            <a:off x="5640830" y="109605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c 72"/>
          <p:cNvSpPr/>
          <p:nvPr/>
        </p:nvSpPr>
        <p:spPr>
          <a:xfrm rot="19297893">
            <a:off x="7810461" y="3012487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Arc 73"/>
          <p:cNvSpPr/>
          <p:nvPr/>
        </p:nvSpPr>
        <p:spPr>
          <a:xfrm rot="19297893">
            <a:off x="8405110" y="3379810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c 74"/>
          <p:cNvSpPr/>
          <p:nvPr/>
        </p:nvSpPr>
        <p:spPr>
          <a:xfrm rot="16788953">
            <a:off x="7032036" y="57143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c 75"/>
          <p:cNvSpPr/>
          <p:nvPr/>
        </p:nvSpPr>
        <p:spPr>
          <a:xfrm rot="11317880">
            <a:off x="4143152" y="141468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c 76"/>
          <p:cNvSpPr/>
          <p:nvPr/>
        </p:nvSpPr>
        <p:spPr>
          <a:xfrm rot="10083030">
            <a:off x="2480260" y="2808414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64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186239" y="6000757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rot="16200000">
            <a:off x="5667376" y="4500570"/>
            <a:ext cx="302895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186239" y="2986095"/>
            <a:ext cx="3028950" cy="302895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5716918" y="-228600"/>
            <a:ext cx="0" cy="7038982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Arc 13"/>
          <p:cNvSpPr/>
          <p:nvPr/>
        </p:nvSpPr>
        <p:spPr>
          <a:xfrm rot="16200000">
            <a:off x="4186239" y="2986095"/>
            <a:ext cx="5972177" cy="5972177"/>
          </a:xfrm>
          <a:prstGeom prst="arc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643084" y="3832319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640718" y="4363417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640718" y="3305865"/>
            <a:ext cx="153350" cy="1533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3071820" y="1219213"/>
            <a:ext cx="5257787" cy="5257787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92D050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3231471" y="2985083"/>
            <a:ext cx="970100" cy="30299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7200900" y="3027577"/>
            <a:ext cx="968128" cy="297317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3240897" y="1197140"/>
            <a:ext cx="2476022" cy="17753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5696782" y="1204284"/>
            <a:ext cx="2463749" cy="18161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78628" y="599707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7247598" y="5992840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1106" y="2732937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6917" y="5660642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827815" y="431539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5809158" y="370707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21742" y="291331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42" name="Oval 41"/>
          <p:cNvSpPr/>
          <p:nvPr/>
        </p:nvSpPr>
        <p:spPr>
          <a:xfrm>
            <a:off x="2610684" y="210384"/>
            <a:ext cx="6176131" cy="61761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201571" y="623895"/>
            <a:ext cx="302895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230521" y="623895"/>
            <a:ext cx="1556294" cy="277341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2610684" y="623895"/>
            <a:ext cx="1590887" cy="277341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7181850" y="3397307"/>
            <a:ext cx="1604965" cy="260344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2610684" y="3397307"/>
            <a:ext cx="1590887" cy="260344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200471" y="278781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5790753" y="88583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982252" y="2717816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8823153" y="3439188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04355" y="301123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89457" y="253104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5486" y="3212641"/>
            <a:ext cx="2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71" name="Arc 70"/>
          <p:cNvSpPr/>
          <p:nvPr/>
        </p:nvSpPr>
        <p:spPr>
          <a:xfrm rot="18283750">
            <a:off x="2957556" y="2970109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c 71"/>
          <p:cNvSpPr/>
          <p:nvPr/>
        </p:nvSpPr>
        <p:spPr>
          <a:xfrm rot="15656875">
            <a:off x="5640830" y="109605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c 72"/>
          <p:cNvSpPr/>
          <p:nvPr/>
        </p:nvSpPr>
        <p:spPr>
          <a:xfrm rot="19297893">
            <a:off x="7810461" y="3012487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Arc 73"/>
          <p:cNvSpPr/>
          <p:nvPr/>
        </p:nvSpPr>
        <p:spPr>
          <a:xfrm rot="19297893">
            <a:off x="8405110" y="3379810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Arc 74"/>
          <p:cNvSpPr/>
          <p:nvPr/>
        </p:nvSpPr>
        <p:spPr>
          <a:xfrm rot="16788953">
            <a:off x="7032036" y="571435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Arc 75"/>
          <p:cNvSpPr/>
          <p:nvPr/>
        </p:nvSpPr>
        <p:spPr>
          <a:xfrm rot="11317880">
            <a:off x="4143152" y="141468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Arc 76"/>
          <p:cNvSpPr/>
          <p:nvPr/>
        </p:nvSpPr>
        <p:spPr>
          <a:xfrm rot="10083030">
            <a:off x="2480260" y="2808414"/>
            <a:ext cx="671512" cy="67151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07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Arial Rounded MT Bold" panose="020F0704030504030204" pitchFamily="34" charset="0"/>
              </a:rPr>
              <a:t>Practice Sheet : Problem 3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dirty="0" smtClean="0">
                <a:latin typeface="Arial Rounded MT Bold" panose="020F0704030504030204" pitchFamily="34" charset="0"/>
              </a:rPr>
              <a:t>Exercise </a:t>
            </a:r>
            <a:r>
              <a:rPr lang="en-IN" dirty="0">
                <a:latin typeface="Arial Rounded MT Bold" panose="020F0704030504030204" pitchFamily="34" charset="0"/>
              </a:rPr>
              <a:t>on use of drawing instruments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91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Arial Rounded MT Bold" panose="020F0704030504030204" pitchFamily="34" charset="0"/>
              </a:rPr>
              <a:t>Practice Sheet : Problem 3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83" y="1657350"/>
            <a:ext cx="10562791" cy="42719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98693" y="6123543"/>
            <a:ext cx="417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(Space between two lines is 10mm)</a:t>
            </a:r>
            <a:endParaRPr lang="en-US" i="1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492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88" y="1472091"/>
            <a:ext cx="5681662" cy="5391781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Arial Rounded MT Bold" panose="020F0704030504030204" pitchFamily="34" charset="0"/>
              </a:rPr>
              <a:t>Practice Sheet : Problem 3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98693" y="6123543"/>
            <a:ext cx="4176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(Space between two lines is 10mm)</a:t>
            </a:r>
            <a:endParaRPr lang="en-US" i="1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7043738" y="6442074"/>
            <a:ext cx="12144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7043738" y="4786312"/>
            <a:ext cx="1085850" cy="9937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c 12"/>
          <p:cNvSpPr/>
          <p:nvPr/>
        </p:nvSpPr>
        <p:spPr>
          <a:xfrm rot="1454330">
            <a:off x="6332242" y="5422087"/>
            <a:ext cx="1451566" cy="1467727"/>
          </a:xfrm>
          <a:prstGeom prst="arc">
            <a:avLst/>
          </a:prstGeom>
          <a:ln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 rot="4080829">
            <a:off x="7607661" y="5631584"/>
            <a:ext cx="614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45</a:t>
            </a:r>
            <a:r>
              <a:rPr lang="en-US" sz="2400" baseline="30000" dirty="0" smtClean="0"/>
              <a:t>0</a:t>
            </a:r>
            <a:endParaRPr lang="en-US" sz="2400" baseline="30000" dirty="0"/>
          </a:p>
        </p:txBody>
      </p:sp>
      <p:sp>
        <p:nvSpPr>
          <p:cNvPr id="17" name="TextBox 16"/>
          <p:cNvSpPr txBox="1"/>
          <p:nvPr/>
        </p:nvSpPr>
        <p:spPr>
          <a:xfrm>
            <a:off x="8436768" y="1612255"/>
            <a:ext cx="4176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u="sng" dirty="0" smtClean="0"/>
              <a:t>Square</a:t>
            </a:r>
            <a:r>
              <a:rPr lang="en-US" sz="2400" i="1" u="sng" dirty="0"/>
              <a:t> </a:t>
            </a:r>
            <a:r>
              <a:rPr lang="en-US" sz="2400" i="1" u="sng" dirty="0" smtClean="0"/>
              <a:t>of 160mm X 160mm</a:t>
            </a:r>
            <a:endParaRPr lang="en-US" sz="2400" i="1" u="sng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All copyrights/credits belong to respective owners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1129</Words>
  <Application>Microsoft Office PowerPoint</Application>
  <PresentationFormat>Widescreen</PresentationFormat>
  <Paragraphs>400</Paragraphs>
  <Slides>46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Algerian</vt:lpstr>
      <vt:lpstr>Arial</vt:lpstr>
      <vt:lpstr>Arial Rounded MT Bold</vt:lpstr>
      <vt:lpstr>Bookman Old Style</vt:lpstr>
      <vt:lpstr>Calibri</vt:lpstr>
      <vt:lpstr>Calibri Light</vt:lpstr>
      <vt:lpstr>Gabriola</vt:lpstr>
      <vt:lpstr>Times New Roman</vt:lpstr>
      <vt:lpstr>Office Theme</vt:lpstr>
      <vt:lpstr>Engineering Graphics Lab  Introduction and Practice 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Lettering</vt:lpstr>
      <vt:lpstr>Lettering</vt:lpstr>
      <vt:lpstr>Dimensioning</vt:lpstr>
      <vt:lpstr>Dimensioning Components</vt:lpstr>
      <vt:lpstr>Dimensioning Methods</vt:lpstr>
      <vt:lpstr>Dimensioning Methods</vt:lpstr>
      <vt:lpstr>Arrow head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ME27</dc:creator>
  <cp:lastModifiedBy>ME27</cp:lastModifiedBy>
  <cp:revision>35</cp:revision>
  <dcterms:created xsi:type="dcterms:W3CDTF">2020-10-08T09:46:06Z</dcterms:created>
  <dcterms:modified xsi:type="dcterms:W3CDTF">2020-10-25T11:44:32Z</dcterms:modified>
</cp:coreProperties>
</file>