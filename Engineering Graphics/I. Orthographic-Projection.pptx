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11" r:id="rId2"/>
    <p:sldId id="412" r:id="rId3"/>
    <p:sldId id="414" r:id="rId4"/>
    <p:sldId id="415" r:id="rId5"/>
    <p:sldId id="416" r:id="rId6"/>
    <p:sldId id="417" r:id="rId7"/>
    <p:sldId id="418" r:id="rId8"/>
    <p:sldId id="419" r:id="rId9"/>
    <p:sldId id="420" r:id="rId10"/>
    <p:sldId id="425" r:id="rId11"/>
    <p:sldId id="426" r:id="rId12"/>
    <p:sldId id="427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45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00"/>
    <a:srgbClr val="FF0000"/>
    <a:srgbClr val="996600"/>
    <a:srgbClr val="CC00FF"/>
    <a:srgbClr val="000066"/>
    <a:srgbClr val="3399FF"/>
    <a:srgbClr val="FF99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6059" autoAdjust="0"/>
  </p:normalViewPr>
  <p:slideViewPr>
    <p:cSldViewPr snapToGrid="0" snapToObjects="1">
      <p:cViewPr varScale="1">
        <p:scale>
          <a:sx n="69" d="100"/>
          <a:sy n="69" d="100"/>
        </p:scale>
        <p:origin x="1620" y="66"/>
      </p:cViewPr>
      <p:guideLst>
        <p:guide orient="horz" pos="4319"/>
        <p:guide pos="45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88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 smtClean="0"/>
              <a:t>Click to edit Master text styles</a:t>
            </a:r>
          </a:p>
          <a:p>
            <a:pPr lvl="1"/>
            <a:r>
              <a:rPr lang="en-GB" altLang="en-US" noProof="0" smtClean="0"/>
              <a:t>Second level</a:t>
            </a:r>
          </a:p>
          <a:p>
            <a:pPr lvl="2"/>
            <a:r>
              <a:rPr lang="en-GB" altLang="en-US" noProof="0" smtClean="0"/>
              <a:t>Third level</a:t>
            </a:r>
          </a:p>
          <a:p>
            <a:pPr lvl="3"/>
            <a:r>
              <a:rPr lang="en-GB" altLang="en-US" noProof="0" smtClean="0"/>
              <a:t>Fourth level</a:t>
            </a:r>
          </a:p>
          <a:p>
            <a:pPr lvl="4"/>
            <a:r>
              <a:rPr lang="en-GB" alt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4D141372-6B9A-4BE2-850D-DE2DA9C6F2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68459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8DA57-A4A9-435A-B495-8DCD8932E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47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DE6D1-DD0B-4D8D-86A5-5046F3DD30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27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3D726-A849-4EA0-8F59-D828D6B7ED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09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E300D-492B-4431-AF9D-784D5740E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852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A99DF-583B-4D6A-9B6A-3592BFEF2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57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202C2-E4E8-441D-B70E-1E7A91452D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15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55F8F-4F5C-466C-8314-18731BA029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26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D5B68-5DF4-452C-88D3-E29ED312A8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152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D3831-54ED-4477-AC8C-771BCAB7A7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439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41617-7CDB-4FD8-A3D4-9580526684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55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AECE8-DF06-45CE-9BF4-3069D3584A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9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9F80D7C7-4654-4CA6-8A7E-B0C4BE4B92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909" y="1614488"/>
            <a:ext cx="773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Orthographic Projection</a:t>
            </a:r>
            <a:endParaRPr lang="en-US" sz="6000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71773" y="6445804"/>
            <a:ext cx="634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i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All copyrights/credits belong to respective owners</a:t>
            </a:r>
            <a:endParaRPr lang="en-US" b="0" i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18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571500" y="1085850"/>
            <a:ext cx="6572250" cy="15144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rgbClr val="6E4B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2950" y="1581477"/>
            <a:ext cx="6286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Lucida Calligraphy" panose="03010101010101010101" pitchFamily="66" charset="0"/>
              </a:rPr>
              <a:t>What is Orthographic Projection</a:t>
            </a:r>
            <a:endParaRPr lang="en-US" sz="28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23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858982"/>
            <a:ext cx="7707086" cy="51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22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85" y="926646"/>
            <a:ext cx="7217229" cy="500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7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14" y="947057"/>
            <a:ext cx="6955971" cy="49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7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843" y="983796"/>
            <a:ext cx="6256812" cy="52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1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46" y="1040946"/>
            <a:ext cx="7412964" cy="539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9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8" y="775856"/>
            <a:ext cx="7821274" cy="547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4" y="955220"/>
            <a:ext cx="7879944" cy="56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8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" y="540328"/>
            <a:ext cx="8233853" cy="599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34" y="581891"/>
            <a:ext cx="8413829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9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6" y="623456"/>
            <a:ext cx="7924898" cy="576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15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gif"/></Relationships>
</file>

<file path=ppt/theme/theme1.xml><?xml version="1.0" encoding="utf-8"?>
<a:theme xmlns:a="http://schemas.openxmlformats.org/drawingml/2006/main" name="Default Design">
  <a:themeElements>
    <a:clrScheme name="Default Design 9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130000"/>
          </a:lnSpc>
          <a:spcBef>
            <a:spcPct val="50000"/>
          </a:spcBef>
          <a:spcAft>
            <a:spcPct val="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rgbClr val="6E4B8B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130000"/>
          </a:lnSpc>
          <a:spcBef>
            <a:spcPct val="50000"/>
          </a:spcBef>
          <a:spcAft>
            <a:spcPct val="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rgbClr val="6E4B8B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AAAA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3142</TotalTime>
  <Words>12</Words>
  <Application>Microsoft Office PowerPoint</Application>
  <PresentationFormat>On-screen Show (4:3)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Rounded MT Bold</vt:lpstr>
      <vt:lpstr>Lucida Calligraphy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D.D.I.T.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Mechanical Dept.</dc:creator>
  <cp:lastModifiedBy>me327</cp:lastModifiedBy>
  <cp:revision>378</cp:revision>
  <dcterms:created xsi:type="dcterms:W3CDTF">2001-07-11T10:43:16Z</dcterms:created>
  <dcterms:modified xsi:type="dcterms:W3CDTF">2021-01-20T07:14:26Z</dcterms:modified>
</cp:coreProperties>
</file>