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8" r:id="rId2"/>
    <p:sldId id="256" r:id="rId3"/>
    <p:sldId id="257" r:id="rId4"/>
    <p:sldId id="258" r:id="rId5"/>
    <p:sldId id="280" r:id="rId6"/>
    <p:sldId id="259" r:id="rId7"/>
    <p:sldId id="281" r:id="rId8"/>
    <p:sldId id="261" r:id="rId9"/>
    <p:sldId id="277" r:id="rId10"/>
    <p:sldId id="262" r:id="rId11"/>
    <p:sldId id="263" r:id="rId12"/>
    <p:sldId id="264" r:id="rId13"/>
    <p:sldId id="265" r:id="rId14"/>
    <p:sldId id="266" r:id="rId15"/>
    <p:sldId id="267" r:id="rId16"/>
    <p:sldId id="268" r:id="rId17"/>
    <p:sldId id="269" r:id="rId18"/>
    <p:sldId id="270" r:id="rId19"/>
    <p:sldId id="279" r:id="rId2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26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60" autoAdjust="0"/>
    <p:restoredTop sz="94016" autoAdjust="0"/>
  </p:normalViewPr>
  <p:slideViewPr>
    <p:cSldViewPr snapToGrid="0" snapToObjects="1">
      <p:cViewPr varScale="1">
        <p:scale>
          <a:sx n="70" d="100"/>
          <a:sy n="70" d="100"/>
        </p:scale>
        <p:origin x="1338" y="66"/>
      </p:cViewPr>
      <p:guideLst>
        <p:guide orient="horz" pos="2160"/>
        <p:guide pos="326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smtClean="0"/>
            </a:lvl1pPr>
          </a:lstStyle>
          <a:p>
            <a:pPr>
              <a:defRPr/>
            </a:pPr>
            <a:endParaRPr lang="en-US" altLang="en-US"/>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endParaRPr lang="en-US" altLang="en-US"/>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smtClean="0"/>
            </a:lvl1pPr>
          </a:lstStyle>
          <a:p>
            <a:pPr>
              <a:defRPr/>
            </a:pPr>
            <a:endParaRPr lang="en-US" alt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5DA08129-2289-408B-B655-CDBF41A2D2AA}" type="slidenum">
              <a:rPr lang="en-US" altLang="en-US"/>
              <a:pPr>
                <a:defRPr/>
              </a:pPr>
              <a:t>‹#›</a:t>
            </a:fld>
            <a:endParaRPr lang="en-US" altLang="en-US"/>
          </a:p>
        </p:txBody>
      </p:sp>
    </p:spTree>
    <p:extLst>
      <p:ext uri="{BB962C8B-B14F-4D97-AF65-F5344CB8AC3E}">
        <p14:creationId xmlns:p14="http://schemas.microsoft.com/office/powerpoint/2010/main" val="4725277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5A0C360-ED65-4E8E-A9D0-6DBEDC2FAB9D}" type="slidenum">
              <a:rPr lang="en-US" altLang="en-US"/>
              <a:pPr/>
              <a:t>2</a:t>
            </a:fld>
            <a:endParaRPr lang="en-US" altLang="en-US"/>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8137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E524021-6617-4294-9A52-27801DD66AA4}" type="slidenum">
              <a:rPr lang="en-US" altLang="en-US"/>
              <a:pPr/>
              <a:t>3</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32699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9172D87-E6E6-48D4-B24B-06D3E88AC43E}" type="slidenum">
              <a:rPr lang="en-US" altLang="en-US"/>
              <a:pPr/>
              <a:t>4</a:t>
            </a:fld>
            <a:endParaRPr lang="en-US" altLang="en-US"/>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821707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0286A2E-9A71-43B2-90F8-310871ACA062}" type="slidenum">
              <a:rPr lang="en-US" altLang="en-US"/>
              <a:pPr/>
              <a:t>6</a:t>
            </a:fld>
            <a:endParaRPr lang="en-US"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442707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1039639-9168-49FE-ABB9-16374EA905A1}" type="slidenum">
              <a:rPr lang="en-US" altLang="en-US"/>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134000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CD5A51B-65C1-4D86-8073-0C66E6FA6F22}" type="slidenum">
              <a:rPr lang="en-US" altLang="en-US"/>
              <a:pPr/>
              <a:t>10</a:t>
            </a:fld>
            <a:endParaRPr lang="en-US" alt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752617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25EEF76-83E0-4E12-BEC4-88A7D53C0EC5}" type="slidenum">
              <a:rPr lang="en-US" altLang="en-US"/>
              <a:pPr/>
              <a:t>11</a:t>
            </a:fld>
            <a:endParaRPr lang="en-US" alt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39709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C04D718-BA96-4ED4-A922-A09606FCE803}" type="slidenum">
              <a:rPr lang="en-US" altLang="en-US"/>
              <a:pPr/>
              <a:t>12</a:t>
            </a:fld>
            <a:endParaRPr lang="en-US" alt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75680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CFB191E-0E23-4EC8-B765-416D188B0427}" type="slidenum">
              <a:rPr lang="en-US" altLang="en-US"/>
              <a:pPr/>
              <a:t>13</a:t>
            </a:fld>
            <a:endParaRPr lang="en-US" alt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711290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2213381-A362-49B0-986D-F0B9E69CDFC6}" type="slidenum">
              <a:rPr lang="en-US" altLang="en-US"/>
              <a:pPr/>
              <a:t>14</a:t>
            </a:fld>
            <a:endParaRPr lang="en-US" alt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95541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48F2CA2-7843-45C9-AF2B-A81A32E230F5}" type="slidenum">
              <a:rPr lang="en-US" altLang="en-US"/>
              <a:pPr/>
              <a:t>15</a:t>
            </a:fld>
            <a:endParaRPr lang="en-US" alt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625957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B6561B5-6226-4091-9C57-E4B389F9B918}" type="slidenum">
              <a:rPr lang="en-US" altLang="en-US"/>
              <a:pPr/>
              <a:t>16</a:t>
            </a:fld>
            <a:endParaRPr lang="en-US"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67982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50F14DE-BAA0-4652-8507-EDA7A223D47E}" type="slidenum">
              <a:rPr lang="en-US" altLang="en-US"/>
              <a:pPr/>
              <a:t>17</a:t>
            </a:fld>
            <a:endParaRPr lang="en-US" alt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103741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967D4B2-87D4-45EF-A690-BE9A567A5E7D}" type="slidenum">
              <a:rPr lang="en-US" altLang="en-US"/>
              <a:pPr/>
              <a:t>18</a:t>
            </a:fld>
            <a:endParaRPr lang="en-US" alt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597831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4B66843D-A23C-40C4-8D0C-FA3FDC8786E1}" type="slidenum">
              <a:rPr lang="en-US" altLang="en-US"/>
              <a:pPr>
                <a:defRPr/>
              </a:pPr>
              <a:t>‹#›</a:t>
            </a:fld>
            <a:endParaRPr lang="en-US" altLang="en-US"/>
          </a:p>
        </p:txBody>
      </p:sp>
    </p:spTree>
    <p:extLst>
      <p:ext uri="{BB962C8B-B14F-4D97-AF65-F5344CB8AC3E}">
        <p14:creationId xmlns:p14="http://schemas.microsoft.com/office/powerpoint/2010/main" val="3473647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81940DF8-30BD-487C-9A8F-5100B7A07223}" type="slidenum">
              <a:rPr lang="en-US" altLang="en-US"/>
              <a:pPr>
                <a:defRPr/>
              </a:pPr>
              <a:t>‹#›</a:t>
            </a:fld>
            <a:endParaRPr lang="en-US" altLang="en-US"/>
          </a:p>
        </p:txBody>
      </p:sp>
    </p:spTree>
    <p:extLst>
      <p:ext uri="{BB962C8B-B14F-4D97-AF65-F5344CB8AC3E}">
        <p14:creationId xmlns:p14="http://schemas.microsoft.com/office/powerpoint/2010/main" val="4120645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13C1088C-CD85-4690-845E-4385246AC248}" type="slidenum">
              <a:rPr lang="en-US" altLang="en-US"/>
              <a:pPr>
                <a:defRPr/>
              </a:pPr>
              <a:t>‹#›</a:t>
            </a:fld>
            <a:endParaRPr lang="en-US" altLang="en-US"/>
          </a:p>
        </p:txBody>
      </p:sp>
    </p:spTree>
    <p:extLst>
      <p:ext uri="{BB962C8B-B14F-4D97-AF65-F5344CB8AC3E}">
        <p14:creationId xmlns:p14="http://schemas.microsoft.com/office/powerpoint/2010/main" val="421453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98A8B758-A650-4A30-81E2-2A6CB271428C}" type="slidenum">
              <a:rPr lang="en-US" altLang="en-US"/>
              <a:pPr>
                <a:defRPr/>
              </a:pPr>
              <a:t>‹#›</a:t>
            </a:fld>
            <a:endParaRPr lang="en-US" altLang="en-US"/>
          </a:p>
        </p:txBody>
      </p:sp>
    </p:spTree>
    <p:extLst>
      <p:ext uri="{BB962C8B-B14F-4D97-AF65-F5344CB8AC3E}">
        <p14:creationId xmlns:p14="http://schemas.microsoft.com/office/powerpoint/2010/main" val="1028816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9ED49779-6A2E-44F9-9F80-12BD623D7984}" type="slidenum">
              <a:rPr lang="en-US" altLang="en-US"/>
              <a:pPr>
                <a:defRPr/>
              </a:pPr>
              <a:t>‹#›</a:t>
            </a:fld>
            <a:endParaRPr lang="en-US" altLang="en-US"/>
          </a:p>
        </p:txBody>
      </p:sp>
    </p:spTree>
    <p:extLst>
      <p:ext uri="{BB962C8B-B14F-4D97-AF65-F5344CB8AC3E}">
        <p14:creationId xmlns:p14="http://schemas.microsoft.com/office/powerpoint/2010/main" val="1068173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C1C3B83A-A7B6-4D90-9167-05B12AE3C6A8}" type="slidenum">
              <a:rPr lang="en-US" altLang="en-US"/>
              <a:pPr>
                <a:defRPr/>
              </a:pPr>
              <a:t>‹#›</a:t>
            </a:fld>
            <a:endParaRPr lang="en-US" altLang="en-US"/>
          </a:p>
        </p:txBody>
      </p:sp>
    </p:spTree>
    <p:extLst>
      <p:ext uri="{BB962C8B-B14F-4D97-AF65-F5344CB8AC3E}">
        <p14:creationId xmlns:p14="http://schemas.microsoft.com/office/powerpoint/2010/main" val="1598489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41E8658F-4C30-468A-BA3A-A09604D7CC48}" type="slidenum">
              <a:rPr lang="en-US" altLang="en-US"/>
              <a:pPr>
                <a:defRPr/>
              </a:pPr>
              <a:t>‹#›</a:t>
            </a:fld>
            <a:endParaRPr lang="en-US" altLang="en-US"/>
          </a:p>
        </p:txBody>
      </p:sp>
    </p:spTree>
    <p:extLst>
      <p:ext uri="{BB962C8B-B14F-4D97-AF65-F5344CB8AC3E}">
        <p14:creationId xmlns:p14="http://schemas.microsoft.com/office/powerpoint/2010/main" val="2848193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2CCFEE30-103F-4C74-A20D-F9C968980949}" type="slidenum">
              <a:rPr lang="en-US" altLang="en-US"/>
              <a:pPr>
                <a:defRPr/>
              </a:pPr>
              <a:t>‹#›</a:t>
            </a:fld>
            <a:endParaRPr lang="en-US" altLang="en-US"/>
          </a:p>
        </p:txBody>
      </p:sp>
    </p:spTree>
    <p:extLst>
      <p:ext uri="{BB962C8B-B14F-4D97-AF65-F5344CB8AC3E}">
        <p14:creationId xmlns:p14="http://schemas.microsoft.com/office/powerpoint/2010/main" val="2898839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3242F1BA-98D4-425E-8998-223B0BC84BC9}" type="slidenum">
              <a:rPr lang="en-US" altLang="en-US"/>
              <a:pPr>
                <a:defRPr/>
              </a:pPr>
              <a:t>‹#›</a:t>
            </a:fld>
            <a:endParaRPr lang="en-US" altLang="en-US"/>
          </a:p>
        </p:txBody>
      </p:sp>
    </p:spTree>
    <p:extLst>
      <p:ext uri="{BB962C8B-B14F-4D97-AF65-F5344CB8AC3E}">
        <p14:creationId xmlns:p14="http://schemas.microsoft.com/office/powerpoint/2010/main" val="302513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D4993B2F-A8DD-40A8-BC1A-7E1830294D3A}" type="slidenum">
              <a:rPr lang="en-US" altLang="en-US"/>
              <a:pPr>
                <a:defRPr/>
              </a:pPr>
              <a:t>‹#›</a:t>
            </a:fld>
            <a:endParaRPr lang="en-US" altLang="en-US"/>
          </a:p>
        </p:txBody>
      </p:sp>
    </p:spTree>
    <p:extLst>
      <p:ext uri="{BB962C8B-B14F-4D97-AF65-F5344CB8AC3E}">
        <p14:creationId xmlns:p14="http://schemas.microsoft.com/office/powerpoint/2010/main" val="2686314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C9410D48-6E4D-4618-B409-1793FF5E89BB}" type="slidenum">
              <a:rPr lang="en-US" altLang="en-US"/>
              <a:pPr>
                <a:defRPr/>
              </a:pPr>
              <a:t>‹#›</a:t>
            </a:fld>
            <a:endParaRPr lang="en-US" altLang="en-US"/>
          </a:p>
        </p:txBody>
      </p:sp>
    </p:spTree>
    <p:extLst>
      <p:ext uri="{BB962C8B-B14F-4D97-AF65-F5344CB8AC3E}">
        <p14:creationId xmlns:p14="http://schemas.microsoft.com/office/powerpoint/2010/main" val="1142998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smtClean="0"/>
            </a:lvl1pPr>
          </a:lstStyle>
          <a:p>
            <a:pPr>
              <a:defRPr/>
            </a:pPr>
            <a:endParaRPr lang="en-US"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smtClean="0"/>
            </a:lvl1pPr>
          </a:lstStyle>
          <a:p>
            <a:pPr>
              <a:defRPr/>
            </a:pPr>
            <a:endParaRPr lang="en-US"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686CF676-0B58-4C3B-A5EA-7C2FD710C6E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0" y="1555560"/>
            <a:ext cx="8572500" cy="4838700"/>
          </a:xfrm>
          <a:prstGeom prst="rect">
            <a:avLst/>
          </a:prstGeom>
        </p:spPr>
      </p:pic>
      <p:sp>
        <p:nvSpPr>
          <p:cNvPr id="2" name="Title 1"/>
          <p:cNvSpPr>
            <a:spLocks noGrp="1"/>
          </p:cNvSpPr>
          <p:nvPr>
            <p:ph type="ctrTitle"/>
          </p:nvPr>
        </p:nvSpPr>
        <p:spPr/>
        <p:txBody>
          <a:bodyPr/>
          <a:lstStyle/>
          <a:p>
            <a:r>
              <a:rPr lang="en-US" sz="6600" dirty="0" smtClean="0">
                <a:effectLst>
                  <a:outerShdw blurRad="38100" dist="38100" dir="2700000" algn="tl">
                    <a:srgbClr val="000000">
                      <a:alpha val="43137"/>
                    </a:srgbClr>
                  </a:outerShdw>
                </a:effectLst>
              </a:rPr>
              <a:t>Projections of Solids</a:t>
            </a:r>
            <a:endParaRPr lang="en-US" sz="6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143000" y="4877464"/>
            <a:ext cx="6858000" cy="1655762"/>
          </a:xfrm>
        </p:spPr>
        <p:txBody>
          <a:bodyPr/>
          <a:lstStyle/>
          <a:p>
            <a:r>
              <a:rPr lang="en-US" sz="3600" b="1" dirty="0" smtClean="0">
                <a:effectLst>
                  <a:outerShdw blurRad="38100" dist="38100" dir="2700000" algn="tl">
                    <a:srgbClr val="000000">
                      <a:alpha val="43137"/>
                    </a:srgbClr>
                  </a:outerShdw>
                </a:effectLst>
              </a:rPr>
              <a:t>ME SoE IT NU</a:t>
            </a:r>
          </a:p>
          <a:p>
            <a:fld id="{C626A8A6-227C-46BE-83B3-355A5B361E8E}" type="datetime5">
              <a:rPr lang="en-US" sz="2000" b="1">
                <a:effectLst>
                  <a:outerShdw blurRad="38100" dist="38100" dir="2700000" algn="tl">
                    <a:srgbClr val="000000">
                      <a:alpha val="43137"/>
                    </a:srgbClr>
                  </a:outerShdw>
                </a:effectLst>
              </a:rPr>
              <a:t>16-Oct-20</a:t>
            </a:fld>
            <a:endParaRPr lang="en-US" sz="2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986754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4" name="Group 2"/>
          <p:cNvGrpSpPr>
            <a:grpSpLocks/>
          </p:cNvGrpSpPr>
          <p:nvPr/>
        </p:nvGrpSpPr>
        <p:grpSpPr bwMode="auto">
          <a:xfrm>
            <a:off x="1981200" y="2209800"/>
            <a:ext cx="604838" cy="1143000"/>
            <a:chOff x="2208" y="864"/>
            <a:chExt cx="432" cy="816"/>
          </a:xfrm>
        </p:grpSpPr>
        <p:sp>
          <p:nvSpPr>
            <p:cNvPr id="2" name="Oval 3"/>
            <p:cNvSpPr>
              <a:spLocks noChangeArrowheads="1"/>
            </p:cNvSpPr>
            <p:nvPr/>
          </p:nvSpPr>
          <p:spPr bwMode="auto">
            <a:xfrm>
              <a:off x="2208" y="864"/>
              <a:ext cx="43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156" name="Line 4"/>
            <p:cNvSpPr>
              <a:spLocks noChangeShapeType="1"/>
            </p:cNvSpPr>
            <p:nvPr/>
          </p:nvSpPr>
          <p:spPr bwMode="auto">
            <a:xfrm>
              <a:off x="2208" y="96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57" name="Line 5"/>
            <p:cNvSpPr>
              <a:spLocks noChangeShapeType="1"/>
            </p:cNvSpPr>
            <p:nvPr/>
          </p:nvSpPr>
          <p:spPr bwMode="auto">
            <a:xfrm>
              <a:off x="2640" y="960"/>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58" name="Oval 6"/>
            <p:cNvSpPr>
              <a:spLocks noChangeArrowheads="1"/>
            </p:cNvSpPr>
            <p:nvPr/>
          </p:nvSpPr>
          <p:spPr bwMode="auto">
            <a:xfrm>
              <a:off x="2208" y="1488"/>
              <a:ext cx="43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3079" name="Group 7"/>
          <p:cNvGrpSpPr>
            <a:grpSpLocks/>
          </p:cNvGrpSpPr>
          <p:nvPr/>
        </p:nvGrpSpPr>
        <p:grpSpPr bwMode="auto">
          <a:xfrm>
            <a:off x="266700" y="3897313"/>
            <a:ext cx="677863" cy="1219200"/>
            <a:chOff x="4464" y="1296"/>
            <a:chExt cx="480" cy="912"/>
          </a:xfrm>
        </p:grpSpPr>
        <p:sp>
          <p:nvSpPr>
            <p:cNvPr id="3" name="AutoShape 8"/>
            <p:cNvSpPr>
              <a:spLocks noChangeArrowheads="1"/>
            </p:cNvSpPr>
            <p:nvPr/>
          </p:nvSpPr>
          <p:spPr bwMode="auto">
            <a:xfrm flipV="1">
              <a:off x="4464" y="1296"/>
              <a:ext cx="480" cy="192"/>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 name="Line 9"/>
            <p:cNvSpPr>
              <a:spLocks noChangeShapeType="1"/>
            </p:cNvSpPr>
            <p:nvPr/>
          </p:nvSpPr>
          <p:spPr bwMode="auto">
            <a:xfrm>
              <a:off x="4464" y="1296"/>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 name="Line 10"/>
            <p:cNvSpPr>
              <a:spLocks noChangeShapeType="1"/>
            </p:cNvSpPr>
            <p:nvPr/>
          </p:nvSpPr>
          <p:spPr bwMode="auto">
            <a:xfrm>
              <a:off x="4944" y="1296"/>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 name="AutoShape 11"/>
            <p:cNvSpPr>
              <a:spLocks noChangeArrowheads="1"/>
            </p:cNvSpPr>
            <p:nvPr/>
          </p:nvSpPr>
          <p:spPr bwMode="auto">
            <a:xfrm flipV="1">
              <a:off x="4464" y="2016"/>
              <a:ext cx="480" cy="192"/>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7" name="Line 12"/>
            <p:cNvSpPr>
              <a:spLocks noChangeShapeType="1"/>
            </p:cNvSpPr>
            <p:nvPr/>
          </p:nvSpPr>
          <p:spPr bwMode="auto">
            <a:xfrm>
              <a:off x="4704" y="1476"/>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085" name="Group 13"/>
          <p:cNvGrpSpPr>
            <a:grpSpLocks/>
          </p:cNvGrpSpPr>
          <p:nvPr/>
        </p:nvGrpSpPr>
        <p:grpSpPr bwMode="auto">
          <a:xfrm>
            <a:off x="1352550" y="3821113"/>
            <a:ext cx="728663" cy="1276350"/>
            <a:chOff x="3738" y="1008"/>
            <a:chExt cx="486" cy="852"/>
          </a:xfrm>
        </p:grpSpPr>
        <p:sp>
          <p:nvSpPr>
            <p:cNvPr id="8" name="AutoShape 14"/>
            <p:cNvSpPr>
              <a:spLocks noChangeArrowheads="1"/>
            </p:cNvSpPr>
            <p:nvPr/>
          </p:nvSpPr>
          <p:spPr bwMode="auto">
            <a:xfrm>
              <a:off x="3744" y="1008"/>
              <a:ext cx="480" cy="192"/>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9" name="Line 15"/>
            <p:cNvSpPr>
              <a:spLocks noChangeShapeType="1"/>
            </p:cNvSpPr>
            <p:nvPr/>
          </p:nvSpPr>
          <p:spPr bwMode="auto">
            <a:xfrm>
              <a:off x="3744" y="110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0" name="Line 16"/>
            <p:cNvSpPr>
              <a:spLocks noChangeShapeType="1"/>
            </p:cNvSpPr>
            <p:nvPr/>
          </p:nvSpPr>
          <p:spPr bwMode="auto">
            <a:xfrm>
              <a:off x="4212" y="110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1" name="AutoShape 17"/>
            <p:cNvSpPr>
              <a:spLocks noChangeArrowheads="1"/>
            </p:cNvSpPr>
            <p:nvPr/>
          </p:nvSpPr>
          <p:spPr bwMode="auto">
            <a:xfrm>
              <a:off x="3738" y="1662"/>
              <a:ext cx="480" cy="192"/>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2" name="Line 18"/>
            <p:cNvSpPr>
              <a:spLocks noChangeShapeType="1"/>
            </p:cNvSpPr>
            <p:nvPr/>
          </p:nvSpPr>
          <p:spPr bwMode="auto">
            <a:xfrm>
              <a:off x="3984" y="1188"/>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091" name="Group 19"/>
          <p:cNvGrpSpPr>
            <a:grpSpLocks/>
          </p:cNvGrpSpPr>
          <p:nvPr/>
        </p:nvGrpSpPr>
        <p:grpSpPr bwMode="auto">
          <a:xfrm>
            <a:off x="2476500" y="3803650"/>
            <a:ext cx="612775" cy="1295400"/>
            <a:chOff x="1056" y="1104"/>
            <a:chExt cx="432" cy="912"/>
          </a:xfrm>
        </p:grpSpPr>
        <p:sp>
          <p:nvSpPr>
            <p:cNvPr id="3139" name="AutoShape 20"/>
            <p:cNvSpPr>
              <a:spLocks noChangeArrowheads="1"/>
            </p:cNvSpPr>
            <p:nvPr/>
          </p:nvSpPr>
          <p:spPr bwMode="auto">
            <a:xfrm>
              <a:off x="1056" y="1104"/>
              <a:ext cx="432" cy="192"/>
            </a:xfrm>
            <a:prstGeom prst="pentagon">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3" name="Line 21"/>
            <p:cNvSpPr>
              <a:spLocks noChangeShapeType="1"/>
            </p:cNvSpPr>
            <p:nvPr/>
          </p:nvSpPr>
          <p:spPr bwMode="auto">
            <a:xfrm>
              <a:off x="1056" y="1200"/>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 name="Line 22"/>
            <p:cNvSpPr>
              <a:spLocks noChangeShapeType="1"/>
            </p:cNvSpPr>
            <p:nvPr/>
          </p:nvSpPr>
          <p:spPr bwMode="auto">
            <a:xfrm>
              <a:off x="1488" y="1200"/>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5" name="AutoShape 23"/>
            <p:cNvSpPr>
              <a:spLocks noChangeArrowheads="1"/>
            </p:cNvSpPr>
            <p:nvPr/>
          </p:nvSpPr>
          <p:spPr bwMode="auto">
            <a:xfrm>
              <a:off x="1056" y="1824"/>
              <a:ext cx="432" cy="192"/>
            </a:xfrm>
            <a:prstGeom prst="pentagon">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6" name="Line 24"/>
            <p:cNvSpPr>
              <a:spLocks noChangeShapeType="1"/>
            </p:cNvSpPr>
            <p:nvPr/>
          </p:nvSpPr>
          <p:spPr bwMode="auto">
            <a:xfrm>
              <a:off x="1392" y="1296"/>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7" name="Line 25"/>
            <p:cNvSpPr>
              <a:spLocks noChangeShapeType="1"/>
            </p:cNvSpPr>
            <p:nvPr/>
          </p:nvSpPr>
          <p:spPr bwMode="auto">
            <a:xfrm>
              <a:off x="1152" y="1296"/>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098" name="Group 26"/>
          <p:cNvGrpSpPr>
            <a:grpSpLocks/>
          </p:cNvGrpSpPr>
          <p:nvPr/>
        </p:nvGrpSpPr>
        <p:grpSpPr bwMode="auto">
          <a:xfrm>
            <a:off x="3619500" y="3873500"/>
            <a:ext cx="685800" cy="1219200"/>
            <a:chOff x="5088" y="1248"/>
            <a:chExt cx="432" cy="768"/>
          </a:xfrm>
        </p:grpSpPr>
        <p:sp>
          <p:nvSpPr>
            <p:cNvPr id="3133" name="AutoShape 27"/>
            <p:cNvSpPr>
              <a:spLocks noChangeArrowheads="1"/>
            </p:cNvSpPr>
            <p:nvPr/>
          </p:nvSpPr>
          <p:spPr bwMode="auto">
            <a:xfrm>
              <a:off x="5088" y="1248"/>
              <a:ext cx="432" cy="144"/>
            </a:xfrm>
            <a:prstGeom prst="hexagon">
              <a:avLst>
                <a:gd name="adj" fmla="val 75000"/>
                <a:gd name="vf" fmla="val 11547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134" name="AutoShape 28"/>
            <p:cNvSpPr>
              <a:spLocks noChangeArrowheads="1"/>
            </p:cNvSpPr>
            <p:nvPr/>
          </p:nvSpPr>
          <p:spPr bwMode="auto">
            <a:xfrm>
              <a:off x="5088" y="1872"/>
              <a:ext cx="432" cy="144"/>
            </a:xfrm>
            <a:prstGeom prst="hexagon">
              <a:avLst>
                <a:gd name="adj" fmla="val 75000"/>
                <a:gd name="vf" fmla="val 11547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 name="Line 29"/>
            <p:cNvSpPr>
              <a:spLocks noChangeShapeType="1"/>
            </p:cNvSpPr>
            <p:nvPr/>
          </p:nvSpPr>
          <p:spPr bwMode="auto">
            <a:xfrm>
              <a:off x="5088" y="1326"/>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36" name="Line 30"/>
            <p:cNvSpPr>
              <a:spLocks noChangeShapeType="1"/>
            </p:cNvSpPr>
            <p:nvPr/>
          </p:nvSpPr>
          <p:spPr bwMode="auto">
            <a:xfrm>
              <a:off x="5190" y="139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37" name="Line 31"/>
            <p:cNvSpPr>
              <a:spLocks noChangeShapeType="1"/>
            </p:cNvSpPr>
            <p:nvPr/>
          </p:nvSpPr>
          <p:spPr bwMode="auto">
            <a:xfrm>
              <a:off x="5520" y="1326"/>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38" name="Line 32"/>
            <p:cNvSpPr>
              <a:spLocks noChangeShapeType="1"/>
            </p:cNvSpPr>
            <p:nvPr/>
          </p:nvSpPr>
          <p:spPr bwMode="auto">
            <a:xfrm>
              <a:off x="5424" y="139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105" name="Line 33"/>
          <p:cNvSpPr>
            <a:spLocks noChangeShapeType="1"/>
          </p:cNvSpPr>
          <p:nvPr/>
        </p:nvSpPr>
        <p:spPr bwMode="auto">
          <a:xfrm>
            <a:off x="76200" y="5105400"/>
            <a:ext cx="449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06" name="AutoShape 34"/>
          <p:cNvSpPr>
            <a:spLocks noChangeArrowheads="1"/>
          </p:cNvSpPr>
          <p:nvPr/>
        </p:nvSpPr>
        <p:spPr bwMode="auto">
          <a:xfrm>
            <a:off x="2209800" y="5715000"/>
            <a:ext cx="914400" cy="914400"/>
          </a:xfrm>
          <a:prstGeom prst="cube">
            <a:avLst>
              <a:gd name="adj" fmla="val 2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3107" name="Group 35"/>
          <p:cNvGrpSpPr>
            <a:grpSpLocks/>
          </p:cNvGrpSpPr>
          <p:nvPr/>
        </p:nvGrpSpPr>
        <p:grpSpPr bwMode="auto">
          <a:xfrm>
            <a:off x="6511925" y="2209800"/>
            <a:ext cx="685800" cy="1219200"/>
            <a:chOff x="3024" y="912"/>
            <a:chExt cx="432" cy="768"/>
          </a:xfrm>
        </p:grpSpPr>
        <p:sp>
          <p:nvSpPr>
            <p:cNvPr id="19" name="Oval 36"/>
            <p:cNvSpPr>
              <a:spLocks noChangeArrowheads="1"/>
            </p:cNvSpPr>
            <p:nvPr/>
          </p:nvSpPr>
          <p:spPr bwMode="auto">
            <a:xfrm>
              <a:off x="3024" y="1488"/>
              <a:ext cx="432"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131" name="Line 37"/>
            <p:cNvSpPr>
              <a:spLocks noChangeShapeType="1"/>
            </p:cNvSpPr>
            <p:nvPr/>
          </p:nvSpPr>
          <p:spPr bwMode="auto">
            <a:xfrm flipH="1">
              <a:off x="3024" y="912"/>
              <a:ext cx="192"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32" name="Line 38"/>
            <p:cNvSpPr>
              <a:spLocks noChangeShapeType="1"/>
            </p:cNvSpPr>
            <p:nvPr/>
          </p:nvSpPr>
          <p:spPr bwMode="auto">
            <a:xfrm rot="19437180" flipH="1">
              <a:off x="3240" y="912"/>
              <a:ext cx="192"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111" name="Group 39"/>
          <p:cNvGrpSpPr>
            <a:grpSpLocks/>
          </p:cNvGrpSpPr>
          <p:nvPr/>
        </p:nvGrpSpPr>
        <p:grpSpPr bwMode="auto">
          <a:xfrm>
            <a:off x="4953000" y="4059238"/>
            <a:ext cx="762000" cy="1066800"/>
            <a:chOff x="3552" y="1776"/>
            <a:chExt cx="480" cy="672"/>
          </a:xfrm>
        </p:grpSpPr>
        <p:sp>
          <p:nvSpPr>
            <p:cNvPr id="3126" name="Line 40"/>
            <p:cNvSpPr>
              <a:spLocks noChangeShapeType="1"/>
            </p:cNvSpPr>
            <p:nvPr/>
          </p:nvSpPr>
          <p:spPr bwMode="auto">
            <a:xfrm flipH="1">
              <a:off x="3552" y="1788"/>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27" name="Line 41"/>
            <p:cNvSpPr>
              <a:spLocks noChangeShapeType="1"/>
            </p:cNvSpPr>
            <p:nvPr/>
          </p:nvSpPr>
          <p:spPr bwMode="auto">
            <a:xfrm>
              <a:off x="3792" y="1788"/>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28" name="AutoShape 42"/>
            <p:cNvSpPr>
              <a:spLocks noChangeArrowheads="1"/>
            </p:cNvSpPr>
            <p:nvPr/>
          </p:nvSpPr>
          <p:spPr bwMode="auto">
            <a:xfrm flipV="1">
              <a:off x="3552" y="2316"/>
              <a:ext cx="480" cy="132"/>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 name="Line 43"/>
            <p:cNvSpPr>
              <a:spLocks noChangeShapeType="1"/>
            </p:cNvSpPr>
            <p:nvPr/>
          </p:nvSpPr>
          <p:spPr bwMode="auto">
            <a:xfrm>
              <a:off x="3792" y="1776"/>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116" name="Group 44"/>
          <p:cNvGrpSpPr>
            <a:grpSpLocks/>
          </p:cNvGrpSpPr>
          <p:nvPr/>
        </p:nvGrpSpPr>
        <p:grpSpPr bwMode="auto">
          <a:xfrm>
            <a:off x="7010400" y="4048125"/>
            <a:ext cx="685800" cy="1066800"/>
            <a:chOff x="1584" y="1440"/>
            <a:chExt cx="432" cy="672"/>
          </a:xfrm>
        </p:grpSpPr>
        <p:sp>
          <p:nvSpPr>
            <p:cNvPr id="3120" name="Line 45"/>
            <p:cNvSpPr>
              <a:spLocks noChangeShapeType="1"/>
            </p:cNvSpPr>
            <p:nvPr/>
          </p:nvSpPr>
          <p:spPr bwMode="auto">
            <a:xfrm flipH="1">
              <a:off x="1584" y="1440"/>
              <a:ext cx="192"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21" name="Line 46"/>
            <p:cNvSpPr>
              <a:spLocks noChangeShapeType="1"/>
            </p:cNvSpPr>
            <p:nvPr/>
          </p:nvSpPr>
          <p:spPr bwMode="auto">
            <a:xfrm>
              <a:off x="1776" y="1440"/>
              <a:ext cx="24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22" name="AutoShape 47"/>
            <p:cNvSpPr>
              <a:spLocks noChangeArrowheads="1"/>
            </p:cNvSpPr>
            <p:nvPr/>
          </p:nvSpPr>
          <p:spPr bwMode="auto">
            <a:xfrm>
              <a:off x="1584" y="1920"/>
              <a:ext cx="432" cy="192"/>
            </a:xfrm>
            <a:prstGeom prst="pentagon">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1" name="Line 48"/>
            <p:cNvSpPr>
              <a:spLocks noChangeShapeType="1"/>
            </p:cNvSpPr>
            <p:nvPr/>
          </p:nvSpPr>
          <p:spPr bwMode="auto">
            <a:xfrm>
              <a:off x="1776" y="1440"/>
              <a:ext cx="144"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24" name="Line 49"/>
            <p:cNvSpPr>
              <a:spLocks noChangeShapeType="1"/>
            </p:cNvSpPr>
            <p:nvPr/>
          </p:nvSpPr>
          <p:spPr bwMode="auto">
            <a:xfrm flipH="1">
              <a:off x="1680" y="1440"/>
              <a:ext cx="96"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25" name="Line 50"/>
            <p:cNvSpPr>
              <a:spLocks noChangeShapeType="1"/>
            </p:cNvSpPr>
            <p:nvPr/>
          </p:nvSpPr>
          <p:spPr bwMode="auto">
            <a:xfrm>
              <a:off x="1776" y="1440"/>
              <a:ext cx="0" cy="48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123" name="Group 51"/>
          <p:cNvGrpSpPr>
            <a:grpSpLocks/>
          </p:cNvGrpSpPr>
          <p:nvPr/>
        </p:nvGrpSpPr>
        <p:grpSpPr bwMode="auto">
          <a:xfrm>
            <a:off x="8039100" y="4041775"/>
            <a:ext cx="800100" cy="1066800"/>
            <a:chOff x="3840" y="2688"/>
            <a:chExt cx="432" cy="576"/>
          </a:xfrm>
        </p:grpSpPr>
        <p:sp>
          <p:nvSpPr>
            <p:cNvPr id="3115" name="AutoShape 52"/>
            <p:cNvSpPr>
              <a:spLocks noChangeArrowheads="1"/>
            </p:cNvSpPr>
            <p:nvPr/>
          </p:nvSpPr>
          <p:spPr bwMode="auto">
            <a:xfrm>
              <a:off x="3840" y="3120"/>
              <a:ext cx="432" cy="144"/>
            </a:xfrm>
            <a:prstGeom prst="hexagon">
              <a:avLst>
                <a:gd name="adj" fmla="val 75000"/>
                <a:gd name="vf" fmla="val 11547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2" name="Line 53"/>
            <p:cNvSpPr>
              <a:spLocks noChangeShapeType="1"/>
            </p:cNvSpPr>
            <p:nvPr/>
          </p:nvSpPr>
          <p:spPr bwMode="auto">
            <a:xfrm flipH="1">
              <a:off x="3840" y="2688"/>
              <a:ext cx="192" cy="5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17" name="Line 54"/>
            <p:cNvSpPr>
              <a:spLocks noChangeShapeType="1"/>
            </p:cNvSpPr>
            <p:nvPr/>
          </p:nvSpPr>
          <p:spPr bwMode="auto">
            <a:xfrm flipH="1">
              <a:off x="3942" y="2688"/>
              <a:ext cx="9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18" name="Line 55"/>
            <p:cNvSpPr>
              <a:spLocks noChangeShapeType="1"/>
            </p:cNvSpPr>
            <p:nvPr/>
          </p:nvSpPr>
          <p:spPr bwMode="auto">
            <a:xfrm>
              <a:off x="4032" y="2688"/>
              <a:ext cx="240" cy="5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19" name="Line 56"/>
            <p:cNvSpPr>
              <a:spLocks noChangeShapeType="1"/>
            </p:cNvSpPr>
            <p:nvPr/>
          </p:nvSpPr>
          <p:spPr bwMode="auto">
            <a:xfrm>
              <a:off x="4032" y="2688"/>
              <a:ext cx="144"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129" name="Line 57"/>
          <p:cNvSpPr>
            <a:spLocks noChangeShapeType="1"/>
          </p:cNvSpPr>
          <p:nvPr/>
        </p:nvSpPr>
        <p:spPr bwMode="auto">
          <a:xfrm>
            <a:off x="5283200" y="5114925"/>
            <a:ext cx="358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3130" name="Group 58"/>
          <p:cNvGrpSpPr>
            <a:grpSpLocks/>
          </p:cNvGrpSpPr>
          <p:nvPr/>
        </p:nvGrpSpPr>
        <p:grpSpPr bwMode="auto">
          <a:xfrm>
            <a:off x="6553200" y="5619750"/>
            <a:ext cx="990600" cy="914400"/>
            <a:chOff x="4128" y="3216"/>
            <a:chExt cx="624" cy="528"/>
          </a:xfrm>
        </p:grpSpPr>
        <p:sp>
          <p:nvSpPr>
            <p:cNvPr id="23" name="AutoShape 59"/>
            <p:cNvSpPr>
              <a:spLocks noChangeArrowheads="1"/>
            </p:cNvSpPr>
            <p:nvPr/>
          </p:nvSpPr>
          <p:spPr bwMode="auto">
            <a:xfrm flipV="1">
              <a:off x="4128" y="3504"/>
              <a:ext cx="624" cy="240"/>
            </a:xfrm>
            <a:prstGeom prst="triangle">
              <a:avLst>
                <a:gd name="adj" fmla="val 5544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112" name="Line 60"/>
            <p:cNvSpPr>
              <a:spLocks noChangeShapeType="1"/>
            </p:cNvSpPr>
            <p:nvPr/>
          </p:nvSpPr>
          <p:spPr bwMode="auto">
            <a:xfrm flipV="1">
              <a:off x="4128" y="3216"/>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13" name="Line 61"/>
            <p:cNvSpPr>
              <a:spLocks noChangeShapeType="1"/>
            </p:cNvSpPr>
            <p:nvPr/>
          </p:nvSpPr>
          <p:spPr bwMode="auto">
            <a:xfrm>
              <a:off x="4464" y="3216"/>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14" name="Line 62"/>
            <p:cNvSpPr>
              <a:spLocks noChangeShapeType="1"/>
            </p:cNvSpPr>
            <p:nvPr/>
          </p:nvSpPr>
          <p:spPr bwMode="auto">
            <a:xfrm>
              <a:off x="4464" y="321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135" name="Group 63"/>
          <p:cNvGrpSpPr>
            <a:grpSpLocks/>
          </p:cNvGrpSpPr>
          <p:nvPr/>
        </p:nvGrpSpPr>
        <p:grpSpPr bwMode="auto">
          <a:xfrm>
            <a:off x="6019800" y="4095750"/>
            <a:ext cx="679450" cy="1011238"/>
            <a:chOff x="3926" y="2016"/>
            <a:chExt cx="428" cy="637"/>
          </a:xfrm>
        </p:grpSpPr>
        <p:sp>
          <p:nvSpPr>
            <p:cNvPr id="24" name="Line 64"/>
            <p:cNvSpPr>
              <a:spLocks noChangeShapeType="1"/>
            </p:cNvSpPr>
            <p:nvPr/>
          </p:nvSpPr>
          <p:spPr bwMode="auto">
            <a:xfrm flipH="1">
              <a:off x="3931" y="2016"/>
              <a:ext cx="209" cy="5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08" name="Line 65"/>
            <p:cNvSpPr>
              <a:spLocks noChangeShapeType="1"/>
            </p:cNvSpPr>
            <p:nvPr/>
          </p:nvSpPr>
          <p:spPr bwMode="auto">
            <a:xfrm>
              <a:off x="4140" y="2016"/>
              <a:ext cx="209" cy="5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09" name="AutoShape 66"/>
            <p:cNvSpPr>
              <a:spLocks noChangeArrowheads="1"/>
            </p:cNvSpPr>
            <p:nvPr/>
          </p:nvSpPr>
          <p:spPr bwMode="auto">
            <a:xfrm>
              <a:off x="3926" y="2481"/>
              <a:ext cx="428" cy="172"/>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110" name="Line 67"/>
            <p:cNvSpPr>
              <a:spLocks noChangeShapeType="1"/>
            </p:cNvSpPr>
            <p:nvPr/>
          </p:nvSpPr>
          <p:spPr bwMode="auto">
            <a:xfrm>
              <a:off x="4140" y="2016"/>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140" name="Text Box 68"/>
          <p:cNvSpPr txBox="1">
            <a:spLocks noChangeArrowheads="1"/>
          </p:cNvSpPr>
          <p:nvPr/>
        </p:nvSpPr>
        <p:spPr bwMode="auto">
          <a:xfrm>
            <a:off x="3810000" y="141288"/>
            <a:ext cx="16610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a:latin typeface="Arial Black" panose="020B0A04020102020204" pitchFamily="34" charset="0"/>
              </a:rPr>
              <a:t>SOLIDS</a:t>
            </a:r>
          </a:p>
        </p:txBody>
      </p:sp>
      <p:sp>
        <p:nvSpPr>
          <p:cNvPr id="3141" name="Text Box 69"/>
          <p:cNvSpPr txBox="1">
            <a:spLocks noChangeArrowheads="1"/>
          </p:cNvSpPr>
          <p:nvPr/>
        </p:nvSpPr>
        <p:spPr bwMode="auto">
          <a:xfrm>
            <a:off x="-28100" y="492125"/>
            <a:ext cx="947483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t>To understand and remember various solids in this subject properly, </a:t>
            </a:r>
          </a:p>
          <a:p>
            <a:pPr algn="ctr" eaLnBrk="1" hangingPunct="1"/>
            <a:r>
              <a:rPr lang="en-US" altLang="en-US" sz="2400" dirty="0"/>
              <a:t>those are classified &amp; arranged in to two major groups.</a:t>
            </a:r>
          </a:p>
        </p:txBody>
      </p:sp>
      <p:sp>
        <p:nvSpPr>
          <p:cNvPr id="3142" name="Text Box 70"/>
          <p:cNvSpPr txBox="1">
            <a:spLocks noChangeArrowheads="1"/>
          </p:cNvSpPr>
          <p:nvPr/>
        </p:nvSpPr>
        <p:spPr bwMode="auto">
          <a:xfrm>
            <a:off x="75976" y="1067227"/>
            <a:ext cx="444544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800" dirty="0">
                <a:latin typeface="Benguiat Bk BT" pitchFamily="18" charset="0"/>
              </a:rPr>
              <a:t>Group A</a:t>
            </a:r>
          </a:p>
          <a:p>
            <a:pPr algn="ctr" eaLnBrk="1" hangingPunct="1"/>
            <a:r>
              <a:rPr lang="en-US" altLang="en-US" sz="2000" dirty="0">
                <a:latin typeface="Times New Roman" panose="02020603050405020304" pitchFamily="18" charset="0"/>
              </a:rPr>
              <a:t>Solids having top and base of same shape</a:t>
            </a:r>
          </a:p>
        </p:txBody>
      </p:sp>
      <p:sp>
        <p:nvSpPr>
          <p:cNvPr id="3143" name="Line 71"/>
          <p:cNvSpPr>
            <a:spLocks noChangeShapeType="1"/>
          </p:cNvSpPr>
          <p:nvPr/>
        </p:nvSpPr>
        <p:spPr bwMode="auto">
          <a:xfrm>
            <a:off x="0" y="1524000"/>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44" name="Line 72"/>
          <p:cNvSpPr>
            <a:spLocks noChangeShapeType="1"/>
          </p:cNvSpPr>
          <p:nvPr/>
        </p:nvSpPr>
        <p:spPr bwMode="auto">
          <a:xfrm>
            <a:off x="0" y="2122488"/>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45" name="Text Box 73"/>
          <p:cNvSpPr txBox="1">
            <a:spLocks noChangeArrowheads="1"/>
          </p:cNvSpPr>
          <p:nvPr/>
        </p:nvSpPr>
        <p:spPr bwMode="auto">
          <a:xfrm>
            <a:off x="533400" y="2438400"/>
            <a:ext cx="14590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i="1">
                <a:latin typeface="Times New Roman" panose="02020603050405020304" pitchFamily="18" charset="0"/>
              </a:rPr>
              <a:t>Cylinder</a:t>
            </a:r>
          </a:p>
        </p:txBody>
      </p:sp>
      <p:sp>
        <p:nvSpPr>
          <p:cNvPr id="3146" name="Text Box 74"/>
          <p:cNvSpPr txBox="1">
            <a:spLocks noChangeArrowheads="1"/>
          </p:cNvSpPr>
          <p:nvPr/>
        </p:nvSpPr>
        <p:spPr bwMode="auto">
          <a:xfrm>
            <a:off x="1752600" y="3429000"/>
            <a:ext cx="120097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i="1">
                <a:latin typeface="Times New Roman" panose="02020603050405020304" pitchFamily="18" charset="0"/>
              </a:rPr>
              <a:t>Prisms</a:t>
            </a:r>
          </a:p>
        </p:txBody>
      </p:sp>
      <p:sp>
        <p:nvSpPr>
          <p:cNvPr id="3147" name="Text Box 75"/>
          <p:cNvSpPr txBox="1">
            <a:spLocks noChangeArrowheads="1"/>
          </p:cNvSpPr>
          <p:nvPr/>
        </p:nvSpPr>
        <p:spPr bwMode="auto">
          <a:xfrm>
            <a:off x="-171435" y="5053013"/>
            <a:ext cx="50503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smtClean="0">
                <a:latin typeface="Times New Roman" panose="02020603050405020304" pitchFamily="18" charset="0"/>
              </a:rPr>
              <a:t>  Triangular   </a:t>
            </a:r>
            <a:r>
              <a:rPr lang="en-US" altLang="en-US" sz="2000" dirty="0">
                <a:latin typeface="Times New Roman" panose="02020603050405020304" pitchFamily="18" charset="0"/>
              </a:rPr>
              <a:t>Square   </a:t>
            </a:r>
            <a:r>
              <a:rPr lang="en-US" altLang="en-US" sz="2000" dirty="0" smtClean="0">
                <a:latin typeface="Times New Roman" panose="02020603050405020304" pitchFamily="18" charset="0"/>
              </a:rPr>
              <a:t> </a:t>
            </a:r>
            <a:r>
              <a:rPr lang="en-US" altLang="en-US" sz="2000" dirty="0">
                <a:latin typeface="Times New Roman" panose="02020603050405020304" pitchFamily="18" charset="0"/>
              </a:rPr>
              <a:t>Pentagonal  </a:t>
            </a:r>
            <a:r>
              <a:rPr lang="en-US" altLang="en-US" sz="2000" dirty="0" smtClean="0">
                <a:latin typeface="Times New Roman" panose="02020603050405020304" pitchFamily="18" charset="0"/>
              </a:rPr>
              <a:t>Hexagonal</a:t>
            </a:r>
            <a:endParaRPr lang="en-US" altLang="en-US" sz="2000" dirty="0">
              <a:latin typeface="Times New Roman" panose="02020603050405020304" pitchFamily="18" charset="0"/>
            </a:endParaRPr>
          </a:p>
        </p:txBody>
      </p:sp>
      <p:sp>
        <p:nvSpPr>
          <p:cNvPr id="3148" name="Text Box 76"/>
          <p:cNvSpPr txBox="1">
            <a:spLocks noChangeArrowheads="1"/>
          </p:cNvSpPr>
          <p:nvPr/>
        </p:nvSpPr>
        <p:spPr bwMode="auto">
          <a:xfrm>
            <a:off x="636588" y="5715000"/>
            <a:ext cx="8515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i="1">
                <a:latin typeface="Times New Roman" panose="02020603050405020304" pitchFamily="18" charset="0"/>
              </a:rPr>
              <a:t>Cube</a:t>
            </a:r>
          </a:p>
        </p:txBody>
      </p:sp>
      <p:sp>
        <p:nvSpPr>
          <p:cNvPr id="3149" name="Text Box 77"/>
          <p:cNvSpPr txBox="1">
            <a:spLocks noChangeArrowheads="1"/>
          </p:cNvSpPr>
          <p:nvPr/>
        </p:nvSpPr>
        <p:spPr bwMode="auto">
          <a:xfrm>
            <a:off x="4686300" y="5056188"/>
            <a:ext cx="46015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latin typeface="Times New Roman" panose="02020603050405020304" pitchFamily="18" charset="0"/>
              </a:rPr>
              <a:t>Triangular </a:t>
            </a:r>
            <a:r>
              <a:rPr lang="en-US" altLang="en-US" sz="2000" dirty="0" smtClean="0">
                <a:latin typeface="Times New Roman" panose="02020603050405020304" pitchFamily="18" charset="0"/>
              </a:rPr>
              <a:t> </a:t>
            </a:r>
            <a:r>
              <a:rPr lang="en-US" altLang="en-US" sz="2000" dirty="0">
                <a:latin typeface="Times New Roman" panose="02020603050405020304" pitchFamily="18" charset="0"/>
              </a:rPr>
              <a:t>Square  </a:t>
            </a:r>
            <a:r>
              <a:rPr lang="en-US" altLang="en-US" sz="2000" dirty="0" smtClean="0">
                <a:latin typeface="Times New Roman" panose="02020603050405020304" pitchFamily="18" charset="0"/>
              </a:rPr>
              <a:t>Pentagonal  Hexagonal</a:t>
            </a:r>
            <a:endParaRPr lang="en-US" altLang="en-US" sz="2000" dirty="0">
              <a:latin typeface="Times New Roman" panose="02020603050405020304" pitchFamily="18" charset="0"/>
            </a:endParaRPr>
          </a:p>
        </p:txBody>
      </p:sp>
      <p:sp>
        <p:nvSpPr>
          <p:cNvPr id="3150" name="Text Box 78"/>
          <p:cNvSpPr txBox="1">
            <a:spLocks noChangeArrowheads="1"/>
          </p:cNvSpPr>
          <p:nvPr/>
        </p:nvSpPr>
        <p:spPr bwMode="auto">
          <a:xfrm>
            <a:off x="5638800" y="2514600"/>
            <a:ext cx="9621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i="1">
                <a:latin typeface="Times New Roman" panose="02020603050405020304" pitchFamily="18" charset="0"/>
              </a:rPr>
              <a:t>Cone</a:t>
            </a:r>
          </a:p>
        </p:txBody>
      </p:sp>
      <p:sp>
        <p:nvSpPr>
          <p:cNvPr id="3151" name="Text Box 79"/>
          <p:cNvSpPr txBox="1">
            <a:spLocks noChangeArrowheads="1"/>
          </p:cNvSpPr>
          <p:nvPr/>
        </p:nvSpPr>
        <p:spPr bwMode="auto">
          <a:xfrm>
            <a:off x="4953000" y="5745163"/>
            <a:ext cx="17465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i="1">
                <a:latin typeface="Times New Roman" panose="02020603050405020304" pitchFamily="18" charset="0"/>
              </a:rPr>
              <a:t>Tetrahedron</a:t>
            </a:r>
          </a:p>
        </p:txBody>
      </p:sp>
      <p:sp>
        <p:nvSpPr>
          <p:cNvPr id="3152" name="Text Box 80"/>
          <p:cNvSpPr txBox="1">
            <a:spLocks noChangeArrowheads="1"/>
          </p:cNvSpPr>
          <p:nvPr/>
        </p:nvSpPr>
        <p:spPr bwMode="auto">
          <a:xfrm>
            <a:off x="6248400" y="3578225"/>
            <a:ext cx="1579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i="1">
                <a:latin typeface="Times New Roman" panose="02020603050405020304" pitchFamily="18" charset="0"/>
              </a:rPr>
              <a:t>Pyramids</a:t>
            </a:r>
          </a:p>
        </p:txBody>
      </p:sp>
      <p:sp>
        <p:nvSpPr>
          <p:cNvPr id="3153" name="Text Box 81"/>
          <p:cNvSpPr txBox="1">
            <a:spLocks noChangeArrowheads="1"/>
          </p:cNvSpPr>
          <p:nvPr/>
        </p:nvSpPr>
        <p:spPr bwMode="auto">
          <a:xfrm>
            <a:off x="196771" y="5997575"/>
            <a:ext cx="178927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 A solid having </a:t>
            </a:r>
          </a:p>
          <a:p>
            <a:pPr algn="ctr" eaLnBrk="1" hangingPunct="1"/>
            <a:r>
              <a:rPr lang="en-US" altLang="en-US">
                <a:latin typeface="Times New Roman" panose="02020603050405020304" pitchFamily="18" charset="0"/>
              </a:rPr>
              <a:t>six </a:t>
            </a:r>
            <a:r>
              <a:rPr lang="en-US" altLang="en-US" sz="2000">
                <a:latin typeface="Times New Roman" panose="02020603050405020304" pitchFamily="18" charset="0"/>
              </a:rPr>
              <a:t>square</a:t>
            </a:r>
            <a:r>
              <a:rPr lang="en-US" altLang="en-US">
                <a:latin typeface="Times New Roman" panose="02020603050405020304" pitchFamily="18" charset="0"/>
              </a:rPr>
              <a:t> faces)</a:t>
            </a:r>
          </a:p>
        </p:txBody>
      </p:sp>
      <p:sp>
        <p:nvSpPr>
          <p:cNvPr id="3154" name="Text Box 82"/>
          <p:cNvSpPr txBox="1">
            <a:spLocks noChangeArrowheads="1"/>
          </p:cNvSpPr>
          <p:nvPr/>
        </p:nvSpPr>
        <p:spPr bwMode="auto">
          <a:xfrm>
            <a:off x="4695469" y="6054725"/>
            <a:ext cx="233910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 A solid having </a:t>
            </a:r>
          </a:p>
          <a:p>
            <a:pPr algn="ctr" eaLnBrk="1" hangingPunct="1"/>
            <a:r>
              <a:rPr lang="en-US" altLang="en-US">
                <a:latin typeface="Times New Roman" panose="02020603050405020304" pitchFamily="18" charset="0"/>
              </a:rPr>
              <a:t>Four </a:t>
            </a:r>
            <a:r>
              <a:rPr lang="en-US" altLang="en-US" sz="2000">
                <a:latin typeface="Times New Roman" panose="02020603050405020304" pitchFamily="18" charset="0"/>
              </a:rPr>
              <a:t>triangular</a:t>
            </a:r>
            <a:r>
              <a:rPr lang="en-US" altLang="en-US">
                <a:latin typeface="Times New Roman" panose="02020603050405020304" pitchFamily="18" charset="0"/>
              </a:rPr>
              <a:t>  faces)</a:t>
            </a:r>
          </a:p>
        </p:txBody>
      </p:sp>
      <p:grpSp>
        <p:nvGrpSpPr>
          <p:cNvPr id="3155" name="Group 83"/>
          <p:cNvGrpSpPr>
            <a:grpSpLocks/>
          </p:cNvGrpSpPr>
          <p:nvPr/>
        </p:nvGrpSpPr>
        <p:grpSpPr bwMode="auto">
          <a:xfrm>
            <a:off x="4814887" y="1091658"/>
            <a:ext cx="3698875" cy="1471613"/>
            <a:chOff x="3041" y="723"/>
            <a:chExt cx="2330" cy="927"/>
          </a:xfrm>
        </p:grpSpPr>
        <p:sp>
          <p:nvSpPr>
            <p:cNvPr id="25" name="Text Box 84"/>
            <p:cNvSpPr txBox="1">
              <a:spLocks noChangeArrowheads="1"/>
            </p:cNvSpPr>
            <p:nvPr/>
          </p:nvSpPr>
          <p:spPr bwMode="auto">
            <a:xfrm>
              <a:off x="3041" y="723"/>
              <a:ext cx="233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800" dirty="0">
                  <a:latin typeface="Benguiat Bk BT" pitchFamily="18" charset="0"/>
                </a:rPr>
                <a:t>Group B</a:t>
              </a:r>
            </a:p>
            <a:p>
              <a:pPr algn="ctr" eaLnBrk="1" hangingPunct="1"/>
              <a:r>
                <a:rPr lang="en-US" altLang="en-US" sz="2000" dirty="0">
                  <a:latin typeface="Times New Roman" panose="02020603050405020304" pitchFamily="18" charset="0"/>
                </a:rPr>
                <a:t>Solids having base of some shape </a:t>
              </a:r>
            </a:p>
          </p:txBody>
        </p:sp>
        <p:sp>
          <p:nvSpPr>
            <p:cNvPr id="26" name="Text Box 85"/>
            <p:cNvSpPr txBox="1">
              <a:spLocks noChangeArrowheads="1"/>
            </p:cNvSpPr>
            <p:nvPr/>
          </p:nvSpPr>
          <p:spPr bwMode="auto">
            <a:xfrm>
              <a:off x="3068" y="1127"/>
              <a:ext cx="2248"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latin typeface="Times New Roman" panose="02020603050405020304" pitchFamily="18" charset="0"/>
                </a:rPr>
                <a:t>and just a point as a top, </a:t>
              </a:r>
              <a:r>
                <a:rPr lang="en-US" altLang="en-US" sz="2000" dirty="0" smtClean="0">
                  <a:latin typeface="Times New Roman" panose="02020603050405020304" pitchFamily="18" charset="0"/>
                </a:rPr>
                <a:t>called apex</a:t>
              </a:r>
              <a:r>
                <a:rPr lang="en-US" altLang="en-US" sz="2800" dirty="0">
                  <a:latin typeface="Times New Roman" panose="02020603050405020304" pitchFamily="18" charset="0"/>
                </a:rPr>
                <a:t>.</a:t>
              </a:r>
            </a:p>
          </p:txBody>
        </p:sp>
      </p:grpSp>
      <p:sp>
        <p:nvSpPr>
          <p:cNvPr id="3104" name="Rectangle 86"/>
          <p:cNvSpPr>
            <a:spLocks noGrp="1" noChangeArrowheads="1"/>
          </p:cNvSpPr>
          <p:nvPr>
            <p:ph type="title" idx="4294967295"/>
          </p:nvPr>
        </p:nvSpPr>
        <p:spPr/>
        <p:txBody>
          <a:bodyPr/>
          <a:lstStyle/>
          <a:p>
            <a:pPr eaLnBrk="1" hangingPunct="1"/>
            <a:r>
              <a:rPr lang="en-US" altLang="en-US" sz="4800" smtClean="0"/>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140"/>
                                        </p:tgtEl>
                                        <p:attrNameLst>
                                          <p:attrName>style.visibility</p:attrName>
                                        </p:attrNameLst>
                                      </p:cBhvr>
                                      <p:to>
                                        <p:strVal val="visible"/>
                                      </p:to>
                                    </p:set>
                                    <p:anim calcmode="lin" valueType="num">
                                      <p:cBhvr additive="base">
                                        <p:cTn id="7" dur="500" fill="hold"/>
                                        <p:tgtEl>
                                          <p:spTgt spid="3140"/>
                                        </p:tgtEl>
                                        <p:attrNameLst>
                                          <p:attrName>ppt_x</p:attrName>
                                        </p:attrNameLst>
                                      </p:cBhvr>
                                      <p:tavLst>
                                        <p:tav tm="0">
                                          <p:val>
                                            <p:strVal val="#ppt_x"/>
                                          </p:val>
                                        </p:tav>
                                        <p:tav tm="100000">
                                          <p:val>
                                            <p:strVal val="#ppt_x"/>
                                          </p:val>
                                        </p:tav>
                                      </p:tavLst>
                                    </p:anim>
                                    <p:anim calcmode="lin" valueType="num">
                                      <p:cBhvr additive="base">
                                        <p:cTn id="8" dur="500" fill="hold"/>
                                        <p:tgtEl>
                                          <p:spTgt spid="314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iterate type="wd">
                                    <p:tmPct val="100000"/>
                                  </p:iterate>
                                  <p:childTnLst>
                                    <p:set>
                                      <p:cBhvr>
                                        <p:cTn id="12" dur="1" fill="hold">
                                          <p:stCondLst>
                                            <p:cond delay="0"/>
                                          </p:stCondLst>
                                        </p:cTn>
                                        <p:tgtEl>
                                          <p:spTgt spid="3141"/>
                                        </p:tgtEl>
                                        <p:attrNameLst>
                                          <p:attrName>style.visibility</p:attrName>
                                        </p:attrNameLst>
                                      </p:cBhvr>
                                      <p:to>
                                        <p:strVal val="visible"/>
                                      </p:to>
                                    </p:set>
                                    <p:anim calcmode="lin" valueType="num">
                                      <p:cBhvr>
                                        <p:cTn id="13" dur="300" fill="hold"/>
                                        <p:tgtEl>
                                          <p:spTgt spid="3141"/>
                                        </p:tgtEl>
                                        <p:attrNameLst>
                                          <p:attrName>ppt_x</p:attrName>
                                        </p:attrNameLst>
                                      </p:cBhvr>
                                      <p:tavLst>
                                        <p:tav tm="0">
                                          <p:val>
                                            <p:strVal val="#ppt_x-#ppt_w/2"/>
                                          </p:val>
                                        </p:tav>
                                        <p:tav tm="100000">
                                          <p:val>
                                            <p:strVal val="#ppt_x"/>
                                          </p:val>
                                        </p:tav>
                                      </p:tavLst>
                                    </p:anim>
                                    <p:anim calcmode="lin" valueType="num">
                                      <p:cBhvr>
                                        <p:cTn id="14" dur="300" fill="hold"/>
                                        <p:tgtEl>
                                          <p:spTgt spid="3141"/>
                                        </p:tgtEl>
                                        <p:attrNameLst>
                                          <p:attrName>ppt_y</p:attrName>
                                        </p:attrNameLst>
                                      </p:cBhvr>
                                      <p:tavLst>
                                        <p:tav tm="0">
                                          <p:val>
                                            <p:strVal val="#ppt_y"/>
                                          </p:val>
                                        </p:tav>
                                        <p:tav tm="100000">
                                          <p:val>
                                            <p:strVal val="#ppt_y"/>
                                          </p:val>
                                        </p:tav>
                                      </p:tavLst>
                                    </p:anim>
                                    <p:anim calcmode="lin" valueType="num">
                                      <p:cBhvr>
                                        <p:cTn id="15" dur="300" fill="hold"/>
                                        <p:tgtEl>
                                          <p:spTgt spid="3141"/>
                                        </p:tgtEl>
                                        <p:attrNameLst>
                                          <p:attrName>ppt_w</p:attrName>
                                        </p:attrNameLst>
                                      </p:cBhvr>
                                      <p:tavLst>
                                        <p:tav tm="0">
                                          <p:val>
                                            <p:fltVal val="0"/>
                                          </p:val>
                                        </p:tav>
                                        <p:tav tm="100000">
                                          <p:val>
                                            <p:strVal val="#ppt_w"/>
                                          </p:val>
                                        </p:tav>
                                      </p:tavLst>
                                    </p:anim>
                                    <p:anim calcmode="lin" valueType="num">
                                      <p:cBhvr>
                                        <p:cTn id="16" dur="300" fill="hold"/>
                                        <p:tgtEl>
                                          <p:spTgt spid="3141"/>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143"/>
                                        </p:tgtEl>
                                        <p:attrNameLst>
                                          <p:attrName>style.visibility</p:attrName>
                                        </p:attrNameLst>
                                      </p:cBhvr>
                                      <p:to>
                                        <p:strVal val="visible"/>
                                      </p:to>
                                    </p:set>
                                    <p:anim calcmode="lin" valueType="num">
                                      <p:cBhvr additive="base">
                                        <p:cTn id="21" dur="500" fill="hold"/>
                                        <p:tgtEl>
                                          <p:spTgt spid="3143"/>
                                        </p:tgtEl>
                                        <p:attrNameLst>
                                          <p:attrName>ppt_x</p:attrName>
                                        </p:attrNameLst>
                                      </p:cBhvr>
                                      <p:tavLst>
                                        <p:tav tm="0">
                                          <p:val>
                                            <p:strVal val="0-#ppt_w/2"/>
                                          </p:val>
                                        </p:tav>
                                        <p:tav tm="100000">
                                          <p:val>
                                            <p:strVal val="#ppt_x"/>
                                          </p:val>
                                        </p:tav>
                                      </p:tavLst>
                                    </p:anim>
                                    <p:anim calcmode="lin" valueType="num">
                                      <p:cBhvr additive="base">
                                        <p:cTn id="22" dur="500" fill="hold"/>
                                        <p:tgtEl>
                                          <p:spTgt spid="3143"/>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8" fill="hold" grpId="0" nodeType="clickEffect">
                                  <p:stCondLst>
                                    <p:cond delay="0"/>
                                  </p:stCondLst>
                                  <p:iterate type="wd">
                                    <p:tmPct val="100000"/>
                                  </p:iterate>
                                  <p:childTnLst>
                                    <p:set>
                                      <p:cBhvr>
                                        <p:cTn id="26" dur="1" fill="hold">
                                          <p:stCondLst>
                                            <p:cond delay="0"/>
                                          </p:stCondLst>
                                        </p:cTn>
                                        <p:tgtEl>
                                          <p:spTgt spid="3142"/>
                                        </p:tgtEl>
                                        <p:attrNameLst>
                                          <p:attrName>style.visibility</p:attrName>
                                        </p:attrNameLst>
                                      </p:cBhvr>
                                      <p:to>
                                        <p:strVal val="visible"/>
                                      </p:to>
                                    </p:set>
                                    <p:anim calcmode="lin" valueType="num">
                                      <p:cBhvr>
                                        <p:cTn id="27" dur="300" fill="hold"/>
                                        <p:tgtEl>
                                          <p:spTgt spid="3142"/>
                                        </p:tgtEl>
                                        <p:attrNameLst>
                                          <p:attrName>ppt_x</p:attrName>
                                        </p:attrNameLst>
                                      </p:cBhvr>
                                      <p:tavLst>
                                        <p:tav tm="0">
                                          <p:val>
                                            <p:strVal val="#ppt_x-#ppt_w/2"/>
                                          </p:val>
                                        </p:tav>
                                        <p:tav tm="100000">
                                          <p:val>
                                            <p:strVal val="#ppt_x"/>
                                          </p:val>
                                        </p:tav>
                                      </p:tavLst>
                                    </p:anim>
                                    <p:anim calcmode="lin" valueType="num">
                                      <p:cBhvr>
                                        <p:cTn id="28" dur="300" fill="hold"/>
                                        <p:tgtEl>
                                          <p:spTgt spid="3142"/>
                                        </p:tgtEl>
                                        <p:attrNameLst>
                                          <p:attrName>ppt_y</p:attrName>
                                        </p:attrNameLst>
                                      </p:cBhvr>
                                      <p:tavLst>
                                        <p:tav tm="0">
                                          <p:val>
                                            <p:strVal val="#ppt_y"/>
                                          </p:val>
                                        </p:tav>
                                        <p:tav tm="100000">
                                          <p:val>
                                            <p:strVal val="#ppt_y"/>
                                          </p:val>
                                        </p:tav>
                                      </p:tavLst>
                                    </p:anim>
                                    <p:anim calcmode="lin" valueType="num">
                                      <p:cBhvr>
                                        <p:cTn id="29" dur="300" fill="hold"/>
                                        <p:tgtEl>
                                          <p:spTgt spid="3142"/>
                                        </p:tgtEl>
                                        <p:attrNameLst>
                                          <p:attrName>ppt_w</p:attrName>
                                        </p:attrNameLst>
                                      </p:cBhvr>
                                      <p:tavLst>
                                        <p:tav tm="0">
                                          <p:val>
                                            <p:fltVal val="0"/>
                                          </p:val>
                                        </p:tav>
                                        <p:tav tm="100000">
                                          <p:val>
                                            <p:strVal val="#ppt_w"/>
                                          </p:val>
                                        </p:tav>
                                      </p:tavLst>
                                    </p:anim>
                                    <p:anim calcmode="lin" valueType="num">
                                      <p:cBhvr>
                                        <p:cTn id="30" dur="300" fill="hold"/>
                                        <p:tgtEl>
                                          <p:spTgt spid="3142"/>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8" fill="hold" nodeType="clickEffect">
                                  <p:stCondLst>
                                    <p:cond delay="0"/>
                                  </p:stCondLst>
                                  <p:childTnLst>
                                    <p:set>
                                      <p:cBhvr>
                                        <p:cTn id="34" dur="1" fill="hold">
                                          <p:stCondLst>
                                            <p:cond delay="0"/>
                                          </p:stCondLst>
                                        </p:cTn>
                                        <p:tgtEl>
                                          <p:spTgt spid="3155"/>
                                        </p:tgtEl>
                                        <p:attrNameLst>
                                          <p:attrName>style.visibility</p:attrName>
                                        </p:attrNameLst>
                                      </p:cBhvr>
                                      <p:to>
                                        <p:strVal val="visible"/>
                                      </p:to>
                                    </p:set>
                                    <p:anim calcmode="lin" valueType="num">
                                      <p:cBhvr>
                                        <p:cTn id="35" dur="500" fill="hold"/>
                                        <p:tgtEl>
                                          <p:spTgt spid="3155"/>
                                        </p:tgtEl>
                                        <p:attrNameLst>
                                          <p:attrName>ppt_x</p:attrName>
                                        </p:attrNameLst>
                                      </p:cBhvr>
                                      <p:tavLst>
                                        <p:tav tm="0">
                                          <p:val>
                                            <p:strVal val="#ppt_x-#ppt_w/2"/>
                                          </p:val>
                                        </p:tav>
                                        <p:tav tm="100000">
                                          <p:val>
                                            <p:strVal val="#ppt_x"/>
                                          </p:val>
                                        </p:tav>
                                      </p:tavLst>
                                    </p:anim>
                                    <p:anim calcmode="lin" valueType="num">
                                      <p:cBhvr>
                                        <p:cTn id="36" dur="500" fill="hold"/>
                                        <p:tgtEl>
                                          <p:spTgt spid="3155"/>
                                        </p:tgtEl>
                                        <p:attrNameLst>
                                          <p:attrName>ppt_y</p:attrName>
                                        </p:attrNameLst>
                                      </p:cBhvr>
                                      <p:tavLst>
                                        <p:tav tm="0">
                                          <p:val>
                                            <p:strVal val="#ppt_y"/>
                                          </p:val>
                                        </p:tav>
                                        <p:tav tm="100000">
                                          <p:val>
                                            <p:strVal val="#ppt_y"/>
                                          </p:val>
                                        </p:tav>
                                      </p:tavLst>
                                    </p:anim>
                                    <p:anim calcmode="lin" valueType="num">
                                      <p:cBhvr>
                                        <p:cTn id="37" dur="500" fill="hold"/>
                                        <p:tgtEl>
                                          <p:spTgt spid="3155"/>
                                        </p:tgtEl>
                                        <p:attrNameLst>
                                          <p:attrName>ppt_w</p:attrName>
                                        </p:attrNameLst>
                                      </p:cBhvr>
                                      <p:tavLst>
                                        <p:tav tm="0">
                                          <p:val>
                                            <p:fltVal val="0"/>
                                          </p:val>
                                        </p:tav>
                                        <p:tav tm="100000">
                                          <p:val>
                                            <p:strVal val="#ppt_w"/>
                                          </p:val>
                                        </p:tav>
                                      </p:tavLst>
                                    </p:anim>
                                    <p:anim calcmode="lin" valueType="num">
                                      <p:cBhvr>
                                        <p:cTn id="38" dur="500" fill="hold"/>
                                        <p:tgtEl>
                                          <p:spTgt spid="3155"/>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3144"/>
                                        </p:tgtEl>
                                        <p:attrNameLst>
                                          <p:attrName>style.visibility</p:attrName>
                                        </p:attrNameLst>
                                      </p:cBhvr>
                                      <p:to>
                                        <p:strVal val="visible"/>
                                      </p:to>
                                    </p:set>
                                    <p:anim calcmode="lin" valueType="num">
                                      <p:cBhvr additive="base">
                                        <p:cTn id="43" dur="500" fill="hold"/>
                                        <p:tgtEl>
                                          <p:spTgt spid="3144"/>
                                        </p:tgtEl>
                                        <p:attrNameLst>
                                          <p:attrName>ppt_x</p:attrName>
                                        </p:attrNameLst>
                                      </p:cBhvr>
                                      <p:tavLst>
                                        <p:tav tm="0">
                                          <p:val>
                                            <p:strVal val="1+#ppt_w/2"/>
                                          </p:val>
                                        </p:tav>
                                        <p:tav tm="100000">
                                          <p:val>
                                            <p:strVal val="#ppt_x"/>
                                          </p:val>
                                        </p:tav>
                                      </p:tavLst>
                                    </p:anim>
                                    <p:anim calcmode="lin" valueType="num">
                                      <p:cBhvr additive="base">
                                        <p:cTn id="44" dur="500" fill="hold"/>
                                        <p:tgtEl>
                                          <p:spTgt spid="3144"/>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145"/>
                                        </p:tgtEl>
                                        <p:attrNameLst>
                                          <p:attrName>style.visibility</p:attrName>
                                        </p:attrNameLst>
                                      </p:cBhvr>
                                      <p:to>
                                        <p:strVal val="visible"/>
                                      </p:to>
                                    </p:set>
                                    <p:anim calcmode="lin" valueType="num">
                                      <p:cBhvr additive="base">
                                        <p:cTn id="49" dur="500" fill="hold"/>
                                        <p:tgtEl>
                                          <p:spTgt spid="3145"/>
                                        </p:tgtEl>
                                        <p:attrNameLst>
                                          <p:attrName>ppt_x</p:attrName>
                                        </p:attrNameLst>
                                      </p:cBhvr>
                                      <p:tavLst>
                                        <p:tav tm="0">
                                          <p:val>
                                            <p:strVal val="0-#ppt_w/2"/>
                                          </p:val>
                                        </p:tav>
                                        <p:tav tm="100000">
                                          <p:val>
                                            <p:strVal val="#ppt_x"/>
                                          </p:val>
                                        </p:tav>
                                      </p:tavLst>
                                    </p:anim>
                                    <p:anim calcmode="lin" valueType="num">
                                      <p:cBhvr additive="base">
                                        <p:cTn id="50" dur="500" fill="hold"/>
                                        <p:tgtEl>
                                          <p:spTgt spid="3145"/>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8" presetClass="entr" presetSubtype="6" fill="hold" nodeType="clickEffect">
                                  <p:stCondLst>
                                    <p:cond delay="0"/>
                                  </p:stCondLst>
                                  <p:childTnLst>
                                    <p:set>
                                      <p:cBhvr>
                                        <p:cTn id="54" dur="1" fill="hold">
                                          <p:stCondLst>
                                            <p:cond delay="0"/>
                                          </p:stCondLst>
                                        </p:cTn>
                                        <p:tgtEl>
                                          <p:spTgt spid="3074"/>
                                        </p:tgtEl>
                                        <p:attrNameLst>
                                          <p:attrName>style.visibility</p:attrName>
                                        </p:attrNameLst>
                                      </p:cBhvr>
                                      <p:to>
                                        <p:strVal val="visible"/>
                                      </p:to>
                                    </p:set>
                                    <p:animEffect transition="in" filter="strips(downRight)">
                                      <p:cBhvr>
                                        <p:cTn id="55" dur="500"/>
                                        <p:tgtEl>
                                          <p:spTgt spid="307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3146"/>
                                        </p:tgtEl>
                                        <p:attrNameLst>
                                          <p:attrName>style.visibility</p:attrName>
                                        </p:attrNameLst>
                                      </p:cBhvr>
                                      <p:to>
                                        <p:strVal val="visible"/>
                                      </p:to>
                                    </p:set>
                                    <p:anim calcmode="lin" valueType="num">
                                      <p:cBhvr additive="base">
                                        <p:cTn id="60" dur="500" fill="hold"/>
                                        <p:tgtEl>
                                          <p:spTgt spid="3146"/>
                                        </p:tgtEl>
                                        <p:attrNameLst>
                                          <p:attrName>ppt_x</p:attrName>
                                        </p:attrNameLst>
                                      </p:cBhvr>
                                      <p:tavLst>
                                        <p:tav tm="0">
                                          <p:val>
                                            <p:strVal val="0-#ppt_w/2"/>
                                          </p:val>
                                        </p:tav>
                                        <p:tav tm="100000">
                                          <p:val>
                                            <p:strVal val="#ppt_x"/>
                                          </p:val>
                                        </p:tav>
                                      </p:tavLst>
                                    </p:anim>
                                    <p:anim calcmode="lin" valueType="num">
                                      <p:cBhvr additive="base">
                                        <p:cTn id="61" dur="500" fill="hold"/>
                                        <p:tgtEl>
                                          <p:spTgt spid="3146"/>
                                        </p:tgtEl>
                                        <p:attrNameLst>
                                          <p:attrName>ppt_y</p:attrName>
                                        </p:attrNameLst>
                                      </p:cBhvr>
                                      <p:tavLst>
                                        <p:tav tm="0">
                                          <p:val>
                                            <p:strVal val="#ppt_y"/>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3105"/>
                                        </p:tgtEl>
                                        <p:attrNameLst>
                                          <p:attrName>style.visibility</p:attrName>
                                        </p:attrNameLst>
                                      </p:cBhvr>
                                      <p:to>
                                        <p:strVal val="visible"/>
                                      </p:to>
                                    </p:set>
                                    <p:anim calcmode="lin" valueType="num">
                                      <p:cBhvr additive="base">
                                        <p:cTn id="66" dur="500" fill="hold"/>
                                        <p:tgtEl>
                                          <p:spTgt spid="3105"/>
                                        </p:tgtEl>
                                        <p:attrNameLst>
                                          <p:attrName>ppt_x</p:attrName>
                                        </p:attrNameLst>
                                      </p:cBhvr>
                                      <p:tavLst>
                                        <p:tav tm="0">
                                          <p:val>
                                            <p:strVal val="0-#ppt_w/2"/>
                                          </p:val>
                                        </p:tav>
                                        <p:tav tm="100000">
                                          <p:val>
                                            <p:strVal val="#ppt_x"/>
                                          </p:val>
                                        </p:tav>
                                      </p:tavLst>
                                    </p:anim>
                                    <p:anim calcmode="lin" valueType="num">
                                      <p:cBhvr additive="base">
                                        <p:cTn id="67" dur="500" fill="hold"/>
                                        <p:tgtEl>
                                          <p:spTgt spid="3105"/>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17" presetClass="entr" presetSubtype="8" fill="hold" nodeType="clickEffect">
                                  <p:stCondLst>
                                    <p:cond delay="0"/>
                                  </p:stCondLst>
                                  <p:childTnLst>
                                    <p:set>
                                      <p:cBhvr>
                                        <p:cTn id="71" dur="1" fill="hold">
                                          <p:stCondLst>
                                            <p:cond delay="0"/>
                                          </p:stCondLst>
                                        </p:cTn>
                                        <p:tgtEl>
                                          <p:spTgt spid="3079"/>
                                        </p:tgtEl>
                                        <p:attrNameLst>
                                          <p:attrName>style.visibility</p:attrName>
                                        </p:attrNameLst>
                                      </p:cBhvr>
                                      <p:to>
                                        <p:strVal val="visible"/>
                                      </p:to>
                                    </p:set>
                                    <p:anim calcmode="lin" valueType="num">
                                      <p:cBhvr>
                                        <p:cTn id="72" dur="500" fill="hold"/>
                                        <p:tgtEl>
                                          <p:spTgt spid="3079"/>
                                        </p:tgtEl>
                                        <p:attrNameLst>
                                          <p:attrName>ppt_x</p:attrName>
                                        </p:attrNameLst>
                                      </p:cBhvr>
                                      <p:tavLst>
                                        <p:tav tm="0">
                                          <p:val>
                                            <p:strVal val="#ppt_x-#ppt_w/2"/>
                                          </p:val>
                                        </p:tav>
                                        <p:tav tm="100000">
                                          <p:val>
                                            <p:strVal val="#ppt_x"/>
                                          </p:val>
                                        </p:tav>
                                      </p:tavLst>
                                    </p:anim>
                                    <p:anim calcmode="lin" valueType="num">
                                      <p:cBhvr>
                                        <p:cTn id="73" dur="500" fill="hold"/>
                                        <p:tgtEl>
                                          <p:spTgt spid="3079"/>
                                        </p:tgtEl>
                                        <p:attrNameLst>
                                          <p:attrName>ppt_y</p:attrName>
                                        </p:attrNameLst>
                                      </p:cBhvr>
                                      <p:tavLst>
                                        <p:tav tm="0">
                                          <p:val>
                                            <p:strVal val="#ppt_y"/>
                                          </p:val>
                                        </p:tav>
                                        <p:tav tm="100000">
                                          <p:val>
                                            <p:strVal val="#ppt_y"/>
                                          </p:val>
                                        </p:tav>
                                      </p:tavLst>
                                    </p:anim>
                                    <p:anim calcmode="lin" valueType="num">
                                      <p:cBhvr>
                                        <p:cTn id="74" dur="500" fill="hold"/>
                                        <p:tgtEl>
                                          <p:spTgt spid="3079"/>
                                        </p:tgtEl>
                                        <p:attrNameLst>
                                          <p:attrName>ppt_w</p:attrName>
                                        </p:attrNameLst>
                                      </p:cBhvr>
                                      <p:tavLst>
                                        <p:tav tm="0">
                                          <p:val>
                                            <p:fltVal val="0"/>
                                          </p:val>
                                        </p:tav>
                                        <p:tav tm="100000">
                                          <p:val>
                                            <p:strVal val="#ppt_w"/>
                                          </p:val>
                                        </p:tav>
                                      </p:tavLst>
                                    </p:anim>
                                    <p:anim calcmode="lin" valueType="num">
                                      <p:cBhvr>
                                        <p:cTn id="75" dur="500" fill="hold"/>
                                        <p:tgtEl>
                                          <p:spTgt spid="3079"/>
                                        </p:tgtEl>
                                        <p:attrNameLst>
                                          <p:attrName>ppt_h</p:attrName>
                                        </p:attrNameLst>
                                      </p:cBhvr>
                                      <p:tavLst>
                                        <p:tav tm="0">
                                          <p:val>
                                            <p:strVal val="#ppt_h"/>
                                          </p:val>
                                        </p:tav>
                                        <p:tav tm="100000">
                                          <p:val>
                                            <p:strVal val="#ppt_h"/>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17" presetClass="entr" presetSubtype="8" fill="hold" nodeType="clickEffect">
                                  <p:stCondLst>
                                    <p:cond delay="0"/>
                                  </p:stCondLst>
                                  <p:childTnLst>
                                    <p:set>
                                      <p:cBhvr>
                                        <p:cTn id="79" dur="1" fill="hold">
                                          <p:stCondLst>
                                            <p:cond delay="0"/>
                                          </p:stCondLst>
                                        </p:cTn>
                                        <p:tgtEl>
                                          <p:spTgt spid="3085"/>
                                        </p:tgtEl>
                                        <p:attrNameLst>
                                          <p:attrName>style.visibility</p:attrName>
                                        </p:attrNameLst>
                                      </p:cBhvr>
                                      <p:to>
                                        <p:strVal val="visible"/>
                                      </p:to>
                                    </p:set>
                                    <p:anim calcmode="lin" valueType="num">
                                      <p:cBhvr>
                                        <p:cTn id="80" dur="500" fill="hold"/>
                                        <p:tgtEl>
                                          <p:spTgt spid="3085"/>
                                        </p:tgtEl>
                                        <p:attrNameLst>
                                          <p:attrName>ppt_x</p:attrName>
                                        </p:attrNameLst>
                                      </p:cBhvr>
                                      <p:tavLst>
                                        <p:tav tm="0">
                                          <p:val>
                                            <p:strVal val="#ppt_x-#ppt_w/2"/>
                                          </p:val>
                                        </p:tav>
                                        <p:tav tm="100000">
                                          <p:val>
                                            <p:strVal val="#ppt_x"/>
                                          </p:val>
                                        </p:tav>
                                      </p:tavLst>
                                    </p:anim>
                                    <p:anim calcmode="lin" valueType="num">
                                      <p:cBhvr>
                                        <p:cTn id="81" dur="500" fill="hold"/>
                                        <p:tgtEl>
                                          <p:spTgt spid="3085"/>
                                        </p:tgtEl>
                                        <p:attrNameLst>
                                          <p:attrName>ppt_y</p:attrName>
                                        </p:attrNameLst>
                                      </p:cBhvr>
                                      <p:tavLst>
                                        <p:tav tm="0">
                                          <p:val>
                                            <p:strVal val="#ppt_y"/>
                                          </p:val>
                                        </p:tav>
                                        <p:tav tm="100000">
                                          <p:val>
                                            <p:strVal val="#ppt_y"/>
                                          </p:val>
                                        </p:tav>
                                      </p:tavLst>
                                    </p:anim>
                                    <p:anim calcmode="lin" valueType="num">
                                      <p:cBhvr>
                                        <p:cTn id="82" dur="500" fill="hold"/>
                                        <p:tgtEl>
                                          <p:spTgt spid="3085"/>
                                        </p:tgtEl>
                                        <p:attrNameLst>
                                          <p:attrName>ppt_w</p:attrName>
                                        </p:attrNameLst>
                                      </p:cBhvr>
                                      <p:tavLst>
                                        <p:tav tm="0">
                                          <p:val>
                                            <p:fltVal val="0"/>
                                          </p:val>
                                        </p:tav>
                                        <p:tav tm="100000">
                                          <p:val>
                                            <p:strVal val="#ppt_w"/>
                                          </p:val>
                                        </p:tav>
                                      </p:tavLst>
                                    </p:anim>
                                    <p:anim calcmode="lin" valueType="num">
                                      <p:cBhvr>
                                        <p:cTn id="83" dur="500" fill="hold"/>
                                        <p:tgtEl>
                                          <p:spTgt spid="3085"/>
                                        </p:tgtEl>
                                        <p:attrNameLst>
                                          <p:attrName>ppt_h</p:attrName>
                                        </p:attrNameLst>
                                      </p:cBhvr>
                                      <p:tavLst>
                                        <p:tav tm="0">
                                          <p:val>
                                            <p:strVal val="#ppt_h"/>
                                          </p:val>
                                        </p:tav>
                                        <p:tav tm="100000">
                                          <p:val>
                                            <p:strVal val="#ppt_h"/>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17" presetClass="entr" presetSubtype="8" fill="hold" nodeType="clickEffect">
                                  <p:stCondLst>
                                    <p:cond delay="0"/>
                                  </p:stCondLst>
                                  <p:childTnLst>
                                    <p:set>
                                      <p:cBhvr>
                                        <p:cTn id="87" dur="1" fill="hold">
                                          <p:stCondLst>
                                            <p:cond delay="0"/>
                                          </p:stCondLst>
                                        </p:cTn>
                                        <p:tgtEl>
                                          <p:spTgt spid="3091"/>
                                        </p:tgtEl>
                                        <p:attrNameLst>
                                          <p:attrName>style.visibility</p:attrName>
                                        </p:attrNameLst>
                                      </p:cBhvr>
                                      <p:to>
                                        <p:strVal val="visible"/>
                                      </p:to>
                                    </p:set>
                                    <p:anim calcmode="lin" valueType="num">
                                      <p:cBhvr>
                                        <p:cTn id="88" dur="500" fill="hold"/>
                                        <p:tgtEl>
                                          <p:spTgt spid="3091"/>
                                        </p:tgtEl>
                                        <p:attrNameLst>
                                          <p:attrName>ppt_x</p:attrName>
                                        </p:attrNameLst>
                                      </p:cBhvr>
                                      <p:tavLst>
                                        <p:tav tm="0">
                                          <p:val>
                                            <p:strVal val="#ppt_x-#ppt_w/2"/>
                                          </p:val>
                                        </p:tav>
                                        <p:tav tm="100000">
                                          <p:val>
                                            <p:strVal val="#ppt_x"/>
                                          </p:val>
                                        </p:tav>
                                      </p:tavLst>
                                    </p:anim>
                                    <p:anim calcmode="lin" valueType="num">
                                      <p:cBhvr>
                                        <p:cTn id="89" dur="500" fill="hold"/>
                                        <p:tgtEl>
                                          <p:spTgt spid="3091"/>
                                        </p:tgtEl>
                                        <p:attrNameLst>
                                          <p:attrName>ppt_y</p:attrName>
                                        </p:attrNameLst>
                                      </p:cBhvr>
                                      <p:tavLst>
                                        <p:tav tm="0">
                                          <p:val>
                                            <p:strVal val="#ppt_y"/>
                                          </p:val>
                                        </p:tav>
                                        <p:tav tm="100000">
                                          <p:val>
                                            <p:strVal val="#ppt_y"/>
                                          </p:val>
                                        </p:tav>
                                      </p:tavLst>
                                    </p:anim>
                                    <p:anim calcmode="lin" valueType="num">
                                      <p:cBhvr>
                                        <p:cTn id="90" dur="500" fill="hold"/>
                                        <p:tgtEl>
                                          <p:spTgt spid="3091"/>
                                        </p:tgtEl>
                                        <p:attrNameLst>
                                          <p:attrName>ppt_w</p:attrName>
                                        </p:attrNameLst>
                                      </p:cBhvr>
                                      <p:tavLst>
                                        <p:tav tm="0">
                                          <p:val>
                                            <p:fltVal val="0"/>
                                          </p:val>
                                        </p:tav>
                                        <p:tav tm="100000">
                                          <p:val>
                                            <p:strVal val="#ppt_w"/>
                                          </p:val>
                                        </p:tav>
                                      </p:tavLst>
                                    </p:anim>
                                    <p:anim calcmode="lin" valueType="num">
                                      <p:cBhvr>
                                        <p:cTn id="91" dur="500" fill="hold"/>
                                        <p:tgtEl>
                                          <p:spTgt spid="3091"/>
                                        </p:tgtEl>
                                        <p:attrNameLst>
                                          <p:attrName>ppt_h</p:attrName>
                                        </p:attrNameLst>
                                      </p:cBhvr>
                                      <p:tavLst>
                                        <p:tav tm="0">
                                          <p:val>
                                            <p:strVal val="#ppt_h"/>
                                          </p:val>
                                        </p:tav>
                                        <p:tav tm="100000">
                                          <p:val>
                                            <p:strVal val="#ppt_h"/>
                                          </p:val>
                                        </p:tav>
                                      </p:tavLst>
                                    </p:anim>
                                  </p:childTnLst>
                                </p:cTn>
                              </p:par>
                            </p:childTnLst>
                          </p:cTn>
                        </p:par>
                      </p:childTnLst>
                    </p:cTn>
                  </p:par>
                  <p:par>
                    <p:cTn id="92" fill="hold" nodeType="clickPar">
                      <p:stCondLst>
                        <p:cond delay="indefinite"/>
                      </p:stCondLst>
                      <p:childTnLst>
                        <p:par>
                          <p:cTn id="93" fill="hold" nodeType="withGroup">
                            <p:stCondLst>
                              <p:cond delay="0"/>
                            </p:stCondLst>
                            <p:childTnLst>
                              <p:par>
                                <p:cTn id="94" presetID="17" presetClass="entr" presetSubtype="8" fill="hold" nodeType="clickEffect">
                                  <p:stCondLst>
                                    <p:cond delay="0"/>
                                  </p:stCondLst>
                                  <p:childTnLst>
                                    <p:set>
                                      <p:cBhvr>
                                        <p:cTn id="95" dur="1" fill="hold">
                                          <p:stCondLst>
                                            <p:cond delay="0"/>
                                          </p:stCondLst>
                                        </p:cTn>
                                        <p:tgtEl>
                                          <p:spTgt spid="3098"/>
                                        </p:tgtEl>
                                        <p:attrNameLst>
                                          <p:attrName>style.visibility</p:attrName>
                                        </p:attrNameLst>
                                      </p:cBhvr>
                                      <p:to>
                                        <p:strVal val="visible"/>
                                      </p:to>
                                    </p:set>
                                    <p:anim calcmode="lin" valueType="num">
                                      <p:cBhvr>
                                        <p:cTn id="96" dur="500" fill="hold"/>
                                        <p:tgtEl>
                                          <p:spTgt spid="3098"/>
                                        </p:tgtEl>
                                        <p:attrNameLst>
                                          <p:attrName>ppt_x</p:attrName>
                                        </p:attrNameLst>
                                      </p:cBhvr>
                                      <p:tavLst>
                                        <p:tav tm="0">
                                          <p:val>
                                            <p:strVal val="#ppt_x-#ppt_w/2"/>
                                          </p:val>
                                        </p:tav>
                                        <p:tav tm="100000">
                                          <p:val>
                                            <p:strVal val="#ppt_x"/>
                                          </p:val>
                                        </p:tav>
                                      </p:tavLst>
                                    </p:anim>
                                    <p:anim calcmode="lin" valueType="num">
                                      <p:cBhvr>
                                        <p:cTn id="97" dur="500" fill="hold"/>
                                        <p:tgtEl>
                                          <p:spTgt spid="3098"/>
                                        </p:tgtEl>
                                        <p:attrNameLst>
                                          <p:attrName>ppt_y</p:attrName>
                                        </p:attrNameLst>
                                      </p:cBhvr>
                                      <p:tavLst>
                                        <p:tav tm="0">
                                          <p:val>
                                            <p:strVal val="#ppt_y"/>
                                          </p:val>
                                        </p:tav>
                                        <p:tav tm="100000">
                                          <p:val>
                                            <p:strVal val="#ppt_y"/>
                                          </p:val>
                                        </p:tav>
                                      </p:tavLst>
                                    </p:anim>
                                    <p:anim calcmode="lin" valueType="num">
                                      <p:cBhvr>
                                        <p:cTn id="98" dur="500" fill="hold"/>
                                        <p:tgtEl>
                                          <p:spTgt spid="3098"/>
                                        </p:tgtEl>
                                        <p:attrNameLst>
                                          <p:attrName>ppt_w</p:attrName>
                                        </p:attrNameLst>
                                      </p:cBhvr>
                                      <p:tavLst>
                                        <p:tav tm="0">
                                          <p:val>
                                            <p:fltVal val="0"/>
                                          </p:val>
                                        </p:tav>
                                        <p:tav tm="100000">
                                          <p:val>
                                            <p:strVal val="#ppt_w"/>
                                          </p:val>
                                        </p:tav>
                                      </p:tavLst>
                                    </p:anim>
                                    <p:anim calcmode="lin" valueType="num">
                                      <p:cBhvr>
                                        <p:cTn id="99" dur="500" fill="hold"/>
                                        <p:tgtEl>
                                          <p:spTgt spid="3098"/>
                                        </p:tgtEl>
                                        <p:attrNameLst>
                                          <p:attrName>ppt_h</p:attrName>
                                        </p:attrNameLst>
                                      </p:cBhvr>
                                      <p:tavLst>
                                        <p:tav tm="0">
                                          <p:val>
                                            <p:strVal val="#ppt_h"/>
                                          </p:val>
                                        </p:tav>
                                        <p:tav tm="100000">
                                          <p:val>
                                            <p:strVal val="#ppt_h"/>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7" presetClass="entr" presetSubtype="8" fill="hold" grpId="0" nodeType="clickEffect">
                                  <p:stCondLst>
                                    <p:cond delay="0"/>
                                  </p:stCondLst>
                                  <p:iterate type="wd">
                                    <p:tmPct val="100000"/>
                                  </p:iterate>
                                  <p:childTnLst>
                                    <p:set>
                                      <p:cBhvr>
                                        <p:cTn id="103" dur="1" fill="hold">
                                          <p:stCondLst>
                                            <p:cond delay="0"/>
                                          </p:stCondLst>
                                        </p:cTn>
                                        <p:tgtEl>
                                          <p:spTgt spid="3147"/>
                                        </p:tgtEl>
                                        <p:attrNameLst>
                                          <p:attrName>style.visibility</p:attrName>
                                        </p:attrNameLst>
                                      </p:cBhvr>
                                      <p:to>
                                        <p:strVal val="visible"/>
                                      </p:to>
                                    </p:set>
                                    <p:anim calcmode="lin" valueType="num">
                                      <p:cBhvr>
                                        <p:cTn id="104" dur="300" fill="hold"/>
                                        <p:tgtEl>
                                          <p:spTgt spid="3147"/>
                                        </p:tgtEl>
                                        <p:attrNameLst>
                                          <p:attrName>ppt_x</p:attrName>
                                        </p:attrNameLst>
                                      </p:cBhvr>
                                      <p:tavLst>
                                        <p:tav tm="0">
                                          <p:val>
                                            <p:strVal val="#ppt_x-#ppt_w/2"/>
                                          </p:val>
                                        </p:tav>
                                        <p:tav tm="100000">
                                          <p:val>
                                            <p:strVal val="#ppt_x"/>
                                          </p:val>
                                        </p:tav>
                                      </p:tavLst>
                                    </p:anim>
                                    <p:anim calcmode="lin" valueType="num">
                                      <p:cBhvr>
                                        <p:cTn id="105" dur="300" fill="hold"/>
                                        <p:tgtEl>
                                          <p:spTgt spid="3147"/>
                                        </p:tgtEl>
                                        <p:attrNameLst>
                                          <p:attrName>ppt_y</p:attrName>
                                        </p:attrNameLst>
                                      </p:cBhvr>
                                      <p:tavLst>
                                        <p:tav tm="0">
                                          <p:val>
                                            <p:strVal val="#ppt_y"/>
                                          </p:val>
                                        </p:tav>
                                        <p:tav tm="100000">
                                          <p:val>
                                            <p:strVal val="#ppt_y"/>
                                          </p:val>
                                        </p:tav>
                                      </p:tavLst>
                                    </p:anim>
                                    <p:anim calcmode="lin" valueType="num">
                                      <p:cBhvr>
                                        <p:cTn id="106" dur="300" fill="hold"/>
                                        <p:tgtEl>
                                          <p:spTgt spid="3147"/>
                                        </p:tgtEl>
                                        <p:attrNameLst>
                                          <p:attrName>ppt_w</p:attrName>
                                        </p:attrNameLst>
                                      </p:cBhvr>
                                      <p:tavLst>
                                        <p:tav tm="0">
                                          <p:val>
                                            <p:fltVal val="0"/>
                                          </p:val>
                                        </p:tav>
                                        <p:tav tm="100000">
                                          <p:val>
                                            <p:strVal val="#ppt_w"/>
                                          </p:val>
                                        </p:tav>
                                      </p:tavLst>
                                    </p:anim>
                                    <p:anim calcmode="lin" valueType="num">
                                      <p:cBhvr>
                                        <p:cTn id="107" dur="300" fill="hold"/>
                                        <p:tgtEl>
                                          <p:spTgt spid="3147"/>
                                        </p:tgtEl>
                                        <p:attrNameLst>
                                          <p:attrName>ppt_h</p:attrName>
                                        </p:attrNameLst>
                                      </p:cBhvr>
                                      <p:tavLst>
                                        <p:tav tm="0">
                                          <p:val>
                                            <p:strVal val="#ppt_h"/>
                                          </p:val>
                                        </p:tav>
                                        <p:tav tm="100000">
                                          <p:val>
                                            <p:strVal val="#ppt_h"/>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 presetClass="entr" presetSubtype="8" fill="hold" grpId="0" nodeType="clickEffect">
                                  <p:stCondLst>
                                    <p:cond delay="0"/>
                                  </p:stCondLst>
                                  <p:childTnLst>
                                    <p:set>
                                      <p:cBhvr>
                                        <p:cTn id="111" dur="1" fill="hold">
                                          <p:stCondLst>
                                            <p:cond delay="0"/>
                                          </p:stCondLst>
                                        </p:cTn>
                                        <p:tgtEl>
                                          <p:spTgt spid="3148"/>
                                        </p:tgtEl>
                                        <p:attrNameLst>
                                          <p:attrName>style.visibility</p:attrName>
                                        </p:attrNameLst>
                                      </p:cBhvr>
                                      <p:to>
                                        <p:strVal val="visible"/>
                                      </p:to>
                                    </p:set>
                                    <p:anim calcmode="lin" valueType="num">
                                      <p:cBhvr additive="base">
                                        <p:cTn id="112" dur="500" fill="hold"/>
                                        <p:tgtEl>
                                          <p:spTgt spid="3148"/>
                                        </p:tgtEl>
                                        <p:attrNameLst>
                                          <p:attrName>ppt_x</p:attrName>
                                        </p:attrNameLst>
                                      </p:cBhvr>
                                      <p:tavLst>
                                        <p:tav tm="0">
                                          <p:val>
                                            <p:strVal val="0-#ppt_w/2"/>
                                          </p:val>
                                        </p:tav>
                                        <p:tav tm="100000">
                                          <p:val>
                                            <p:strVal val="#ppt_x"/>
                                          </p:val>
                                        </p:tav>
                                      </p:tavLst>
                                    </p:anim>
                                    <p:anim calcmode="lin" valueType="num">
                                      <p:cBhvr additive="base">
                                        <p:cTn id="113" dur="500" fill="hold"/>
                                        <p:tgtEl>
                                          <p:spTgt spid="3148"/>
                                        </p:tgtEl>
                                        <p:attrNameLst>
                                          <p:attrName>ppt_y</p:attrName>
                                        </p:attrNameLst>
                                      </p:cBhvr>
                                      <p:tavLst>
                                        <p:tav tm="0">
                                          <p:val>
                                            <p:strVal val="#ppt_y"/>
                                          </p:val>
                                        </p:tav>
                                        <p:tav tm="100000">
                                          <p:val>
                                            <p:strVal val="#ppt_y"/>
                                          </p:val>
                                        </p:tav>
                                      </p:tavLst>
                                    </p:anim>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7" presetClass="entr" presetSubtype="8" fill="hold" grpId="0" nodeType="clickEffect">
                                  <p:stCondLst>
                                    <p:cond delay="0"/>
                                  </p:stCondLst>
                                  <p:childTnLst>
                                    <p:set>
                                      <p:cBhvr>
                                        <p:cTn id="117" dur="1" fill="hold">
                                          <p:stCondLst>
                                            <p:cond delay="0"/>
                                          </p:stCondLst>
                                        </p:cTn>
                                        <p:tgtEl>
                                          <p:spTgt spid="3153"/>
                                        </p:tgtEl>
                                        <p:attrNameLst>
                                          <p:attrName>style.visibility</p:attrName>
                                        </p:attrNameLst>
                                      </p:cBhvr>
                                      <p:to>
                                        <p:strVal val="visible"/>
                                      </p:to>
                                    </p:set>
                                    <p:anim calcmode="lin" valueType="num">
                                      <p:cBhvr>
                                        <p:cTn id="118" dur="500" fill="hold"/>
                                        <p:tgtEl>
                                          <p:spTgt spid="3153"/>
                                        </p:tgtEl>
                                        <p:attrNameLst>
                                          <p:attrName>ppt_x</p:attrName>
                                        </p:attrNameLst>
                                      </p:cBhvr>
                                      <p:tavLst>
                                        <p:tav tm="0">
                                          <p:val>
                                            <p:strVal val="#ppt_x-#ppt_w/2"/>
                                          </p:val>
                                        </p:tav>
                                        <p:tav tm="100000">
                                          <p:val>
                                            <p:strVal val="#ppt_x"/>
                                          </p:val>
                                        </p:tav>
                                      </p:tavLst>
                                    </p:anim>
                                    <p:anim calcmode="lin" valueType="num">
                                      <p:cBhvr>
                                        <p:cTn id="119" dur="500" fill="hold"/>
                                        <p:tgtEl>
                                          <p:spTgt spid="3153"/>
                                        </p:tgtEl>
                                        <p:attrNameLst>
                                          <p:attrName>ppt_y</p:attrName>
                                        </p:attrNameLst>
                                      </p:cBhvr>
                                      <p:tavLst>
                                        <p:tav tm="0">
                                          <p:val>
                                            <p:strVal val="#ppt_y"/>
                                          </p:val>
                                        </p:tav>
                                        <p:tav tm="100000">
                                          <p:val>
                                            <p:strVal val="#ppt_y"/>
                                          </p:val>
                                        </p:tav>
                                      </p:tavLst>
                                    </p:anim>
                                    <p:anim calcmode="lin" valueType="num">
                                      <p:cBhvr>
                                        <p:cTn id="120" dur="500" fill="hold"/>
                                        <p:tgtEl>
                                          <p:spTgt spid="3153"/>
                                        </p:tgtEl>
                                        <p:attrNameLst>
                                          <p:attrName>ppt_w</p:attrName>
                                        </p:attrNameLst>
                                      </p:cBhvr>
                                      <p:tavLst>
                                        <p:tav tm="0">
                                          <p:val>
                                            <p:fltVal val="0"/>
                                          </p:val>
                                        </p:tav>
                                        <p:tav tm="100000">
                                          <p:val>
                                            <p:strVal val="#ppt_w"/>
                                          </p:val>
                                        </p:tav>
                                      </p:tavLst>
                                    </p:anim>
                                    <p:anim calcmode="lin" valueType="num">
                                      <p:cBhvr>
                                        <p:cTn id="121" dur="500" fill="hold"/>
                                        <p:tgtEl>
                                          <p:spTgt spid="3153"/>
                                        </p:tgtEl>
                                        <p:attrNameLst>
                                          <p:attrName>ppt_h</p:attrName>
                                        </p:attrNameLst>
                                      </p:cBhvr>
                                      <p:tavLst>
                                        <p:tav tm="0">
                                          <p:val>
                                            <p:strVal val="#ppt_h"/>
                                          </p:val>
                                        </p:tav>
                                        <p:tav tm="100000">
                                          <p:val>
                                            <p:strVal val="#ppt_h"/>
                                          </p:val>
                                        </p:tav>
                                      </p:tavLst>
                                    </p:anim>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7" presetClass="entr" presetSubtype="8" fill="hold" grpId="0" nodeType="clickEffect">
                                  <p:stCondLst>
                                    <p:cond delay="0"/>
                                  </p:stCondLst>
                                  <p:childTnLst>
                                    <p:set>
                                      <p:cBhvr>
                                        <p:cTn id="125" dur="1" fill="hold">
                                          <p:stCondLst>
                                            <p:cond delay="0"/>
                                          </p:stCondLst>
                                        </p:cTn>
                                        <p:tgtEl>
                                          <p:spTgt spid="3106"/>
                                        </p:tgtEl>
                                        <p:attrNameLst>
                                          <p:attrName>style.visibility</p:attrName>
                                        </p:attrNameLst>
                                      </p:cBhvr>
                                      <p:to>
                                        <p:strVal val="visible"/>
                                      </p:to>
                                    </p:set>
                                    <p:anim calcmode="lin" valueType="num">
                                      <p:cBhvr>
                                        <p:cTn id="126" dur="500" fill="hold"/>
                                        <p:tgtEl>
                                          <p:spTgt spid="3106"/>
                                        </p:tgtEl>
                                        <p:attrNameLst>
                                          <p:attrName>ppt_x</p:attrName>
                                        </p:attrNameLst>
                                      </p:cBhvr>
                                      <p:tavLst>
                                        <p:tav tm="0">
                                          <p:val>
                                            <p:strVal val="#ppt_x-#ppt_w/2"/>
                                          </p:val>
                                        </p:tav>
                                        <p:tav tm="100000">
                                          <p:val>
                                            <p:strVal val="#ppt_x"/>
                                          </p:val>
                                        </p:tav>
                                      </p:tavLst>
                                    </p:anim>
                                    <p:anim calcmode="lin" valueType="num">
                                      <p:cBhvr>
                                        <p:cTn id="127" dur="500" fill="hold"/>
                                        <p:tgtEl>
                                          <p:spTgt spid="3106"/>
                                        </p:tgtEl>
                                        <p:attrNameLst>
                                          <p:attrName>ppt_y</p:attrName>
                                        </p:attrNameLst>
                                      </p:cBhvr>
                                      <p:tavLst>
                                        <p:tav tm="0">
                                          <p:val>
                                            <p:strVal val="#ppt_y"/>
                                          </p:val>
                                        </p:tav>
                                        <p:tav tm="100000">
                                          <p:val>
                                            <p:strVal val="#ppt_y"/>
                                          </p:val>
                                        </p:tav>
                                      </p:tavLst>
                                    </p:anim>
                                    <p:anim calcmode="lin" valueType="num">
                                      <p:cBhvr>
                                        <p:cTn id="128" dur="500" fill="hold"/>
                                        <p:tgtEl>
                                          <p:spTgt spid="3106"/>
                                        </p:tgtEl>
                                        <p:attrNameLst>
                                          <p:attrName>ppt_w</p:attrName>
                                        </p:attrNameLst>
                                      </p:cBhvr>
                                      <p:tavLst>
                                        <p:tav tm="0">
                                          <p:val>
                                            <p:fltVal val="0"/>
                                          </p:val>
                                        </p:tav>
                                        <p:tav tm="100000">
                                          <p:val>
                                            <p:strVal val="#ppt_w"/>
                                          </p:val>
                                        </p:tav>
                                      </p:tavLst>
                                    </p:anim>
                                    <p:anim calcmode="lin" valueType="num">
                                      <p:cBhvr>
                                        <p:cTn id="129" dur="500" fill="hold"/>
                                        <p:tgtEl>
                                          <p:spTgt spid="3106"/>
                                        </p:tgtEl>
                                        <p:attrNameLst>
                                          <p:attrName>ppt_h</p:attrName>
                                        </p:attrNameLst>
                                      </p:cBhvr>
                                      <p:tavLst>
                                        <p:tav tm="0">
                                          <p:val>
                                            <p:strVal val="#ppt_h"/>
                                          </p:val>
                                        </p:tav>
                                        <p:tav tm="100000">
                                          <p:val>
                                            <p:strVal val="#ppt_h"/>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17" presetClass="entr" presetSubtype="10" fill="hold" grpId="0" nodeType="clickEffect">
                                  <p:stCondLst>
                                    <p:cond delay="0"/>
                                  </p:stCondLst>
                                  <p:childTnLst>
                                    <p:set>
                                      <p:cBhvr>
                                        <p:cTn id="133" dur="1" fill="hold">
                                          <p:stCondLst>
                                            <p:cond delay="0"/>
                                          </p:stCondLst>
                                        </p:cTn>
                                        <p:tgtEl>
                                          <p:spTgt spid="3150"/>
                                        </p:tgtEl>
                                        <p:attrNameLst>
                                          <p:attrName>style.visibility</p:attrName>
                                        </p:attrNameLst>
                                      </p:cBhvr>
                                      <p:to>
                                        <p:strVal val="visible"/>
                                      </p:to>
                                    </p:set>
                                    <p:anim calcmode="lin" valueType="num">
                                      <p:cBhvr>
                                        <p:cTn id="134" dur="500" fill="hold"/>
                                        <p:tgtEl>
                                          <p:spTgt spid="3150"/>
                                        </p:tgtEl>
                                        <p:attrNameLst>
                                          <p:attrName>ppt_w</p:attrName>
                                        </p:attrNameLst>
                                      </p:cBhvr>
                                      <p:tavLst>
                                        <p:tav tm="0">
                                          <p:val>
                                            <p:fltVal val="0"/>
                                          </p:val>
                                        </p:tav>
                                        <p:tav tm="100000">
                                          <p:val>
                                            <p:strVal val="#ppt_w"/>
                                          </p:val>
                                        </p:tav>
                                      </p:tavLst>
                                    </p:anim>
                                    <p:anim calcmode="lin" valueType="num">
                                      <p:cBhvr>
                                        <p:cTn id="135" dur="500" fill="hold"/>
                                        <p:tgtEl>
                                          <p:spTgt spid="3150"/>
                                        </p:tgtEl>
                                        <p:attrNameLst>
                                          <p:attrName>ppt_h</p:attrName>
                                        </p:attrNameLst>
                                      </p:cBhvr>
                                      <p:tavLst>
                                        <p:tav tm="0">
                                          <p:val>
                                            <p:strVal val="#ppt_h"/>
                                          </p:val>
                                        </p:tav>
                                        <p:tav tm="100000">
                                          <p:val>
                                            <p:strVal val="#ppt_h"/>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7" presetClass="entr" presetSubtype="8" fill="hold" nodeType="clickEffect">
                                  <p:stCondLst>
                                    <p:cond delay="0"/>
                                  </p:stCondLst>
                                  <p:childTnLst>
                                    <p:set>
                                      <p:cBhvr>
                                        <p:cTn id="139" dur="1" fill="hold">
                                          <p:stCondLst>
                                            <p:cond delay="0"/>
                                          </p:stCondLst>
                                        </p:cTn>
                                        <p:tgtEl>
                                          <p:spTgt spid="3107"/>
                                        </p:tgtEl>
                                        <p:attrNameLst>
                                          <p:attrName>style.visibility</p:attrName>
                                        </p:attrNameLst>
                                      </p:cBhvr>
                                      <p:to>
                                        <p:strVal val="visible"/>
                                      </p:to>
                                    </p:set>
                                    <p:anim calcmode="lin" valueType="num">
                                      <p:cBhvr>
                                        <p:cTn id="140" dur="500" fill="hold"/>
                                        <p:tgtEl>
                                          <p:spTgt spid="3107"/>
                                        </p:tgtEl>
                                        <p:attrNameLst>
                                          <p:attrName>ppt_x</p:attrName>
                                        </p:attrNameLst>
                                      </p:cBhvr>
                                      <p:tavLst>
                                        <p:tav tm="0">
                                          <p:val>
                                            <p:strVal val="#ppt_x-#ppt_w/2"/>
                                          </p:val>
                                        </p:tav>
                                        <p:tav tm="100000">
                                          <p:val>
                                            <p:strVal val="#ppt_x"/>
                                          </p:val>
                                        </p:tav>
                                      </p:tavLst>
                                    </p:anim>
                                    <p:anim calcmode="lin" valueType="num">
                                      <p:cBhvr>
                                        <p:cTn id="141" dur="500" fill="hold"/>
                                        <p:tgtEl>
                                          <p:spTgt spid="3107"/>
                                        </p:tgtEl>
                                        <p:attrNameLst>
                                          <p:attrName>ppt_y</p:attrName>
                                        </p:attrNameLst>
                                      </p:cBhvr>
                                      <p:tavLst>
                                        <p:tav tm="0">
                                          <p:val>
                                            <p:strVal val="#ppt_y"/>
                                          </p:val>
                                        </p:tav>
                                        <p:tav tm="100000">
                                          <p:val>
                                            <p:strVal val="#ppt_y"/>
                                          </p:val>
                                        </p:tav>
                                      </p:tavLst>
                                    </p:anim>
                                    <p:anim calcmode="lin" valueType="num">
                                      <p:cBhvr>
                                        <p:cTn id="142" dur="500" fill="hold"/>
                                        <p:tgtEl>
                                          <p:spTgt spid="3107"/>
                                        </p:tgtEl>
                                        <p:attrNameLst>
                                          <p:attrName>ppt_w</p:attrName>
                                        </p:attrNameLst>
                                      </p:cBhvr>
                                      <p:tavLst>
                                        <p:tav tm="0">
                                          <p:val>
                                            <p:fltVal val="0"/>
                                          </p:val>
                                        </p:tav>
                                        <p:tav tm="100000">
                                          <p:val>
                                            <p:strVal val="#ppt_w"/>
                                          </p:val>
                                        </p:tav>
                                      </p:tavLst>
                                    </p:anim>
                                    <p:anim calcmode="lin" valueType="num">
                                      <p:cBhvr>
                                        <p:cTn id="143" dur="500" fill="hold"/>
                                        <p:tgtEl>
                                          <p:spTgt spid="3107"/>
                                        </p:tgtEl>
                                        <p:attrNameLst>
                                          <p:attrName>ppt_h</p:attrName>
                                        </p:attrNameLst>
                                      </p:cBhvr>
                                      <p:tavLst>
                                        <p:tav tm="0">
                                          <p:val>
                                            <p:strVal val="#ppt_h"/>
                                          </p:val>
                                        </p:tav>
                                        <p:tav tm="100000">
                                          <p:val>
                                            <p:strVal val="#ppt_h"/>
                                          </p:val>
                                        </p:tav>
                                      </p:tavLst>
                                    </p:anim>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 presetClass="entr" presetSubtype="2" fill="hold" grpId="0" nodeType="clickEffect">
                                  <p:stCondLst>
                                    <p:cond delay="0"/>
                                  </p:stCondLst>
                                  <p:childTnLst>
                                    <p:set>
                                      <p:cBhvr>
                                        <p:cTn id="147" dur="1" fill="hold">
                                          <p:stCondLst>
                                            <p:cond delay="0"/>
                                          </p:stCondLst>
                                        </p:cTn>
                                        <p:tgtEl>
                                          <p:spTgt spid="3152"/>
                                        </p:tgtEl>
                                        <p:attrNameLst>
                                          <p:attrName>style.visibility</p:attrName>
                                        </p:attrNameLst>
                                      </p:cBhvr>
                                      <p:to>
                                        <p:strVal val="visible"/>
                                      </p:to>
                                    </p:set>
                                    <p:anim calcmode="lin" valueType="num">
                                      <p:cBhvr additive="base">
                                        <p:cTn id="148" dur="500" fill="hold"/>
                                        <p:tgtEl>
                                          <p:spTgt spid="3152"/>
                                        </p:tgtEl>
                                        <p:attrNameLst>
                                          <p:attrName>ppt_x</p:attrName>
                                        </p:attrNameLst>
                                      </p:cBhvr>
                                      <p:tavLst>
                                        <p:tav tm="0">
                                          <p:val>
                                            <p:strVal val="1+#ppt_w/2"/>
                                          </p:val>
                                        </p:tav>
                                        <p:tav tm="100000">
                                          <p:val>
                                            <p:strVal val="#ppt_x"/>
                                          </p:val>
                                        </p:tav>
                                      </p:tavLst>
                                    </p:anim>
                                    <p:anim calcmode="lin" valueType="num">
                                      <p:cBhvr additive="base">
                                        <p:cTn id="149" dur="500" fill="hold"/>
                                        <p:tgtEl>
                                          <p:spTgt spid="3152"/>
                                        </p:tgtEl>
                                        <p:attrNameLst>
                                          <p:attrName>ppt_y</p:attrName>
                                        </p:attrNameLst>
                                      </p:cBhvr>
                                      <p:tavLst>
                                        <p:tav tm="0">
                                          <p:val>
                                            <p:strVal val="#ppt_y"/>
                                          </p:val>
                                        </p:tav>
                                        <p:tav tm="100000">
                                          <p:val>
                                            <p:strVal val="#ppt_y"/>
                                          </p:val>
                                        </p:tav>
                                      </p:tavLst>
                                    </p:anim>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 presetClass="entr" presetSubtype="8" fill="hold" nodeType="clickEffect">
                                  <p:stCondLst>
                                    <p:cond delay="0"/>
                                  </p:stCondLst>
                                  <p:childTnLst>
                                    <p:set>
                                      <p:cBhvr>
                                        <p:cTn id="153" dur="1" fill="hold">
                                          <p:stCondLst>
                                            <p:cond delay="0"/>
                                          </p:stCondLst>
                                        </p:cTn>
                                        <p:tgtEl>
                                          <p:spTgt spid="3111"/>
                                        </p:tgtEl>
                                        <p:attrNameLst>
                                          <p:attrName>style.visibility</p:attrName>
                                        </p:attrNameLst>
                                      </p:cBhvr>
                                      <p:to>
                                        <p:strVal val="visible"/>
                                      </p:to>
                                    </p:set>
                                    <p:anim calcmode="lin" valueType="num">
                                      <p:cBhvr additive="base">
                                        <p:cTn id="154" dur="500" fill="hold"/>
                                        <p:tgtEl>
                                          <p:spTgt spid="3111"/>
                                        </p:tgtEl>
                                        <p:attrNameLst>
                                          <p:attrName>ppt_x</p:attrName>
                                        </p:attrNameLst>
                                      </p:cBhvr>
                                      <p:tavLst>
                                        <p:tav tm="0">
                                          <p:val>
                                            <p:strVal val="0-#ppt_w/2"/>
                                          </p:val>
                                        </p:tav>
                                        <p:tav tm="100000">
                                          <p:val>
                                            <p:strVal val="#ppt_x"/>
                                          </p:val>
                                        </p:tav>
                                      </p:tavLst>
                                    </p:anim>
                                    <p:anim calcmode="lin" valueType="num">
                                      <p:cBhvr additive="base">
                                        <p:cTn id="155" dur="500" fill="hold"/>
                                        <p:tgtEl>
                                          <p:spTgt spid="3111"/>
                                        </p:tgtEl>
                                        <p:attrNameLst>
                                          <p:attrName>ppt_y</p:attrName>
                                        </p:attrNameLst>
                                      </p:cBhvr>
                                      <p:tavLst>
                                        <p:tav tm="0">
                                          <p:val>
                                            <p:strVal val="#ppt_y"/>
                                          </p:val>
                                        </p:tav>
                                        <p:tav tm="100000">
                                          <p:val>
                                            <p:strVal val="#ppt_y"/>
                                          </p:val>
                                        </p:tav>
                                      </p:tavLst>
                                    </p:anim>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 presetClass="entr" presetSubtype="8" fill="hold" nodeType="clickEffect">
                                  <p:stCondLst>
                                    <p:cond delay="0"/>
                                  </p:stCondLst>
                                  <p:childTnLst>
                                    <p:set>
                                      <p:cBhvr>
                                        <p:cTn id="159" dur="1" fill="hold">
                                          <p:stCondLst>
                                            <p:cond delay="0"/>
                                          </p:stCondLst>
                                        </p:cTn>
                                        <p:tgtEl>
                                          <p:spTgt spid="3135"/>
                                        </p:tgtEl>
                                        <p:attrNameLst>
                                          <p:attrName>style.visibility</p:attrName>
                                        </p:attrNameLst>
                                      </p:cBhvr>
                                      <p:to>
                                        <p:strVal val="visible"/>
                                      </p:to>
                                    </p:set>
                                    <p:anim calcmode="lin" valueType="num">
                                      <p:cBhvr additive="base">
                                        <p:cTn id="160" dur="500" fill="hold"/>
                                        <p:tgtEl>
                                          <p:spTgt spid="3135"/>
                                        </p:tgtEl>
                                        <p:attrNameLst>
                                          <p:attrName>ppt_x</p:attrName>
                                        </p:attrNameLst>
                                      </p:cBhvr>
                                      <p:tavLst>
                                        <p:tav tm="0">
                                          <p:val>
                                            <p:strVal val="0-#ppt_w/2"/>
                                          </p:val>
                                        </p:tav>
                                        <p:tav tm="100000">
                                          <p:val>
                                            <p:strVal val="#ppt_x"/>
                                          </p:val>
                                        </p:tav>
                                      </p:tavLst>
                                    </p:anim>
                                    <p:anim calcmode="lin" valueType="num">
                                      <p:cBhvr additive="base">
                                        <p:cTn id="161" dur="500" fill="hold"/>
                                        <p:tgtEl>
                                          <p:spTgt spid="3135"/>
                                        </p:tgtEl>
                                        <p:attrNameLst>
                                          <p:attrName>ppt_y</p:attrName>
                                        </p:attrNameLst>
                                      </p:cBhvr>
                                      <p:tavLst>
                                        <p:tav tm="0">
                                          <p:val>
                                            <p:strVal val="#ppt_y"/>
                                          </p:val>
                                        </p:tav>
                                        <p:tav tm="100000">
                                          <p:val>
                                            <p:strVal val="#ppt_y"/>
                                          </p:val>
                                        </p:tav>
                                      </p:tavLst>
                                    </p:anim>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 presetClass="entr" presetSubtype="8" fill="hold" nodeType="clickEffect">
                                  <p:stCondLst>
                                    <p:cond delay="0"/>
                                  </p:stCondLst>
                                  <p:childTnLst>
                                    <p:set>
                                      <p:cBhvr>
                                        <p:cTn id="165" dur="1" fill="hold">
                                          <p:stCondLst>
                                            <p:cond delay="0"/>
                                          </p:stCondLst>
                                        </p:cTn>
                                        <p:tgtEl>
                                          <p:spTgt spid="3116"/>
                                        </p:tgtEl>
                                        <p:attrNameLst>
                                          <p:attrName>style.visibility</p:attrName>
                                        </p:attrNameLst>
                                      </p:cBhvr>
                                      <p:to>
                                        <p:strVal val="visible"/>
                                      </p:to>
                                    </p:set>
                                    <p:anim calcmode="lin" valueType="num">
                                      <p:cBhvr additive="base">
                                        <p:cTn id="166" dur="500" fill="hold"/>
                                        <p:tgtEl>
                                          <p:spTgt spid="3116"/>
                                        </p:tgtEl>
                                        <p:attrNameLst>
                                          <p:attrName>ppt_x</p:attrName>
                                        </p:attrNameLst>
                                      </p:cBhvr>
                                      <p:tavLst>
                                        <p:tav tm="0">
                                          <p:val>
                                            <p:strVal val="0-#ppt_w/2"/>
                                          </p:val>
                                        </p:tav>
                                        <p:tav tm="100000">
                                          <p:val>
                                            <p:strVal val="#ppt_x"/>
                                          </p:val>
                                        </p:tav>
                                      </p:tavLst>
                                    </p:anim>
                                    <p:anim calcmode="lin" valueType="num">
                                      <p:cBhvr additive="base">
                                        <p:cTn id="167" dur="500" fill="hold"/>
                                        <p:tgtEl>
                                          <p:spTgt spid="3116"/>
                                        </p:tgtEl>
                                        <p:attrNameLst>
                                          <p:attrName>ppt_y</p:attrName>
                                        </p:attrNameLst>
                                      </p:cBhvr>
                                      <p:tavLst>
                                        <p:tav tm="0">
                                          <p:val>
                                            <p:strVal val="#ppt_y"/>
                                          </p:val>
                                        </p:tav>
                                        <p:tav tm="100000">
                                          <p:val>
                                            <p:strVal val="#ppt_y"/>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 presetClass="entr" presetSubtype="8" fill="hold" nodeType="clickEffect">
                                  <p:stCondLst>
                                    <p:cond delay="0"/>
                                  </p:stCondLst>
                                  <p:childTnLst>
                                    <p:set>
                                      <p:cBhvr>
                                        <p:cTn id="171" dur="1" fill="hold">
                                          <p:stCondLst>
                                            <p:cond delay="0"/>
                                          </p:stCondLst>
                                        </p:cTn>
                                        <p:tgtEl>
                                          <p:spTgt spid="3123"/>
                                        </p:tgtEl>
                                        <p:attrNameLst>
                                          <p:attrName>style.visibility</p:attrName>
                                        </p:attrNameLst>
                                      </p:cBhvr>
                                      <p:to>
                                        <p:strVal val="visible"/>
                                      </p:to>
                                    </p:set>
                                    <p:anim calcmode="lin" valueType="num">
                                      <p:cBhvr additive="base">
                                        <p:cTn id="172" dur="500" fill="hold"/>
                                        <p:tgtEl>
                                          <p:spTgt spid="3123"/>
                                        </p:tgtEl>
                                        <p:attrNameLst>
                                          <p:attrName>ppt_x</p:attrName>
                                        </p:attrNameLst>
                                      </p:cBhvr>
                                      <p:tavLst>
                                        <p:tav tm="0">
                                          <p:val>
                                            <p:strVal val="0-#ppt_w/2"/>
                                          </p:val>
                                        </p:tav>
                                        <p:tav tm="100000">
                                          <p:val>
                                            <p:strVal val="#ppt_x"/>
                                          </p:val>
                                        </p:tav>
                                      </p:tavLst>
                                    </p:anim>
                                    <p:anim calcmode="lin" valueType="num">
                                      <p:cBhvr additive="base">
                                        <p:cTn id="173" dur="500" fill="hold"/>
                                        <p:tgtEl>
                                          <p:spTgt spid="3123"/>
                                        </p:tgtEl>
                                        <p:attrNameLst>
                                          <p:attrName>ppt_y</p:attrName>
                                        </p:attrNameLst>
                                      </p:cBhvr>
                                      <p:tavLst>
                                        <p:tav tm="0">
                                          <p:val>
                                            <p:strVal val="#ppt_y"/>
                                          </p:val>
                                        </p:tav>
                                        <p:tav tm="100000">
                                          <p:val>
                                            <p:strVal val="#ppt_y"/>
                                          </p:val>
                                        </p:tav>
                                      </p:tavLst>
                                    </p:anim>
                                  </p:childTnLst>
                                </p:cTn>
                              </p:par>
                            </p:childTnLst>
                          </p:cTn>
                        </p:par>
                      </p:childTnLst>
                    </p:cTn>
                  </p:par>
                  <p:par>
                    <p:cTn id="174" fill="hold" nodeType="clickPar">
                      <p:stCondLst>
                        <p:cond delay="indefinite"/>
                      </p:stCondLst>
                      <p:childTnLst>
                        <p:par>
                          <p:cTn id="175" fill="hold" nodeType="withGroup">
                            <p:stCondLst>
                              <p:cond delay="0"/>
                            </p:stCondLst>
                            <p:childTnLst>
                              <p:par>
                                <p:cTn id="176" presetID="2" presetClass="entr" presetSubtype="2" fill="hold" grpId="0" nodeType="clickEffect">
                                  <p:stCondLst>
                                    <p:cond delay="0"/>
                                  </p:stCondLst>
                                  <p:childTnLst>
                                    <p:set>
                                      <p:cBhvr>
                                        <p:cTn id="177" dur="1" fill="hold">
                                          <p:stCondLst>
                                            <p:cond delay="0"/>
                                          </p:stCondLst>
                                        </p:cTn>
                                        <p:tgtEl>
                                          <p:spTgt spid="3129"/>
                                        </p:tgtEl>
                                        <p:attrNameLst>
                                          <p:attrName>style.visibility</p:attrName>
                                        </p:attrNameLst>
                                      </p:cBhvr>
                                      <p:to>
                                        <p:strVal val="visible"/>
                                      </p:to>
                                    </p:set>
                                    <p:anim calcmode="lin" valueType="num">
                                      <p:cBhvr additive="base">
                                        <p:cTn id="178" dur="500" fill="hold"/>
                                        <p:tgtEl>
                                          <p:spTgt spid="3129"/>
                                        </p:tgtEl>
                                        <p:attrNameLst>
                                          <p:attrName>ppt_x</p:attrName>
                                        </p:attrNameLst>
                                      </p:cBhvr>
                                      <p:tavLst>
                                        <p:tav tm="0">
                                          <p:val>
                                            <p:strVal val="1+#ppt_w/2"/>
                                          </p:val>
                                        </p:tav>
                                        <p:tav tm="100000">
                                          <p:val>
                                            <p:strVal val="#ppt_x"/>
                                          </p:val>
                                        </p:tav>
                                      </p:tavLst>
                                    </p:anim>
                                    <p:anim calcmode="lin" valueType="num">
                                      <p:cBhvr additive="base">
                                        <p:cTn id="179" dur="500" fill="hold"/>
                                        <p:tgtEl>
                                          <p:spTgt spid="3129"/>
                                        </p:tgtEl>
                                        <p:attrNameLst>
                                          <p:attrName>ppt_y</p:attrName>
                                        </p:attrNameLst>
                                      </p:cBhvr>
                                      <p:tavLst>
                                        <p:tav tm="0">
                                          <p:val>
                                            <p:strVal val="#ppt_y"/>
                                          </p:val>
                                        </p:tav>
                                        <p:tav tm="100000">
                                          <p:val>
                                            <p:strVal val="#ppt_y"/>
                                          </p:val>
                                        </p:tav>
                                      </p:tavLst>
                                    </p:anim>
                                  </p:childTnLst>
                                </p:cTn>
                              </p:par>
                            </p:childTnLst>
                          </p:cTn>
                        </p:par>
                      </p:childTnLst>
                    </p:cTn>
                  </p:par>
                  <p:par>
                    <p:cTn id="180" fill="hold" nodeType="clickPar">
                      <p:stCondLst>
                        <p:cond delay="indefinite"/>
                      </p:stCondLst>
                      <p:childTnLst>
                        <p:par>
                          <p:cTn id="181" fill="hold" nodeType="withGroup">
                            <p:stCondLst>
                              <p:cond delay="0"/>
                            </p:stCondLst>
                            <p:childTnLst>
                              <p:par>
                                <p:cTn id="182" presetID="17" presetClass="entr" presetSubtype="8" fill="hold" grpId="0" nodeType="clickEffect">
                                  <p:stCondLst>
                                    <p:cond delay="0"/>
                                  </p:stCondLst>
                                  <p:iterate type="wd">
                                    <p:tmPct val="100000"/>
                                  </p:iterate>
                                  <p:childTnLst>
                                    <p:set>
                                      <p:cBhvr>
                                        <p:cTn id="183" dur="1" fill="hold">
                                          <p:stCondLst>
                                            <p:cond delay="0"/>
                                          </p:stCondLst>
                                        </p:cTn>
                                        <p:tgtEl>
                                          <p:spTgt spid="3149"/>
                                        </p:tgtEl>
                                        <p:attrNameLst>
                                          <p:attrName>style.visibility</p:attrName>
                                        </p:attrNameLst>
                                      </p:cBhvr>
                                      <p:to>
                                        <p:strVal val="visible"/>
                                      </p:to>
                                    </p:set>
                                    <p:anim calcmode="lin" valueType="num">
                                      <p:cBhvr>
                                        <p:cTn id="184" dur="300" fill="hold"/>
                                        <p:tgtEl>
                                          <p:spTgt spid="3149"/>
                                        </p:tgtEl>
                                        <p:attrNameLst>
                                          <p:attrName>ppt_x</p:attrName>
                                        </p:attrNameLst>
                                      </p:cBhvr>
                                      <p:tavLst>
                                        <p:tav tm="0">
                                          <p:val>
                                            <p:strVal val="#ppt_x-#ppt_w/2"/>
                                          </p:val>
                                        </p:tav>
                                        <p:tav tm="100000">
                                          <p:val>
                                            <p:strVal val="#ppt_x"/>
                                          </p:val>
                                        </p:tav>
                                      </p:tavLst>
                                    </p:anim>
                                    <p:anim calcmode="lin" valueType="num">
                                      <p:cBhvr>
                                        <p:cTn id="185" dur="300" fill="hold"/>
                                        <p:tgtEl>
                                          <p:spTgt spid="3149"/>
                                        </p:tgtEl>
                                        <p:attrNameLst>
                                          <p:attrName>ppt_y</p:attrName>
                                        </p:attrNameLst>
                                      </p:cBhvr>
                                      <p:tavLst>
                                        <p:tav tm="0">
                                          <p:val>
                                            <p:strVal val="#ppt_y"/>
                                          </p:val>
                                        </p:tav>
                                        <p:tav tm="100000">
                                          <p:val>
                                            <p:strVal val="#ppt_y"/>
                                          </p:val>
                                        </p:tav>
                                      </p:tavLst>
                                    </p:anim>
                                    <p:anim calcmode="lin" valueType="num">
                                      <p:cBhvr>
                                        <p:cTn id="186" dur="300" fill="hold"/>
                                        <p:tgtEl>
                                          <p:spTgt spid="3149"/>
                                        </p:tgtEl>
                                        <p:attrNameLst>
                                          <p:attrName>ppt_w</p:attrName>
                                        </p:attrNameLst>
                                      </p:cBhvr>
                                      <p:tavLst>
                                        <p:tav tm="0">
                                          <p:val>
                                            <p:fltVal val="0"/>
                                          </p:val>
                                        </p:tav>
                                        <p:tav tm="100000">
                                          <p:val>
                                            <p:strVal val="#ppt_w"/>
                                          </p:val>
                                        </p:tav>
                                      </p:tavLst>
                                    </p:anim>
                                    <p:anim calcmode="lin" valueType="num">
                                      <p:cBhvr>
                                        <p:cTn id="187" dur="300" fill="hold"/>
                                        <p:tgtEl>
                                          <p:spTgt spid="3149"/>
                                        </p:tgtEl>
                                        <p:attrNameLst>
                                          <p:attrName>ppt_h</p:attrName>
                                        </p:attrNameLst>
                                      </p:cBhvr>
                                      <p:tavLst>
                                        <p:tav tm="0">
                                          <p:val>
                                            <p:strVal val="#ppt_h"/>
                                          </p:val>
                                        </p:tav>
                                        <p:tav tm="100000">
                                          <p:val>
                                            <p:strVal val="#ppt_h"/>
                                          </p:val>
                                        </p:tav>
                                      </p:tavLst>
                                    </p:anim>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 presetClass="entr" presetSubtype="8" fill="hold" grpId="0" nodeType="clickEffect">
                                  <p:stCondLst>
                                    <p:cond delay="0"/>
                                  </p:stCondLst>
                                  <p:childTnLst>
                                    <p:set>
                                      <p:cBhvr>
                                        <p:cTn id="191" dur="1" fill="hold">
                                          <p:stCondLst>
                                            <p:cond delay="0"/>
                                          </p:stCondLst>
                                        </p:cTn>
                                        <p:tgtEl>
                                          <p:spTgt spid="3151"/>
                                        </p:tgtEl>
                                        <p:attrNameLst>
                                          <p:attrName>style.visibility</p:attrName>
                                        </p:attrNameLst>
                                      </p:cBhvr>
                                      <p:to>
                                        <p:strVal val="visible"/>
                                      </p:to>
                                    </p:set>
                                    <p:anim calcmode="lin" valueType="num">
                                      <p:cBhvr additive="base">
                                        <p:cTn id="192" dur="500" fill="hold"/>
                                        <p:tgtEl>
                                          <p:spTgt spid="3151"/>
                                        </p:tgtEl>
                                        <p:attrNameLst>
                                          <p:attrName>ppt_x</p:attrName>
                                        </p:attrNameLst>
                                      </p:cBhvr>
                                      <p:tavLst>
                                        <p:tav tm="0">
                                          <p:val>
                                            <p:strVal val="0-#ppt_w/2"/>
                                          </p:val>
                                        </p:tav>
                                        <p:tav tm="100000">
                                          <p:val>
                                            <p:strVal val="#ppt_x"/>
                                          </p:val>
                                        </p:tav>
                                      </p:tavLst>
                                    </p:anim>
                                    <p:anim calcmode="lin" valueType="num">
                                      <p:cBhvr additive="base">
                                        <p:cTn id="193" dur="500" fill="hold"/>
                                        <p:tgtEl>
                                          <p:spTgt spid="3151"/>
                                        </p:tgtEl>
                                        <p:attrNameLst>
                                          <p:attrName>ppt_y</p:attrName>
                                        </p:attrNameLst>
                                      </p:cBhvr>
                                      <p:tavLst>
                                        <p:tav tm="0">
                                          <p:val>
                                            <p:strVal val="#ppt_y"/>
                                          </p:val>
                                        </p:tav>
                                        <p:tav tm="100000">
                                          <p:val>
                                            <p:strVal val="#ppt_y"/>
                                          </p:val>
                                        </p:tav>
                                      </p:tavLst>
                                    </p:anim>
                                  </p:childTnLst>
                                </p:cTn>
                              </p:par>
                            </p:childTnLst>
                          </p:cTn>
                        </p:par>
                      </p:childTnLst>
                    </p:cTn>
                  </p:par>
                  <p:par>
                    <p:cTn id="194" fill="hold" nodeType="clickPar">
                      <p:stCondLst>
                        <p:cond delay="indefinite"/>
                      </p:stCondLst>
                      <p:childTnLst>
                        <p:par>
                          <p:cTn id="195" fill="hold" nodeType="withGroup">
                            <p:stCondLst>
                              <p:cond delay="0"/>
                            </p:stCondLst>
                            <p:childTnLst>
                              <p:par>
                                <p:cTn id="196" presetID="17" presetClass="entr" presetSubtype="8" fill="hold" grpId="0" nodeType="clickEffect">
                                  <p:stCondLst>
                                    <p:cond delay="0"/>
                                  </p:stCondLst>
                                  <p:childTnLst>
                                    <p:set>
                                      <p:cBhvr>
                                        <p:cTn id="197" dur="1" fill="hold">
                                          <p:stCondLst>
                                            <p:cond delay="0"/>
                                          </p:stCondLst>
                                        </p:cTn>
                                        <p:tgtEl>
                                          <p:spTgt spid="3154"/>
                                        </p:tgtEl>
                                        <p:attrNameLst>
                                          <p:attrName>style.visibility</p:attrName>
                                        </p:attrNameLst>
                                      </p:cBhvr>
                                      <p:to>
                                        <p:strVal val="visible"/>
                                      </p:to>
                                    </p:set>
                                    <p:anim calcmode="lin" valueType="num">
                                      <p:cBhvr>
                                        <p:cTn id="198" dur="500" fill="hold"/>
                                        <p:tgtEl>
                                          <p:spTgt spid="3154"/>
                                        </p:tgtEl>
                                        <p:attrNameLst>
                                          <p:attrName>ppt_x</p:attrName>
                                        </p:attrNameLst>
                                      </p:cBhvr>
                                      <p:tavLst>
                                        <p:tav tm="0">
                                          <p:val>
                                            <p:strVal val="#ppt_x-#ppt_w/2"/>
                                          </p:val>
                                        </p:tav>
                                        <p:tav tm="100000">
                                          <p:val>
                                            <p:strVal val="#ppt_x"/>
                                          </p:val>
                                        </p:tav>
                                      </p:tavLst>
                                    </p:anim>
                                    <p:anim calcmode="lin" valueType="num">
                                      <p:cBhvr>
                                        <p:cTn id="199" dur="500" fill="hold"/>
                                        <p:tgtEl>
                                          <p:spTgt spid="3154"/>
                                        </p:tgtEl>
                                        <p:attrNameLst>
                                          <p:attrName>ppt_y</p:attrName>
                                        </p:attrNameLst>
                                      </p:cBhvr>
                                      <p:tavLst>
                                        <p:tav tm="0">
                                          <p:val>
                                            <p:strVal val="#ppt_y"/>
                                          </p:val>
                                        </p:tav>
                                        <p:tav tm="100000">
                                          <p:val>
                                            <p:strVal val="#ppt_y"/>
                                          </p:val>
                                        </p:tav>
                                      </p:tavLst>
                                    </p:anim>
                                    <p:anim calcmode="lin" valueType="num">
                                      <p:cBhvr>
                                        <p:cTn id="200" dur="500" fill="hold"/>
                                        <p:tgtEl>
                                          <p:spTgt spid="3154"/>
                                        </p:tgtEl>
                                        <p:attrNameLst>
                                          <p:attrName>ppt_w</p:attrName>
                                        </p:attrNameLst>
                                      </p:cBhvr>
                                      <p:tavLst>
                                        <p:tav tm="0">
                                          <p:val>
                                            <p:fltVal val="0"/>
                                          </p:val>
                                        </p:tav>
                                        <p:tav tm="100000">
                                          <p:val>
                                            <p:strVal val="#ppt_w"/>
                                          </p:val>
                                        </p:tav>
                                      </p:tavLst>
                                    </p:anim>
                                    <p:anim calcmode="lin" valueType="num">
                                      <p:cBhvr>
                                        <p:cTn id="201" dur="500" fill="hold"/>
                                        <p:tgtEl>
                                          <p:spTgt spid="3154"/>
                                        </p:tgtEl>
                                        <p:attrNameLst>
                                          <p:attrName>ppt_h</p:attrName>
                                        </p:attrNameLst>
                                      </p:cBhvr>
                                      <p:tavLst>
                                        <p:tav tm="0">
                                          <p:val>
                                            <p:strVal val="#ppt_h"/>
                                          </p:val>
                                        </p:tav>
                                        <p:tav tm="100000">
                                          <p:val>
                                            <p:strVal val="#ppt_h"/>
                                          </p:val>
                                        </p:tav>
                                      </p:tavLst>
                                    </p:anim>
                                  </p:childTnLst>
                                </p:cTn>
                              </p:par>
                            </p:childTnLst>
                          </p:cTn>
                        </p:par>
                      </p:childTnLst>
                    </p:cTn>
                  </p:par>
                  <p:par>
                    <p:cTn id="202" fill="hold" nodeType="clickPar">
                      <p:stCondLst>
                        <p:cond delay="indefinite"/>
                      </p:stCondLst>
                      <p:childTnLst>
                        <p:par>
                          <p:cTn id="203" fill="hold" nodeType="withGroup">
                            <p:stCondLst>
                              <p:cond delay="0"/>
                            </p:stCondLst>
                            <p:childTnLst>
                              <p:par>
                                <p:cTn id="204" presetID="17" presetClass="entr" presetSubtype="8" fill="hold" nodeType="clickEffect">
                                  <p:stCondLst>
                                    <p:cond delay="0"/>
                                  </p:stCondLst>
                                  <p:childTnLst>
                                    <p:set>
                                      <p:cBhvr>
                                        <p:cTn id="205" dur="1" fill="hold">
                                          <p:stCondLst>
                                            <p:cond delay="0"/>
                                          </p:stCondLst>
                                        </p:cTn>
                                        <p:tgtEl>
                                          <p:spTgt spid="3130"/>
                                        </p:tgtEl>
                                        <p:attrNameLst>
                                          <p:attrName>style.visibility</p:attrName>
                                        </p:attrNameLst>
                                      </p:cBhvr>
                                      <p:to>
                                        <p:strVal val="visible"/>
                                      </p:to>
                                    </p:set>
                                    <p:anim calcmode="lin" valueType="num">
                                      <p:cBhvr>
                                        <p:cTn id="206" dur="500" fill="hold"/>
                                        <p:tgtEl>
                                          <p:spTgt spid="3130"/>
                                        </p:tgtEl>
                                        <p:attrNameLst>
                                          <p:attrName>ppt_x</p:attrName>
                                        </p:attrNameLst>
                                      </p:cBhvr>
                                      <p:tavLst>
                                        <p:tav tm="0">
                                          <p:val>
                                            <p:strVal val="#ppt_x-#ppt_w/2"/>
                                          </p:val>
                                        </p:tav>
                                        <p:tav tm="100000">
                                          <p:val>
                                            <p:strVal val="#ppt_x"/>
                                          </p:val>
                                        </p:tav>
                                      </p:tavLst>
                                    </p:anim>
                                    <p:anim calcmode="lin" valueType="num">
                                      <p:cBhvr>
                                        <p:cTn id="207" dur="500" fill="hold"/>
                                        <p:tgtEl>
                                          <p:spTgt spid="3130"/>
                                        </p:tgtEl>
                                        <p:attrNameLst>
                                          <p:attrName>ppt_y</p:attrName>
                                        </p:attrNameLst>
                                      </p:cBhvr>
                                      <p:tavLst>
                                        <p:tav tm="0">
                                          <p:val>
                                            <p:strVal val="#ppt_y"/>
                                          </p:val>
                                        </p:tav>
                                        <p:tav tm="100000">
                                          <p:val>
                                            <p:strVal val="#ppt_y"/>
                                          </p:val>
                                        </p:tav>
                                      </p:tavLst>
                                    </p:anim>
                                    <p:anim calcmode="lin" valueType="num">
                                      <p:cBhvr>
                                        <p:cTn id="208" dur="500" fill="hold"/>
                                        <p:tgtEl>
                                          <p:spTgt spid="3130"/>
                                        </p:tgtEl>
                                        <p:attrNameLst>
                                          <p:attrName>ppt_w</p:attrName>
                                        </p:attrNameLst>
                                      </p:cBhvr>
                                      <p:tavLst>
                                        <p:tav tm="0">
                                          <p:val>
                                            <p:fltVal val="0"/>
                                          </p:val>
                                        </p:tav>
                                        <p:tav tm="100000">
                                          <p:val>
                                            <p:strVal val="#ppt_w"/>
                                          </p:val>
                                        </p:tav>
                                      </p:tavLst>
                                    </p:anim>
                                    <p:anim calcmode="lin" valueType="num">
                                      <p:cBhvr>
                                        <p:cTn id="209" dur="500" fill="hold"/>
                                        <p:tgtEl>
                                          <p:spTgt spid="313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5" grpId="0" animBg="1"/>
      <p:bldP spid="3106" grpId="0" animBg="1"/>
      <p:bldP spid="3129" grpId="0" animBg="1"/>
      <p:bldP spid="3140" grpId="0" autoUpdateAnimBg="0"/>
      <p:bldP spid="3141" grpId="0" autoUpdateAnimBg="0"/>
      <p:bldP spid="3142" grpId="0" autoUpdateAnimBg="0"/>
      <p:bldP spid="3143" grpId="0" animBg="1"/>
      <p:bldP spid="3144" grpId="0" animBg="1"/>
      <p:bldP spid="3145" grpId="0" autoUpdateAnimBg="0"/>
      <p:bldP spid="3146" grpId="0" autoUpdateAnimBg="0"/>
      <p:bldP spid="3147" grpId="0" autoUpdateAnimBg="0"/>
      <p:bldP spid="3148" grpId="0" autoUpdateAnimBg="0"/>
      <p:bldP spid="3149" grpId="0" autoUpdateAnimBg="0"/>
      <p:bldP spid="3150" grpId="0" autoUpdateAnimBg="0"/>
      <p:bldP spid="3151" grpId="0" autoUpdateAnimBg="0"/>
      <p:bldP spid="3152" grpId="0" autoUpdateAnimBg="0"/>
      <p:bldP spid="3153" grpId="0" autoUpdateAnimBg="0"/>
      <p:bldP spid="3154"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2"/>
          <p:cNvGrpSpPr>
            <a:grpSpLocks/>
          </p:cNvGrpSpPr>
          <p:nvPr/>
        </p:nvGrpSpPr>
        <p:grpSpPr bwMode="auto">
          <a:xfrm>
            <a:off x="5764213" y="2058988"/>
            <a:ext cx="754062" cy="1423987"/>
            <a:chOff x="2208" y="864"/>
            <a:chExt cx="432" cy="816"/>
          </a:xfrm>
        </p:grpSpPr>
        <p:sp>
          <p:nvSpPr>
            <p:cNvPr id="5232" name="Oval 3"/>
            <p:cNvSpPr>
              <a:spLocks noChangeArrowheads="1"/>
            </p:cNvSpPr>
            <p:nvPr/>
          </p:nvSpPr>
          <p:spPr bwMode="auto">
            <a:xfrm>
              <a:off x="2208" y="864"/>
              <a:ext cx="432" cy="192"/>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233" name="Line 4"/>
            <p:cNvSpPr>
              <a:spLocks noChangeShapeType="1"/>
            </p:cNvSpPr>
            <p:nvPr/>
          </p:nvSpPr>
          <p:spPr bwMode="auto">
            <a:xfrm>
              <a:off x="2208" y="960"/>
              <a:ext cx="0" cy="6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34" name="Line 5"/>
            <p:cNvSpPr>
              <a:spLocks noChangeShapeType="1"/>
            </p:cNvSpPr>
            <p:nvPr/>
          </p:nvSpPr>
          <p:spPr bwMode="auto">
            <a:xfrm>
              <a:off x="2640" y="960"/>
              <a:ext cx="0" cy="6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35" name="Oval 6"/>
            <p:cNvSpPr>
              <a:spLocks noChangeArrowheads="1"/>
            </p:cNvSpPr>
            <p:nvPr/>
          </p:nvSpPr>
          <p:spPr bwMode="auto">
            <a:xfrm>
              <a:off x="2208" y="1488"/>
              <a:ext cx="432" cy="192"/>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6151" name="Group 7"/>
          <p:cNvGrpSpPr>
            <a:grpSpLocks/>
          </p:cNvGrpSpPr>
          <p:nvPr/>
        </p:nvGrpSpPr>
        <p:grpSpPr bwMode="auto">
          <a:xfrm>
            <a:off x="7421563" y="1982788"/>
            <a:ext cx="857250" cy="1524000"/>
            <a:chOff x="3024" y="912"/>
            <a:chExt cx="432" cy="768"/>
          </a:xfrm>
        </p:grpSpPr>
        <p:sp>
          <p:nvSpPr>
            <p:cNvPr id="5229" name="Oval 8"/>
            <p:cNvSpPr>
              <a:spLocks noChangeArrowheads="1"/>
            </p:cNvSpPr>
            <p:nvPr/>
          </p:nvSpPr>
          <p:spPr bwMode="auto">
            <a:xfrm>
              <a:off x="3024" y="1488"/>
              <a:ext cx="432" cy="19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230" name="Line 9"/>
            <p:cNvSpPr>
              <a:spLocks noChangeShapeType="1"/>
            </p:cNvSpPr>
            <p:nvPr/>
          </p:nvSpPr>
          <p:spPr bwMode="auto">
            <a:xfrm flipH="1">
              <a:off x="3024" y="912"/>
              <a:ext cx="192"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31" name="Line 10"/>
            <p:cNvSpPr>
              <a:spLocks noChangeShapeType="1"/>
            </p:cNvSpPr>
            <p:nvPr/>
          </p:nvSpPr>
          <p:spPr bwMode="auto">
            <a:xfrm rot="19437180" flipH="1">
              <a:off x="3240" y="912"/>
              <a:ext cx="192"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6155" name="Group 11"/>
          <p:cNvGrpSpPr>
            <a:grpSpLocks/>
          </p:cNvGrpSpPr>
          <p:nvPr/>
        </p:nvGrpSpPr>
        <p:grpSpPr bwMode="auto">
          <a:xfrm>
            <a:off x="3352800" y="2116138"/>
            <a:ext cx="919163" cy="1397000"/>
            <a:chOff x="1982" y="1476"/>
            <a:chExt cx="579" cy="880"/>
          </a:xfrm>
        </p:grpSpPr>
        <p:sp>
          <p:nvSpPr>
            <p:cNvPr id="5225" name="Line 12"/>
            <p:cNvSpPr>
              <a:spLocks noChangeShapeType="1"/>
            </p:cNvSpPr>
            <p:nvPr/>
          </p:nvSpPr>
          <p:spPr bwMode="auto">
            <a:xfrm flipH="1">
              <a:off x="1989" y="1476"/>
              <a:ext cx="283" cy="7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26" name="Line 13"/>
            <p:cNvSpPr>
              <a:spLocks noChangeShapeType="1"/>
            </p:cNvSpPr>
            <p:nvPr/>
          </p:nvSpPr>
          <p:spPr bwMode="auto">
            <a:xfrm>
              <a:off x="2272" y="1476"/>
              <a:ext cx="282" cy="76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27" name="AutoShape 14"/>
            <p:cNvSpPr>
              <a:spLocks noChangeArrowheads="1"/>
            </p:cNvSpPr>
            <p:nvPr/>
          </p:nvSpPr>
          <p:spPr bwMode="auto">
            <a:xfrm>
              <a:off x="1982" y="2123"/>
              <a:ext cx="579" cy="233"/>
            </a:xfrm>
            <a:prstGeom prst="diamond">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228" name="Line 15"/>
            <p:cNvSpPr>
              <a:spLocks noChangeShapeType="1"/>
            </p:cNvSpPr>
            <p:nvPr/>
          </p:nvSpPr>
          <p:spPr bwMode="auto">
            <a:xfrm flipH="1">
              <a:off x="2274" y="1488"/>
              <a:ext cx="2" cy="8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6160" name="Text Box 16"/>
          <p:cNvSpPr txBox="1">
            <a:spLocks noChangeArrowheads="1"/>
          </p:cNvSpPr>
          <p:nvPr/>
        </p:nvSpPr>
        <p:spPr bwMode="auto">
          <a:xfrm>
            <a:off x="3184525" y="142875"/>
            <a:ext cx="16898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200" b="1">
                <a:latin typeface="Times New Roman" panose="02020603050405020304" pitchFamily="18" charset="0"/>
              </a:rPr>
              <a:t>SOLIDS</a:t>
            </a:r>
          </a:p>
        </p:txBody>
      </p:sp>
      <p:sp>
        <p:nvSpPr>
          <p:cNvPr id="6161" name="Text Box 17"/>
          <p:cNvSpPr txBox="1">
            <a:spLocks noChangeArrowheads="1"/>
          </p:cNvSpPr>
          <p:nvPr/>
        </p:nvSpPr>
        <p:spPr bwMode="auto">
          <a:xfrm>
            <a:off x="1066800" y="500063"/>
            <a:ext cx="73025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200">
                <a:latin typeface="Times New Roman" panose="02020603050405020304" pitchFamily="18" charset="0"/>
              </a:rPr>
              <a:t>Dimensional parameters of different solids.</a:t>
            </a:r>
          </a:p>
        </p:txBody>
      </p:sp>
      <p:sp>
        <p:nvSpPr>
          <p:cNvPr id="6162" name="Line 18"/>
          <p:cNvSpPr>
            <a:spLocks noChangeShapeType="1"/>
          </p:cNvSpPr>
          <p:nvPr/>
        </p:nvSpPr>
        <p:spPr bwMode="auto">
          <a:xfrm>
            <a:off x="0" y="3506788"/>
            <a:ext cx="914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6163" name="Group 19"/>
          <p:cNvGrpSpPr>
            <a:grpSpLocks/>
          </p:cNvGrpSpPr>
          <p:nvPr/>
        </p:nvGrpSpPr>
        <p:grpSpPr bwMode="auto">
          <a:xfrm>
            <a:off x="1192213" y="2217738"/>
            <a:ext cx="728662" cy="1285875"/>
            <a:chOff x="624" y="1540"/>
            <a:chExt cx="459" cy="810"/>
          </a:xfrm>
        </p:grpSpPr>
        <p:sp>
          <p:nvSpPr>
            <p:cNvPr id="5220" name="AutoShape 20"/>
            <p:cNvSpPr>
              <a:spLocks noChangeArrowheads="1"/>
            </p:cNvSpPr>
            <p:nvPr/>
          </p:nvSpPr>
          <p:spPr bwMode="auto">
            <a:xfrm>
              <a:off x="630" y="1540"/>
              <a:ext cx="453" cy="181"/>
            </a:xfrm>
            <a:prstGeom prst="diamond">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221" name="Line 21"/>
            <p:cNvSpPr>
              <a:spLocks noChangeShapeType="1"/>
            </p:cNvSpPr>
            <p:nvPr/>
          </p:nvSpPr>
          <p:spPr bwMode="auto">
            <a:xfrm>
              <a:off x="630" y="1631"/>
              <a:ext cx="0" cy="63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22" name="Line 22"/>
            <p:cNvSpPr>
              <a:spLocks noChangeShapeType="1"/>
            </p:cNvSpPr>
            <p:nvPr/>
          </p:nvSpPr>
          <p:spPr bwMode="auto">
            <a:xfrm>
              <a:off x="1078" y="1631"/>
              <a:ext cx="0" cy="63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23" name="AutoShape 23"/>
            <p:cNvSpPr>
              <a:spLocks noChangeArrowheads="1"/>
            </p:cNvSpPr>
            <p:nvPr/>
          </p:nvSpPr>
          <p:spPr bwMode="auto">
            <a:xfrm>
              <a:off x="624" y="2169"/>
              <a:ext cx="453" cy="181"/>
            </a:xfrm>
            <a:prstGeom prst="diamond">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224" name="Line 24"/>
            <p:cNvSpPr>
              <a:spLocks noChangeShapeType="1"/>
            </p:cNvSpPr>
            <p:nvPr/>
          </p:nvSpPr>
          <p:spPr bwMode="auto">
            <a:xfrm flipV="1">
              <a:off x="855" y="1725"/>
              <a:ext cx="0" cy="62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6169" name="Line 25"/>
          <p:cNvSpPr>
            <a:spLocks noChangeShapeType="1"/>
          </p:cNvSpPr>
          <p:nvPr/>
        </p:nvSpPr>
        <p:spPr bwMode="auto">
          <a:xfrm>
            <a:off x="914400" y="2516188"/>
            <a:ext cx="430213"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70" name="Line 26"/>
          <p:cNvSpPr>
            <a:spLocks noChangeShapeType="1"/>
          </p:cNvSpPr>
          <p:nvPr/>
        </p:nvSpPr>
        <p:spPr bwMode="auto">
          <a:xfrm>
            <a:off x="1268413" y="2211388"/>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71" name="Line 27"/>
          <p:cNvSpPr>
            <a:spLocks noChangeShapeType="1"/>
          </p:cNvSpPr>
          <p:nvPr/>
        </p:nvSpPr>
        <p:spPr bwMode="auto">
          <a:xfrm>
            <a:off x="963613" y="2982913"/>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72" name="Line 28"/>
          <p:cNvSpPr>
            <a:spLocks noChangeShapeType="1"/>
          </p:cNvSpPr>
          <p:nvPr/>
        </p:nvSpPr>
        <p:spPr bwMode="auto">
          <a:xfrm>
            <a:off x="3424238" y="2439988"/>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73" name="Line 29"/>
          <p:cNvSpPr>
            <a:spLocks noChangeShapeType="1"/>
          </p:cNvSpPr>
          <p:nvPr/>
        </p:nvSpPr>
        <p:spPr bwMode="auto">
          <a:xfrm rot="6812104">
            <a:off x="3910013" y="2716213"/>
            <a:ext cx="342900" cy="2476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74" name="Line 30"/>
          <p:cNvSpPr>
            <a:spLocks noChangeShapeType="1"/>
          </p:cNvSpPr>
          <p:nvPr/>
        </p:nvSpPr>
        <p:spPr bwMode="auto">
          <a:xfrm>
            <a:off x="3571875" y="1963738"/>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75" name="Line 31"/>
          <p:cNvSpPr>
            <a:spLocks noChangeShapeType="1"/>
          </p:cNvSpPr>
          <p:nvPr/>
        </p:nvSpPr>
        <p:spPr bwMode="auto">
          <a:xfrm>
            <a:off x="4265613" y="3322638"/>
            <a:ext cx="301625" cy="26035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76" name="Line 32"/>
          <p:cNvSpPr>
            <a:spLocks noChangeShapeType="1"/>
          </p:cNvSpPr>
          <p:nvPr/>
        </p:nvSpPr>
        <p:spPr bwMode="auto">
          <a:xfrm rot="3402223" flipV="1">
            <a:off x="3390107" y="3336131"/>
            <a:ext cx="0" cy="3794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77" name="Line 33"/>
          <p:cNvSpPr>
            <a:spLocks noChangeShapeType="1"/>
          </p:cNvSpPr>
          <p:nvPr/>
        </p:nvSpPr>
        <p:spPr bwMode="auto">
          <a:xfrm>
            <a:off x="3352800" y="2973388"/>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78" name="Line 34"/>
          <p:cNvSpPr>
            <a:spLocks noChangeShapeType="1"/>
          </p:cNvSpPr>
          <p:nvPr/>
        </p:nvSpPr>
        <p:spPr bwMode="auto">
          <a:xfrm flipV="1">
            <a:off x="963613" y="3354388"/>
            <a:ext cx="2286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79" name="Line 35"/>
          <p:cNvSpPr>
            <a:spLocks noChangeShapeType="1"/>
          </p:cNvSpPr>
          <p:nvPr/>
        </p:nvSpPr>
        <p:spPr bwMode="auto">
          <a:xfrm>
            <a:off x="1725613" y="3430588"/>
            <a:ext cx="228600" cy="1524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80" name="Line 36"/>
          <p:cNvSpPr>
            <a:spLocks noChangeShapeType="1"/>
          </p:cNvSpPr>
          <p:nvPr/>
        </p:nvSpPr>
        <p:spPr bwMode="auto">
          <a:xfrm rot="-5400000" flipH="1" flipV="1">
            <a:off x="1576388" y="2924175"/>
            <a:ext cx="509588" cy="4016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181" name="Text Box 37"/>
          <p:cNvSpPr txBox="1">
            <a:spLocks noChangeArrowheads="1"/>
          </p:cNvSpPr>
          <p:nvPr/>
        </p:nvSpPr>
        <p:spPr bwMode="auto">
          <a:xfrm>
            <a:off x="1054100" y="1881188"/>
            <a:ext cx="54046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Top</a:t>
            </a:r>
          </a:p>
        </p:txBody>
      </p:sp>
      <p:sp>
        <p:nvSpPr>
          <p:cNvPr id="6182" name="Text Box 38"/>
          <p:cNvSpPr txBox="1">
            <a:spLocks noChangeArrowheads="1"/>
          </p:cNvSpPr>
          <p:nvPr/>
        </p:nvSpPr>
        <p:spPr bwMode="auto">
          <a:xfrm>
            <a:off x="115888" y="2224088"/>
            <a:ext cx="13003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Rectangular</a:t>
            </a:r>
          </a:p>
          <a:p>
            <a:pPr eaLnBrk="1" hangingPunct="1"/>
            <a:r>
              <a:rPr lang="en-US" altLang="en-US">
                <a:latin typeface="Times New Roman" panose="02020603050405020304" pitchFamily="18" charset="0"/>
              </a:rPr>
              <a:t>     Face</a:t>
            </a:r>
          </a:p>
        </p:txBody>
      </p:sp>
      <p:sp>
        <p:nvSpPr>
          <p:cNvPr id="6183" name="Text Box 39"/>
          <p:cNvSpPr txBox="1">
            <a:spLocks noChangeArrowheads="1"/>
          </p:cNvSpPr>
          <p:nvPr/>
        </p:nvSpPr>
        <p:spPr bwMode="auto">
          <a:xfrm>
            <a:off x="304800" y="2719388"/>
            <a:ext cx="90922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Longer </a:t>
            </a:r>
          </a:p>
          <a:p>
            <a:pPr eaLnBrk="1" hangingPunct="1"/>
            <a:r>
              <a:rPr lang="en-US" altLang="en-US">
                <a:latin typeface="Times New Roman" panose="02020603050405020304" pitchFamily="18" charset="0"/>
              </a:rPr>
              <a:t>  Edge</a:t>
            </a:r>
          </a:p>
        </p:txBody>
      </p:sp>
      <p:sp>
        <p:nvSpPr>
          <p:cNvPr id="6184" name="Text Box 40"/>
          <p:cNvSpPr txBox="1">
            <a:spLocks noChangeArrowheads="1"/>
          </p:cNvSpPr>
          <p:nvPr/>
        </p:nvSpPr>
        <p:spPr bwMode="auto">
          <a:xfrm>
            <a:off x="1938338" y="2654300"/>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Base</a:t>
            </a:r>
          </a:p>
        </p:txBody>
      </p:sp>
      <p:sp>
        <p:nvSpPr>
          <p:cNvPr id="6185" name="Text Box 41"/>
          <p:cNvSpPr txBox="1">
            <a:spLocks noChangeArrowheads="1"/>
          </p:cNvSpPr>
          <p:nvPr/>
        </p:nvSpPr>
        <p:spPr bwMode="auto">
          <a:xfrm>
            <a:off x="1811338" y="3500438"/>
            <a:ext cx="65915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Edge</a:t>
            </a:r>
          </a:p>
          <a:p>
            <a:pPr eaLnBrk="1" hangingPunct="1"/>
            <a:r>
              <a:rPr lang="en-US" altLang="en-US">
                <a:latin typeface="Times New Roman" panose="02020603050405020304" pitchFamily="18" charset="0"/>
              </a:rPr>
              <a:t> of </a:t>
            </a:r>
          </a:p>
          <a:p>
            <a:pPr eaLnBrk="1" hangingPunct="1"/>
            <a:r>
              <a:rPr lang="en-US" altLang="en-US">
                <a:latin typeface="Times New Roman" panose="02020603050405020304" pitchFamily="18" charset="0"/>
              </a:rPr>
              <a:t>Base</a:t>
            </a:r>
          </a:p>
        </p:txBody>
      </p:sp>
      <p:sp>
        <p:nvSpPr>
          <p:cNvPr id="6186" name="Text Box 42"/>
          <p:cNvSpPr txBox="1">
            <a:spLocks noChangeArrowheads="1"/>
          </p:cNvSpPr>
          <p:nvPr/>
        </p:nvSpPr>
        <p:spPr bwMode="auto">
          <a:xfrm>
            <a:off x="9525" y="3516313"/>
            <a:ext cx="12731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a:latin typeface="Times New Roman" panose="02020603050405020304" pitchFamily="18" charset="0"/>
              </a:rPr>
              <a:t>Corner of base</a:t>
            </a:r>
          </a:p>
        </p:txBody>
      </p:sp>
      <p:sp>
        <p:nvSpPr>
          <p:cNvPr id="6187" name="Text Box 43"/>
          <p:cNvSpPr txBox="1">
            <a:spLocks noChangeArrowheads="1"/>
          </p:cNvSpPr>
          <p:nvPr/>
        </p:nvSpPr>
        <p:spPr bwMode="auto">
          <a:xfrm>
            <a:off x="3881438" y="3502025"/>
            <a:ext cx="12731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Times New Roman" panose="02020603050405020304" pitchFamily="18" charset="0"/>
              </a:rPr>
              <a:t>Corner of base</a:t>
            </a:r>
          </a:p>
        </p:txBody>
      </p:sp>
      <p:sp>
        <p:nvSpPr>
          <p:cNvPr id="6188" name="Text Box 44"/>
          <p:cNvSpPr txBox="1">
            <a:spLocks noChangeArrowheads="1"/>
          </p:cNvSpPr>
          <p:nvPr/>
        </p:nvSpPr>
        <p:spPr bwMode="auto">
          <a:xfrm>
            <a:off x="4114800" y="2430463"/>
            <a:ext cx="11511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Triangular</a:t>
            </a:r>
          </a:p>
          <a:p>
            <a:pPr eaLnBrk="1" hangingPunct="1"/>
            <a:r>
              <a:rPr lang="en-US" altLang="en-US">
                <a:latin typeface="Times New Roman" panose="02020603050405020304" pitchFamily="18" charset="0"/>
              </a:rPr>
              <a:t>    Face</a:t>
            </a:r>
          </a:p>
        </p:txBody>
      </p:sp>
      <p:sp>
        <p:nvSpPr>
          <p:cNvPr id="6189" name="Text Box 45"/>
          <p:cNvSpPr txBox="1">
            <a:spLocks noChangeArrowheads="1"/>
          </p:cNvSpPr>
          <p:nvPr/>
        </p:nvSpPr>
        <p:spPr bwMode="auto">
          <a:xfrm>
            <a:off x="2862263" y="2157413"/>
            <a:ext cx="7168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Slant </a:t>
            </a:r>
          </a:p>
          <a:p>
            <a:pPr eaLnBrk="1" hangingPunct="1"/>
            <a:r>
              <a:rPr lang="en-US" altLang="en-US">
                <a:latin typeface="Times New Roman" panose="02020603050405020304" pitchFamily="18" charset="0"/>
              </a:rPr>
              <a:t>Edge</a:t>
            </a:r>
          </a:p>
        </p:txBody>
      </p:sp>
      <p:sp>
        <p:nvSpPr>
          <p:cNvPr id="6190" name="Text Box 46"/>
          <p:cNvSpPr txBox="1">
            <a:spLocks noChangeArrowheads="1"/>
          </p:cNvSpPr>
          <p:nvPr/>
        </p:nvSpPr>
        <p:spPr bwMode="auto">
          <a:xfrm>
            <a:off x="2819400" y="2820988"/>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Base</a:t>
            </a:r>
          </a:p>
        </p:txBody>
      </p:sp>
      <p:sp>
        <p:nvSpPr>
          <p:cNvPr id="6191" name="Text Box 47"/>
          <p:cNvSpPr txBox="1">
            <a:spLocks noChangeArrowheads="1"/>
          </p:cNvSpPr>
          <p:nvPr/>
        </p:nvSpPr>
        <p:spPr bwMode="auto">
          <a:xfrm>
            <a:off x="3124200" y="1728788"/>
            <a:ext cx="684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Apex</a:t>
            </a:r>
          </a:p>
        </p:txBody>
      </p:sp>
      <p:sp>
        <p:nvSpPr>
          <p:cNvPr id="6192" name="Text Box 48"/>
          <p:cNvSpPr txBox="1">
            <a:spLocks noChangeArrowheads="1"/>
          </p:cNvSpPr>
          <p:nvPr/>
        </p:nvSpPr>
        <p:spPr bwMode="auto">
          <a:xfrm>
            <a:off x="457200" y="1346200"/>
            <a:ext cx="19824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latin typeface="Times New Roman" panose="02020603050405020304" pitchFamily="18" charset="0"/>
              </a:rPr>
              <a:t>Square Prism</a:t>
            </a:r>
          </a:p>
        </p:txBody>
      </p:sp>
      <p:sp>
        <p:nvSpPr>
          <p:cNvPr id="6193" name="Text Box 49"/>
          <p:cNvSpPr txBox="1">
            <a:spLocks noChangeArrowheads="1"/>
          </p:cNvSpPr>
          <p:nvPr/>
        </p:nvSpPr>
        <p:spPr bwMode="auto">
          <a:xfrm>
            <a:off x="2603500" y="1346200"/>
            <a:ext cx="2341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latin typeface="Times New Roman" panose="02020603050405020304" pitchFamily="18" charset="0"/>
              </a:rPr>
              <a:t>Square Pyramid</a:t>
            </a:r>
          </a:p>
        </p:txBody>
      </p:sp>
      <p:sp>
        <p:nvSpPr>
          <p:cNvPr id="6194" name="Text Box 50"/>
          <p:cNvSpPr txBox="1">
            <a:spLocks noChangeArrowheads="1"/>
          </p:cNvSpPr>
          <p:nvPr/>
        </p:nvSpPr>
        <p:spPr bwMode="auto">
          <a:xfrm>
            <a:off x="5486400" y="1322388"/>
            <a:ext cx="13468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latin typeface="Times New Roman" panose="02020603050405020304" pitchFamily="18" charset="0"/>
              </a:rPr>
              <a:t>Cylinder</a:t>
            </a:r>
          </a:p>
        </p:txBody>
      </p:sp>
      <p:sp>
        <p:nvSpPr>
          <p:cNvPr id="6195" name="Text Box 51"/>
          <p:cNvSpPr txBox="1">
            <a:spLocks noChangeArrowheads="1"/>
          </p:cNvSpPr>
          <p:nvPr/>
        </p:nvSpPr>
        <p:spPr bwMode="auto">
          <a:xfrm>
            <a:off x="7359650" y="1296988"/>
            <a:ext cx="11079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latin typeface="Times New Roman" panose="02020603050405020304" pitchFamily="18" charset="0"/>
              </a:rPr>
              <a:t>Cone</a:t>
            </a:r>
            <a:r>
              <a:rPr lang="en-US" altLang="en-US" sz="2800">
                <a:latin typeface="Times New Roman" panose="02020603050405020304" pitchFamily="18" charset="0"/>
              </a:rPr>
              <a:t>	</a:t>
            </a:r>
          </a:p>
        </p:txBody>
      </p:sp>
      <p:sp>
        <p:nvSpPr>
          <p:cNvPr id="6196" name="Text Box 52"/>
          <p:cNvSpPr txBox="1">
            <a:spLocks noChangeArrowheads="1"/>
          </p:cNvSpPr>
          <p:nvPr/>
        </p:nvSpPr>
        <p:spPr bwMode="auto">
          <a:xfrm>
            <a:off x="2862263" y="3509963"/>
            <a:ext cx="65915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Edge</a:t>
            </a:r>
          </a:p>
          <a:p>
            <a:pPr eaLnBrk="1" hangingPunct="1"/>
            <a:r>
              <a:rPr lang="en-US" altLang="en-US">
                <a:latin typeface="Times New Roman" panose="02020603050405020304" pitchFamily="18" charset="0"/>
              </a:rPr>
              <a:t> of </a:t>
            </a:r>
          </a:p>
          <a:p>
            <a:pPr eaLnBrk="1" hangingPunct="1"/>
            <a:r>
              <a:rPr lang="en-US" altLang="en-US">
                <a:latin typeface="Times New Roman" panose="02020603050405020304" pitchFamily="18" charset="0"/>
              </a:rPr>
              <a:t>Base</a:t>
            </a:r>
          </a:p>
        </p:txBody>
      </p:sp>
      <p:sp>
        <p:nvSpPr>
          <p:cNvPr id="6197" name="Line 53"/>
          <p:cNvSpPr>
            <a:spLocks noChangeShapeType="1"/>
          </p:cNvSpPr>
          <p:nvPr/>
        </p:nvSpPr>
        <p:spPr bwMode="auto">
          <a:xfrm>
            <a:off x="215900" y="1677988"/>
            <a:ext cx="8763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6198" name="Group 54"/>
          <p:cNvGrpSpPr>
            <a:grpSpLocks/>
          </p:cNvGrpSpPr>
          <p:nvPr/>
        </p:nvGrpSpPr>
        <p:grpSpPr bwMode="auto">
          <a:xfrm>
            <a:off x="5840413" y="1982788"/>
            <a:ext cx="2286000" cy="1524000"/>
            <a:chOff x="3679" y="1392"/>
            <a:chExt cx="1440" cy="960"/>
          </a:xfrm>
        </p:grpSpPr>
        <p:sp>
          <p:nvSpPr>
            <p:cNvPr id="5212" name="Line 55"/>
            <p:cNvSpPr>
              <a:spLocks noChangeShapeType="1"/>
            </p:cNvSpPr>
            <p:nvPr/>
          </p:nvSpPr>
          <p:spPr bwMode="auto">
            <a:xfrm>
              <a:off x="3679" y="1616"/>
              <a:ext cx="0" cy="67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13" name="Line 56"/>
            <p:cNvSpPr>
              <a:spLocks noChangeShapeType="1"/>
            </p:cNvSpPr>
            <p:nvPr/>
          </p:nvSpPr>
          <p:spPr bwMode="auto">
            <a:xfrm>
              <a:off x="3775" y="1652"/>
              <a:ext cx="0" cy="67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14" name="Line 57"/>
            <p:cNvSpPr>
              <a:spLocks noChangeShapeType="1"/>
            </p:cNvSpPr>
            <p:nvPr/>
          </p:nvSpPr>
          <p:spPr bwMode="auto">
            <a:xfrm>
              <a:off x="3879" y="1656"/>
              <a:ext cx="0" cy="67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15" name="Line 58"/>
            <p:cNvSpPr>
              <a:spLocks noChangeShapeType="1"/>
            </p:cNvSpPr>
            <p:nvPr/>
          </p:nvSpPr>
          <p:spPr bwMode="auto">
            <a:xfrm>
              <a:off x="3995" y="1640"/>
              <a:ext cx="0" cy="67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16" name="Line 59"/>
            <p:cNvSpPr>
              <a:spLocks noChangeShapeType="1"/>
            </p:cNvSpPr>
            <p:nvPr/>
          </p:nvSpPr>
          <p:spPr bwMode="auto">
            <a:xfrm>
              <a:off x="4067" y="1612"/>
              <a:ext cx="0" cy="67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17" name="Line 60"/>
            <p:cNvSpPr>
              <a:spLocks noChangeShapeType="1"/>
            </p:cNvSpPr>
            <p:nvPr/>
          </p:nvSpPr>
          <p:spPr bwMode="auto">
            <a:xfrm flipH="1">
              <a:off x="4767" y="1392"/>
              <a:ext cx="152" cy="9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18" name="Line 61"/>
            <p:cNvSpPr>
              <a:spLocks noChangeShapeType="1"/>
            </p:cNvSpPr>
            <p:nvPr/>
          </p:nvSpPr>
          <p:spPr bwMode="auto">
            <a:xfrm>
              <a:off x="4911" y="1408"/>
              <a:ext cx="208" cy="9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19" name="Line 62"/>
            <p:cNvSpPr>
              <a:spLocks noChangeShapeType="1"/>
            </p:cNvSpPr>
            <p:nvPr/>
          </p:nvSpPr>
          <p:spPr bwMode="auto">
            <a:xfrm>
              <a:off x="4915" y="1392"/>
              <a:ext cx="0" cy="96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6207" name="Line 63"/>
          <p:cNvSpPr>
            <a:spLocks noChangeShapeType="1"/>
          </p:cNvSpPr>
          <p:nvPr/>
        </p:nvSpPr>
        <p:spPr bwMode="auto">
          <a:xfrm>
            <a:off x="5535613" y="2973388"/>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08" name="Text Box 64"/>
          <p:cNvSpPr txBox="1">
            <a:spLocks noChangeArrowheads="1"/>
          </p:cNvSpPr>
          <p:nvPr/>
        </p:nvSpPr>
        <p:spPr bwMode="auto">
          <a:xfrm>
            <a:off x="5145088" y="2671763"/>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Base</a:t>
            </a:r>
          </a:p>
        </p:txBody>
      </p:sp>
      <p:sp>
        <p:nvSpPr>
          <p:cNvPr id="6209" name="Text Box 65"/>
          <p:cNvSpPr txBox="1">
            <a:spLocks noChangeArrowheads="1"/>
          </p:cNvSpPr>
          <p:nvPr/>
        </p:nvSpPr>
        <p:spPr bwMode="auto">
          <a:xfrm>
            <a:off x="7086600" y="1652588"/>
            <a:ext cx="684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Apex</a:t>
            </a:r>
          </a:p>
        </p:txBody>
      </p:sp>
      <p:sp>
        <p:nvSpPr>
          <p:cNvPr id="6210" name="Line 66"/>
          <p:cNvSpPr>
            <a:spLocks noChangeShapeType="1"/>
          </p:cNvSpPr>
          <p:nvPr/>
        </p:nvSpPr>
        <p:spPr bwMode="auto">
          <a:xfrm>
            <a:off x="7593013" y="1830388"/>
            <a:ext cx="228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11" name="Line 67"/>
          <p:cNvSpPr>
            <a:spLocks noChangeShapeType="1"/>
          </p:cNvSpPr>
          <p:nvPr/>
        </p:nvSpPr>
        <p:spPr bwMode="auto">
          <a:xfrm rot="-5400000" flipH="1" flipV="1">
            <a:off x="8101013" y="2955925"/>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12" name="Text Box 68"/>
          <p:cNvSpPr txBox="1">
            <a:spLocks noChangeArrowheads="1"/>
          </p:cNvSpPr>
          <p:nvPr/>
        </p:nvSpPr>
        <p:spPr bwMode="auto">
          <a:xfrm>
            <a:off x="8383588" y="2674938"/>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Base</a:t>
            </a:r>
          </a:p>
        </p:txBody>
      </p:sp>
      <p:sp>
        <p:nvSpPr>
          <p:cNvPr id="6213" name="Line 69"/>
          <p:cNvSpPr>
            <a:spLocks noChangeShapeType="1"/>
          </p:cNvSpPr>
          <p:nvPr/>
        </p:nvSpPr>
        <p:spPr bwMode="auto">
          <a:xfrm>
            <a:off x="5992813" y="2973388"/>
            <a:ext cx="838200" cy="762000"/>
          </a:xfrm>
          <a:prstGeom prst="line">
            <a:avLst/>
          </a:prstGeom>
          <a:noFill/>
          <a:ln w="9525">
            <a:solidFill>
              <a:schemeClr val="bg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14" name="Line 70"/>
          <p:cNvSpPr>
            <a:spLocks noChangeShapeType="1"/>
          </p:cNvSpPr>
          <p:nvPr/>
        </p:nvSpPr>
        <p:spPr bwMode="auto">
          <a:xfrm>
            <a:off x="6145213" y="2820988"/>
            <a:ext cx="685800" cy="914400"/>
          </a:xfrm>
          <a:prstGeom prst="line">
            <a:avLst/>
          </a:prstGeom>
          <a:noFill/>
          <a:ln w="9525">
            <a:solidFill>
              <a:schemeClr val="bg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15" name="Line 71"/>
          <p:cNvSpPr>
            <a:spLocks noChangeShapeType="1"/>
          </p:cNvSpPr>
          <p:nvPr/>
        </p:nvSpPr>
        <p:spPr bwMode="auto">
          <a:xfrm>
            <a:off x="6373813" y="2668588"/>
            <a:ext cx="457200" cy="1066800"/>
          </a:xfrm>
          <a:prstGeom prst="line">
            <a:avLst/>
          </a:prstGeom>
          <a:noFill/>
          <a:ln w="9525">
            <a:solidFill>
              <a:schemeClr val="bg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16" name="Line 72"/>
          <p:cNvSpPr>
            <a:spLocks noChangeShapeType="1"/>
          </p:cNvSpPr>
          <p:nvPr/>
        </p:nvSpPr>
        <p:spPr bwMode="auto">
          <a:xfrm>
            <a:off x="6526213" y="2592388"/>
            <a:ext cx="304800" cy="1143000"/>
          </a:xfrm>
          <a:prstGeom prst="line">
            <a:avLst/>
          </a:prstGeom>
          <a:noFill/>
          <a:ln w="9525">
            <a:solidFill>
              <a:schemeClr val="bg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17" name="Line 73"/>
          <p:cNvSpPr>
            <a:spLocks noChangeShapeType="1"/>
          </p:cNvSpPr>
          <p:nvPr/>
        </p:nvSpPr>
        <p:spPr bwMode="auto">
          <a:xfrm flipH="1">
            <a:off x="6983413" y="2668588"/>
            <a:ext cx="609600" cy="1066800"/>
          </a:xfrm>
          <a:prstGeom prst="line">
            <a:avLst/>
          </a:prstGeom>
          <a:noFill/>
          <a:ln w="9525">
            <a:solidFill>
              <a:schemeClr val="bg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18" name="Line 74"/>
          <p:cNvSpPr>
            <a:spLocks noChangeShapeType="1"/>
          </p:cNvSpPr>
          <p:nvPr/>
        </p:nvSpPr>
        <p:spPr bwMode="auto">
          <a:xfrm flipH="1">
            <a:off x="6983413" y="2820988"/>
            <a:ext cx="685800" cy="914400"/>
          </a:xfrm>
          <a:prstGeom prst="line">
            <a:avLst/>
          </a:prstGeom>
          <a:noFill/>
          <a:ln w="9525">
            <a:solidFill>
              <a:schemeClr val="bg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19" name="Line 75"/>
          <p:cNvSpPr>
            <a:spLocks noChangeShapeType="1"/>
          </p:cNvSpPr>
          <p:nvPr/>
        </p:nvSpPr>
        <p:spPr bwMode="auto">
          <a:xfrm flipH="1">
            <a:off x="6983413" y="2897188"/>
            <a:ext cx="990600" cy="838200"/>
          </a:xfrm>
          <a:prstGeom prst="line">
            <a:avLst/>
          </a:prstGeom>
          <a:noFill/>
          <a:ln w="9525">
            <a:solidFill>
              <a:schemeClr val="bg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20" name="Line 76"/>
          <p:cNvSpPr>
            <a:spLocks noChangeShapeType="1"/>
          </p:cNvSpPr>
          <p:nvPr/>
        </p:nvSpPr>
        <p:spPr bwMode="auto">
          <a:xfrm flipH="1">
            <a:off x="6983413" y="2973388"/>
            <a:ext cx="1143000" cy="762000"/>
          </a:xfrm>
          <a:prstGeom prst="line">
            <a:avLst/>
          </a:prstGeom>
          <a:noFill/>
          <a:ln w="9525">
            <a:solidFill>
              <a:schemeClr val="bg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21" name="Rectangle 77"/>
          <p:cNvSpPr>
            <a:spLocks noChangeArrowheads="1"/>
          </p:cNvSpPr>
          <p:nvPr/>
        </p:nvSpPr>
        <p:spPr bwMode="auto">
          <a:xfrm>
            <a:off x="5791200" y="3887788"/>
            <a:ext cx="2438400" cy="838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6222" name="Text Box 78"/>
          <p:cNvSpPr txBox="1">
            <a:spLocks noChangeArrowheads="1"/>
          </p:cNvSpPr>
          <p:nvPr/>
        </p:nvSpPr>
        <p:spPr bwMode="auto">
          <a:xfrm>
            <a:off x="5682900" y="3621088"/>
            <a:ext cx="266611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latin typeface="Times New Roman" panose="02020603050405020304" pitchFamily="18" charset="0"/>
              </a:rPr>
              <a:t>Generators</a:t>
            </a:r>
            <a:endParaRPr lang="en-US" altLang="en-US" b="1" i="1">
              <a:latin typeface="Times New Roman" panose="02020603050405020304" pitchFamily="18" charset="0"/>
            </a:endParaRPr>
          </a:p>
          <a:p>
            <a:pPr algn="ctr" eaLnBrk="1" hangingPunct="1"/>
            <a:r>
              <a:rPr lang="en-US" altLang="en-US" i="1">
                <a:latin typeface="Times New Roman" panose="02020603050405020304" pitchFamily="18" charset="0"/>
              </a:rPr>
              <a:t>Imaginary lines </a:t>
            </a:r>
          </a:p>
          <a:p>
            <a:pPr algn="ctr" eaLnBrk="1" hangingPunct="1"/>
            <a:r>
              <a:rPr lang="en-US" altLang="en-US" i="1">
                <a:latin typeface="Times New Roman" panose="02020603050405020304" pitchFamily="18" charset="0"/>
              </a:rPr>
              <a:t>generating curved surface </a:t>
            </a:r>
          </a:p>
          <a:p>
            <a:pPr algn="ctr" eaLnBrk="1" hangingPunct="1"/>
            <a:r>
              <a:rPr lang="en-US" altLang="en-US" i="1">
                <a:latin typeface="Times New Roman" panose="02020603050405020304" pitchFamily="18" charset="0"/>
              </a:rPr>
              <a:t>of cylinder &amp; cone.</a:t>
            </a:r>
          </a:p>
        </p:txBody>
      </p:sp>
      <p:grpSp>
        <p:nvGrpSpPr>
          <p:cNvPr id="6223" name="Group 79"/>
          <p:cNvGrpSpPr>
            <a:grpSpLocks/>
          </p:cNvGrpSpPr>
          <p:nvPr/>
        </p:nvGrpSpPr>
        <p:grpSpPr bwMode="auto">
          <a:xfrm>
            <a:off x="6356350" y="5153025"/>
            <a:ext cx="1066800" cy="952500"/>
            <a:chOff x="1728" y="3384"/>
            <a:chExt cx="672" cy="600"/>
          </a:xfrm>
        </p:grpSpPr>
        <p:sp>
          <p:nvSpPr>
            <p:cNvPr id="5207" name="Oval 80"/>
            <p:cNvSpPr>
              <a:spLocks noChangeArrowheads="1"/>
            </p:cNvSpPr>
            <p:nvPr/>
          </p:nvSpPr>
          <p:spPr bwMode="auto">
            <a:xfrm>
              <a:off x="1728" y="3648"/>
              <a:ext cx="672" cy="336"/>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208" name="Oval 81"/>
            <p:cNvSpPr>
              <a:spLocks noChangeArrowheads="1"/>
            </p:cNvSpPr>
            <p:nvPr/>
          </p:nvSpPr>
          <p:spPr bwMode="auto">
            <a:xfrm>
              <a:off x="1872" y="3384"/>
              <a:ext cx="384" cy="154"/>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209" name="Line 82"/>
            <p:cNvSpPr>
              <a:spLocks noChangeShapeType="1"/>
            </p:cNvSpPr>
            <p:nvPr/>
          </p:nvSpPr>
          <p:spPr bwMode="auto">
            <a:xfrm flipH="1">
              <a:off x="1728" y="3456"/>
              <a:ext cx="144"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10" name="Line 83"/>
            <p:cNvSpPr>
              <a:spLocks noChangeShapeType="1"/>
            </p:cNvSpPr>
            <p:nvPr/>
          </p:nvSpPr>
          <p:spPr bwMode="auto">
            <a:xfrm>
              <a:off x="2256" y="3456"/>
              <a:ext cx="144"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11" name="Oval 84"/>
            <p:cNvSpPr>
              <a:spLocks noChangeArrowheads="1"/>
            </p:cNvSpPr>
            <p:nvPr/>
          </p:nvSpPr>
          <p:spPr bwMode="auto">
            <a:xfrm>
              <a:off x="1770" y="3642"/>
              <a:ext cx="594" cy="199"/>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6229" name="Group 85"/>
          <p:cNvGrpSpPr>
            <a:grpSpLocks/>
          </p:cNvGrpSpPr>
          <p:nvPr/>
        </p:nvGrpSpPr>
        <p:grpSpPr bwMode="auto">
          <a:xfrm>
            <a:off x="1098550" y="4914900"/>
            <a:ext cx="1066800" cy="1104900"/>
            <a:chOff x="864" y="3312"/>
            <a:chExt cx="672" cy="696"/>
          </a:xfrm>
        </p:grpSpPr>
        <p:sp>
          <p:nvSpPr>
            <p:cNvPr id="5202" name="Oval 86"/>
            <p:cNvSpPr>
              <a:spLocks noChangeArrowheads="1"/>
            </p:cNvSpPr>
            <p:nvPr/>
          </p:nvSpPr>
          <p:spPr bwMode="auto">
            <a:xfrm>
              <a:off x="864" y="3672"/>
              <a:ext cx="672" cy="336"/>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203" name="Oval 87"/>
            <p:cNvSpPr>
              <a:spLocks noChangeArrowheads="1"/>
            </p:cNvSpPr>
            <p:nvPr/>
          </p:nvSpPr>
          <p:spPr bwMode="auto">
            <a:xfrm rot="-2122720">
              <a:off x="971" y="3344"/>
              <a:ext cx="384" cy="19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204" name="Line 88"/>
            <p:cNvSpPr>
              <a:spLocks noChangeShapeType="1"/>
            </p:cNvSpPr>
            <p:nvPr/>
          </p:nvSpPr>
          <p:spPr bwMode="auto">
            <a:xfrm flipH="1">
              <a:off x="864" y="3480"/>
              <a:ext cx="144" cy="3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05" name="Line 89"/>
            <p:cNvSpPr>
              <a:spLocks noChangeShapeType="1"/>
            </p:cNvSpPr>
            <p:nvPr/>
          </p:nvSpPr>
          <p:spPr bwMode="auto">
            <a:xfrm>
              <a:off x="1320" y="3312"/>
              <a:ext cx="216" cy="5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06" name="Oval 90"/>
            <p:cNvSpPr>
              <a:spLocks noChangeArrowheads="1"/>
            </p:cNvSpPr>
            <p:nvPr/>
          </p:nvSpPr>
          <p:spPr bwMode="auto">
            <a:xfrm>
              <a:off x="906" y="3666"/>
              <a:ext cx="594" cy="199"/>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6235" name="Group 91"/>
          <p:cNvGrpSpPr>
            <a:grpSpLocks/>
          </p:cNvGrpSpPr>
          <p:nvPr/>
        </p:nvGrpSpPr>
        <p:grpSpPr bwMode="auto">
          <a:xfrm>
            <a:off x="5060950" y="5000625"/>
            <a:ext cx="1019175" cy="1123950"/>
            <a:chOff x="2724" y="3378"/>
            <a:chExt cx="642" cy="708"/>
          </a:xfrm>
        </p:grpSpPr>
        <p:sp>
          <p:nvSpPr>
            <p:cNvPr id="5196" name="AutoShape 92"/>
            <p:cNvSpPr>
              <a:spLocks noChangeArrowheads="1"/>
            </p:cNvSpPr>
            <p:nvPr/>
          </p:nvSpPr>
          <p:spPr bwMode="auto">
            <a:xfrm>
              <a:off x="2724" y="3792"/>
              <a:ext cx="624" cy="288"/>
            </a:xfrm>
            <a:prstGeom prst="diamon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197" name="AutoShape 93"/>
            <p:cNvSpPr>
              <a:spLocks noChangeArrowheads="1"/>
            </p:cNvSpPr>
            <p:nvPr/>
          </p:nvSpPr>
          <p:spPr bwMode="auto">
            <a:xfrm>
              <a:off x="2844" y="3378"/>
              <a:ext cx="384" cy="144"/>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198" name="Line 94"/>
            <p:cNvSpPr>
              <a:spLocks noChangeShapeType="1"/>
            </p:cNvSpPr>
            <p:nvPr/>
          </p:nvSpPr>
          <p:spPr bwMode="auto">
            <a:xfrm flipH="1">
              <a:off x="2736" y="3450"/>
              <a:ext cx="114" cy="48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199" name="Line 95"/>
            <p:cNvSpPr>
              <a:spLocks noChangeShapeType="1"/>
            </p:cNvSpPr>
            <p:nvPr/>
          </p:nvSpPr>
          <p:spPr bwMode="auto">
            <a:xfrm rot="139755">
              <a:off x="3222" y="3453"/>
              <a:ext cx="144"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200" name="AutoShape 96"/>
            <p:cNvSpPr>
              <a:spLocks noChangeArrowheads="1"/>
            </p:cNvSpPr>
            <p:nvPr/>
          </p:nvSpPr>
          <p:spPr bwMode="auto">
            <a:xfrm>
              <a:off x="2754" y="3771"/>
              <a:ext cx="594" cy="294"/>
            </a:xfrm>
            <a:prstGeom prst="diamond">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201" name="Line 97"/>
            <p:cNvSpPr>
              <a:spLocks noChangeShapeType="1"/>
            </p:cNvSpPr>
            <p:nvPr/>
          </p:nvSpPr>
          <p:spPr bwMode="auto">
            <a:xfrm>
              <a:off x="3036" y="3510"/>
              <a:ext cx="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6242" name="Group 98"/>
          <p:cNvGrpSpPr>
            <a:grpSpLocks/>
          </p:cNvGrpSpPr>
          <p:nvPr/>
        </p:nvGrpSpPr>
        <p:grpSpPr bwMode="auto">
          <a:xfrm>
            <a:off x="3232150" y="4876800"/>
            <a:ext cx="990600" cy="1173163"/>
            <a:chOff x="3312" y="3329"/>
            <a:chExt cx="624" cy="739"/>
          </a:xfrm>
        </p:grpSpPr>
        <p:sp>
          <p:nvSpPr>
            <p:cNvPr id="5188" name="AutoShape 99"/>
            <p:cNvSpPr>
              <a:spLocks noChangeArrowheads="1"/>
            </p:cNvSpPr>
            <p:nvPr/>
          </p:nvSpPr>
          <p:spPr bwMode="auto">
            <a:xfrm>
              <a:off x="3312" y="3774"/>
              <a:ext cx="624" cy="288"/>
            </a:xfrm>
            <a:prstGeom prst="diamon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189" name="Line 100"/>
            <p:cNvSpPr>
              <a:spLocks noChangeShapeType="1"/>
            </p:cNvSpPr>
            <p:nvPr/>
          </p:nvSpPr>
          <p:spPr bwMode="auto">
            <a:xfrm flipH="1">
              <a:off x="3324" y="3648"/>
              <a:ext cx="63" cy="2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190" name="AutoShape 101"/>
            <p:cNvSpPr>
              <a:spLocks noChangeArrowheads="1"/>
            </p:cNvSpPr>
            <p:nvPr/>
          </p:nvSpPr>
          <p:spPr bwMode="auto">
            <a:xfrm>
              <a:off x="3342" y="3753"/>
              <a:ext cx="594" cy="294"/>
            </a:xfrm>
            <a:prstGeom prst="diamond">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191" name="Line 102"/>
            <p:cNvSpPr>
              <a:spLocks noChangeShapeType="1"/>
            </p:cNvSpPr>
            <p:nvPr/>
          </p:nvSpPr>
          <p:spPr bwMode="auto">
            <a:xfrm>
              <a:off x="3630" y="3744"/>
              <a:ext cx="0" cy="3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192" name="Line 103"/>
            <p:cNvSpPr>
              <a:spLocks noChangeShapeType="1"/>
            </p:cNvSpPr>
            <p:nvPr/>
          </p:nvSpPr>
          <p:spPr bwMode="auto">
            <a:xfrm>
              <a:off x="3390" y="3648"/>
              <a:ext cx="24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193" name="Line 104"/>
            <p:cNvSpPr>
              <a:spLocks noChangeShapeType="1"/>
            </p:cNvSpPr>
            <p:nvPr/>
          </p:nvSpPr>
          <p:spPr bwMode="auto">
            <a:xfrm flipV="1">
              <a:off x="3393" y="3360"/>
              <a:ext cx="303"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194" name="Line 105"/>
            <p:cNvSpPr>
              <a:spLocks noChangeShapeType="1"/>
            </p:cNvSpPr>
            <p:nvPr/>
          </p:nvSpPr>
          <p:spPr bwMode="auto">
            <a:xfrm rot="88327">
              <a:off x="3695" y="3359"/>
              <a:ext cx="233" cy="5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195" name="AutoShape 106"/>
            <p:cNvSpPr>
              <a:spLocks noChangeArrowheads="1"/>
            </p:cNvSpPr>
            <p:nvPr/>
          </p:nvSpPr>
          <p:spPr bwMode="auto">
            <a:xfrm rot="-9526876">
              <a:off x="3456" y="3329"/>
              <a:ext cx="249" cy="387"/>
            </a:xfrm>
            <a:custGeom>
              <a:avLst/>
              <a:gdLst>
                <a:gd name="T0" fmla="*/ 219 w 21600"/>
                <a:gd name="T1" fmla="*/ 194 h 21600"/>
                <a:gd name="T2" fmla="*/ 125 w 21600"/>
                <a:gd name="T3" fmla="*/ 387 h 21600"/>
                <a:gd name="T4" fmla="*/ 30 w 21600"/>
                <a:gd name="T5" fmla="*/ 194 h 21600"/>
                <a:gd name="T6" fmla="*/ 125 w 21600"/>
                <a:gd name="T7" fmla="*/ 0 h 21600"/>
                <a:gd name="T8" fmla="*/ 0 60000 65536"/>
                <a:gd name="T9" fmla="*/ 0 60000 65536"/>
                <a:gd name="T10" fmla="*/ 0 60000 65536"/>
                <a:gd name="T11" fmla="*/ 0 60000 65536"/>
                <a:gd name="T12" fmla="*/ 4424 w 21600"/>
                <a:gd name="T13" fmla="*/ 4409 h 21600"/>
                <a:gd name="T14" fmla="*/ 17176 w 21600"/>
                <a:gd name="T15" fmla="*/ 17191 h 21600"/>
              </a:gdLst>
              <a:ahLst/>
              <a:cxnLst>
                <a:cxn ang="T8">
                  <a:pos x="T0" y="T1"/>
                </a:cxn>
                <a:cxn ang="T9">
                  <a:pos x="T2" y="T3"/>
                </a:cxn>
                <a:cxn ang="T10">
                  <a:pos x="T4" y="T5"/>
                </a:cxn>
                <a:cxn ang="T11">
                  <a:pos x="T6" y="T7"/>
                </a:cxn>
              </a:cxnLst>
              <a:rect l="T12" t="T13" r="T14" b="T15"/>
              <a:pathLst>
                <a:path w="21600" h="21600">
                  <a:moveTo>
                    <a:pt x="0" y="0"/>
                  </a:moveTo>
                  <a:lnTo>
                    <a:pt x="5166" y="21600"/>
                  </a:lnTo>
                  <a:lnTo>
                    <a:pt x="16434" y="21600"/>
                  </a:lnTo>
                  <a:lnTo>
                    <a:pt x="21600" y="0"/>
                  </a:lnTo>
                  <a:lnTo>
                    <a:pt x="0" y="0"/>
                  </a:lnTo>
                  <a:close/>
                </a:path>
              </a:pathLst>
            </a:cu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grpSp>
      <p:grpSp>
        <p:nvGrpSpPr>
          <p:cNvPr id="6251" name="Group 107"/>
          <p:cNvGrpSpPr>
            <a:grpSpLocks/>
          </p:cNvGrpSpPr>
          <p:nvPr/>
        </p:nvGrpSpPr>
        <p:grpSpPr bwMode="auto">
          <a:xfrm>
            <a:off x="2317750" y="5029200"/>
            <a:ext cx="762000" cy="990600"/>
            <a:chOff x="4164" y="3360"/>
            <a:chExt cx="480" cy="624"/>
          </a:xfrm>
        </p:grpSpPr>
        <p:sp>
          <p:nvSpPr>
            <p:cNvPr id="5183" name="Oval 108"/>
            <p:cNvSpPr>
              <a:spLocks noChangeArrowheads="1"/>
            </p:cNvSpPr>
            <p:nvPr/>
          </p:nvSpPr>
          <p:spPr bwMode="auto">
            <a:xfrm>
              <a:off x="4200" y="3807"/>
              <a:ext cx="408" cy="177"/>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184" name="Oval 109"/>
            <p:cNvSpPr>
              <a:spLocks noChangeArrowheads="1"/>
            </p:cNvSpPr>
            <p:nvPr/>
          </p:nvSpPr>
          <p:spPr bwMode="auto">
            <a:xfrm rot="-2122203">
              <a:off x="4164" y="3360"/>
              <a:ext cx="480" cy="1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185" name="Line 110"/>
            <p:cNvSpPr>
              <a:spLocks noChangeShapeType="1"/>
            </p:cNvSpPr>
            <p:nvPr/>
          </p:nvSpPr>
          <p:spPr bwMode="auto">
            <a:xfrm>
              <a:off x="4200" y="3552"/>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186" name="Rectangle 111"/>
            <p:cNvSpPr>
              <a:spLocks noChangeArrowheads="1"/>
            </p:cNvSpPr>
            <p:nvPr/>
          </p:nvSpPr>
          <p:spPr bwMode="auto">
            <a:xfrm>
              <a:off x="4206" y="3792"/>
              <a:ext cx="402" cy="96"/>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187" name="Line 112"/>
            <p:cNvSpPr>
              <a:spLocks noChangeShapeType="1"/>
            </p:cNvSpPr>
            <p:nvPr/>
          </p:nvSpPr>
          <p:spPr bwMode="auto">
            <a:xfrm>
              <a:off x="4608" y="3360"/>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6257" name="Line 113"/>
          <p:cNvSpPr>
            <a:spLocks noChangeShapeType="1"/>
          </p:cNvSpPr>
          <p:nvPr/>
        </p:nvSpPr>
        <p:spPr bwMode="auto">
          <a:xfrm>
            <a:off x="869950" y="6096000"/>
            <a:ext cx="6705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258" name="Text Box 114"/>
          <p:cNvSpPr txBox="1">
            <a:spLocks noChangeArrowheads="1"/>
          </p:cNvSpPr>
          <p:nvPr/>
        </p:nvSpPr>
        <p:spPr bwMode="auto">
          <a:xfrm>
            <a:off x="1098550" y="6107113"/>
            <a:ext cx="370165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Sections of solids( top &amp; base not parallel)</a:t>
            </a:r>
          </a:p>
        </p:txBody>
      </p:sp>
      <p:sp>
        <p:nvSpPr>
          <p:cNvPr id="6259" name="Text Box 115"/>
          <p:cNvSpPr txBox="1">
            <a:spLocks noChangeArrowheads="1"/>
          </p:cNvSpPr>
          <p:nvPr/>
        </p:nvSpPr>
        <p:spPr bwMode="auto">
          <a:xfrm>
            <a:off x="4745215" y="6048375"/>
            <a:ext cx="304923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a:latin typeface="Times New Roman" panose="02020603050405020304" pitchFamily="18" charset="0"/>
              </a:rPr>
              <a:t>Frustum of cone &amp; pyramids.</a:t>
            </a:r>
          </a:p>
          <a:p>
            <a:pPr algn="ctr" eaLnBrk="1" hangingPunct="1"/>
            <a:r>
              <a:rPr lang="en-US" altLang="en-US" sz="1600">
                <a:latin typeface="Times New Roman" panose="02020603050405020304" pitchFamily="18" charset="0"/>
              </a:rPr>
              <a:t>( top &amp; base parallel to each other)</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6160"/>
                                        </p:tgtEl>
                                        <p:attrNameLst>
                                          <p:attrName>style.visibility</p:attrName>
                                        </p:attrNameLst>
                                      </p:cBhvr>
                                      <p:to>
                                        <p:strVal val="visible"/>
                                      </p:to>
                                    </p:set>
                                    <p:anim calcmode="lin" valueType="num">
                                      <p:cBhvr additive="base">
                                        <p:cTn id="7" dur="500" fill="hold"/>
                                        <p:tgtEl>
                                          <p:spTgt spid="6160"/>
                                        </p:tgtEl>
                                        <p:attrNameLst>
                                          <p:attrName>ppt_x</p:attrName>
                                        </p:attrNameLst>
                                      </p:cBhvr>
                                      <p:tavLst>
                                        <p:tav tm="0">
                                          <p:val>
                                            <p:strVal val="#ppt_x"/>
                                          </p:val>
                                        </p:tav>
                                        <p:tav tm="100000">
                                          <p:val>
                                            <p:strVal val="#ppt_x"/>
                                          </p:val>
                                        </p:tav>
                                      </p:tavLst>
                                    </p:anim>
                                    <p:anim calcmode="lin" valueType="num">
                                      <p:cBhvr additive="base">
                                        <p:cTn id="8" dur="500" fill="hold"/>
                                        <p:tgtEl>
                                          <p:spTgt spid="616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iterate type="wd">
                                    <p:tmPct val="100000"/>
                                  </p:iterate>
                                  <p:childTnLst>
                                    <p:set>
                                      <p:cBhvr>
                                        <p:cTn id="12" dur="1" fill="hold">
                                          <p:stCondLst>
                                            <p:cond delay="0"/>
                                          </p:stCondLst>
                                        </p:cTn>
                                        <p:tgtEl>
                                          <p:spTgt spid="6161"/>
                                        </p:tgtEl>
                                        <p:attrNameLst>
                                          <p:attrName>style.visibility</p:attrName>
                                        </p:attrNameLst>
                                      </p:cBhvr>
                                      <p:to>
                                        <p:strVal val="visible"/>
                                      </p:to>
                                    </p:set>
                                    <p:anim calcmode="lin" valueType="num">
                                      <p:cBhvr>
                                        <p:cTn id="13" dur="300" fill="hold"/>
                                        <p:tgtEl>
                                          <p:spTgt spid="6161"/>
                                        </p:tgtEl>
                                        <p:attrNameLst>
                                          <p:attrName>ppt_x</p:attrName>
                                        </p:attrNameLst>
                                      </p:cBhvr>
                                      <p:tavLst>
                                        <p:tav tm="0">
                                          <p:val>
                                            <p:strVal val="#ppt_x-#ppt_w/2"/>
                                          </p:val>
                                        </p:tav>
                                        <p:tav tm="100000">
                                          <p:val>
                                            <p:strVal val="#ppt_x"/>
                                          </p:val>
                                        </p:tav>
                                      </p:tavLst>
                                    </p:anim>
                                    <p:anim calcmode="lin" valueType="num">
                                      <p:cBhvr>
                                        <p:cTn id="14" dur="300" fill="hold"/>
                                        <p:tgtEl>
                                          <p:spTgt spid="6161"/>
                                        </p:tgtEl>
                                        <p:attrNameLst>
                                          <p:attrName>ppt_y</p:attrName>
                                        </p:attrNameLst>
                                      </p:cBhvr>
                                      <p:tavLst>
                                        <p:tav tm="0">
                                          <p:val>
                                            <p:strVal val="#ppt_y"/>
                                          </p:val>
                                        </p:tav>
                                        <p:tav tm="100000">
                                          <p:val>
                                            <p:strVal val="#ppt_y"/>
                                          </p:val>
                                        </p:tav>
                                      </p:tavLst>
                                    </p:anim>
                                    <p:anim calcmode="lin" valueType="num">
                                      <p:cBhvr>
                                        <p:cTn id="15" dur="300" fill="hold"/>
                                        <p:tgtEl>
                                          <p:spTgt spid="6161"/>
                                        </p:tgtEl>
                                        <p:attrNameLst>
                                          <p:attrName>ppt_w</p:attrName>
                                        </p:attrNameLst>
                                      </p:cBhvr>
                                      <p:tavLst>
                                        <p:tav tm="0">
                                          <p:val>
                                            <p:fltVal val="0"/>
                                          </p:val>
                                        </p:tav>
                                        <p:tav tm="100000">
                                          <p:val>
                                            <p:strVal val="#ppt_w"/>
                                          </p:val>
                                        </p:tav>
                                      </p:tavLst>
                                    </p:anim>
                                    <p:anim calcmode="lin" valueType="num">
                                      <p:cBhvr>
                                        <p:cTn id="16" dur="300" fill="hold"/>
                                        <p:tgtEl>
                                          <p:spTgt spid="6161"/>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7" presetClass="entr" presetSubtype="8" fill="hold" grpId="0" nodeType="clickEffect">
                                  <p:stCondLst>
                                    <p:cond delay="0"/>
                                  </p:stCondLst>
                                  <p:childTnLst>
                                    <p:set>
                                      <p:cBhvr>
                                        <p:cTn id="20" dur="1" fill="hold">
                                          <p:stCondLst>
                                            <p:cond delay="0"/>
                                          </p:stCondLst>
                                        </p:cTn>
                                        <p:tgtEl>
                                          <p:spTgt spid="6192"/>
                                        </p:tgtEl>
                                        <p:attrNameLst>
                                          <p:attrName>style.visibility</p:attrName>
                                        </p:attrNameLst>
                                      </p:cBhvr>
                                      <p:to>
                                        <p:strVal val="visible"/>
                                      </p:to>
                                    </p:set>
                                    <p:anim calcmode="lin" valueType="num">
                                      <p:cBhvr>
                                        <p:cTn id="21" dur="500" fill="hold"/>
                                        <p:tgtEl>
                                          <p:spTgt spid="6192"/>
                                        </p:tgtEl>
                                        <p:attrNameLst>
                                          <p:attrName>ppt_x</p:attrName>
                                        </p:attrNameLst>
                                      </p:cBhvr>
                                      <p:tavLst>
                                        <p:tav tm="0">
                                          <p:val>
                                            <p:strVal val="#ppt_x-#ppt_w/2"/>
                                          </p:val>
                                        </p:tav>
                                        <p:tav tm="100000">
                                          <p:val>
                                            <p:strVal val="#ppt_x"/>
                                          </p:val>
                                        </p:tav>
                                      </p:tavLst>
                                    </p:anim>
                                    <p:anim calcmode="lin" valueType="num">
                                      <p:cBhvr>
                                        <p:cTn id="22" dur="500" fill="hold"/>
                                        <p:tgtEl>
                                          <p:spTgt spid="6192"/>
                                        </p:tgtEl>
                                        <p:attrNameLst>
                                          <p:attrName>ppt_y</p:attrName>
                                        </p:attrNameLst>
                                      </p:cBhvr>
                                      <p:tavLst>
                                        <p:tav tm="0">
                                          <p:val>
                                            <p:strVal val="#ppt_y"/>
                                          </p:val>
                                        </p:tav>
                                        <p:tav tm="100000">
                                          <p:val>
                                            <p:strVal val="#ppt_y"/>
                                          </p:val>
                                        </p:tav>
                                      </p:tavLst>
                                    </p:anim>
                                    <p:anim calcmode="lin" valueType="num">
                                      <p:cBhvr>
                                        <p:cTn id="23" dur="500" fill="hold"/>
                                        <p:tgtEl>
                                          <p:spTgt spid="6192"/>
                                        </p:tgtEl>
                                        <p:attrNameLst>
                                          <p:attrName>ppt_w</p:attrName>
                                        </p:attrNameLst>
                                      </p:cBhvr>
                                      <p:tavLst>
                                        <p:tav tm="0">
                                          <p:val>
                                            <p:fltVal val="0"/>
                                          </p:val>
                                        </p:tav>
                                        <p:tav tm="100000">
                                          <p:val>
                                            <p:strVal val="#ppt_w"/>
                                          </p:val>
                                        </p:tav>
                                      </p:tavLst>
                                    </p:anim>
                                    <p:anim calcmode="lin" valueType="num">
                                      <p:cBhvr>
                                        <p:cTn id="24" dur="500" fill="hold"/>
                                        <p:tgtEl>
                                          <p:spTgt spid="6192"/>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8" fill="hold" grpId="0" nodeType="clickEffect">
                                  <p:stCondLst>
                                    <p:cond delay="0"/>
                                  </p:stCondLst>
                                  <p:childTnLst>
                                    <p:set>
                                      <p:cBhvr>
                                        <p:cTn id="28" dur="1" fill="hold">
                                          <p:stCondLst>
                                            <p:cond delay="0"/>
                                          </p:stCondLst>
                                        </p:cTn>
                                        <p:tgtEl>
                                          <p:spTgt spid="6193"/>
                                        </p:tgtEl>
                                        <p:attrNameLst>
                                          <p:attrName>style.visibility</p:attrName>
                                        </p:attrNameLst>
                                      </p:cBhvr>
                                      <p:to>
                                        <p:strVal val="visible"/>
                                      </p:to>
                                    </p:set>
                                    <p:anim calcmode="lin" valueType="num">
                                      <p:cBhvr>
                                        <p:cTn id="29" dur="500" fill="hold"/>
                                        <p:tgtEl>
                                          <p:spTgt spid="6193"/>
                                        </p:tgtEl>
                                        <p:attrNameLst>
                                          <p:attrName>ppt_x</p:attrName>
                                        </p:attrNameLst>
                                      </p:cBhvr>
                                      <p:tavLst>
                                        <p:tav tm="0">
                                          <p:val>
                                            <p:strVal val="#ppt_x-#ppt_w/2"/>
                                          </p:val>
                                        </p:tav>
                                        <p:tav tm="100000">
                                          <p:val>
                                            <p:strVal val="#ppt_x"/>
                                          </p:val>
                                        </p:tav>
                                      </p:tavLst>
                                    </p:anim>
                                    <p:anim calcmode="lin" valueType="num">
                                      <p:cBhvr>
                                        <p:cTn id="30" dur="500" fill="hold"/>
                                        <p:tgtEl>
                                          <p:spTgt spid="6193"/>
                                        </p:tgtEl>
                                        <p:attrNameLst>
                                          <p:attrName>ppt_y</p:attrName>
                                        </p:attrNameLst>
                                      </p:cBhvr>
                                      <p:tavLst>
                                        <p:tav tm="0">
                                          <p:val>
                                            <p:strVal val="#ppt_y"/>
                                          </p:val>
                                        </p:tav>
                                        <p:tav tm="100000">
                                          <p:val>
                                            <p:strVal val="#ppt_y"/>
                                          </p:val>
                                        </p:tav>
                                      </p:tavLst>
                                    </p:anim>
                                    <p:anim calcmode="lin" valueType="num">
                                      <p:cBhvr>
                                        <p:cTn id="31" dur="500" fill="hold"/>
                                        <p:tgtEl>
                                          <p:spTgt spid="6193"/>
                                        </p:tgtEl>
                                        <p:attrNameLst>
                                          <p:attrName>ppt_w</p:attrName>
                                        </p:attrNameLst>
                                      </p:cBhvr>
                                      <p:tavLst>
                                        <p:tav tm="0">
                                          <p:val>
                                            <p:fltVal val="0"/>
                                          </p:val>
                                        </p:tav>
                                        <p:tav tm="100000">
                                          <p:val>
                                            <p:strVal val="#ppt_w"/>
                                          </p:val>
                                        </p:tav>
                                      </p:tavLst>
                                    </p:anim>
                                    <p:anim calcmode="lin" valueType="num">
                                      <p:cBhvr>
                                        <p:cTn id="32" dur="500" fill="hold"/>
                                        <p:tgtEl>
                                          <p:spTgt spid="6193"/>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6194"/>
                                        </p:tgtEl>
                                        <p:attrNameLst>
                                          <p:attrName>style.visibility</p:attrName>
                                        </p:attrNameLst>
                                      </p:cBhvr>
                                      <p:to>
                                        <p:strVal val="visible"/>
                                      </p:to>
                                    </p:set>
                                    <p:anim calcmode="lin" valueType="num">
                                      <p:cBhvr>
                                        <p:cTn id="37" dur="500" fill="hold"/>
                                        <p:tgtEl>
                                          <p:spTgt spid="6194"/>
                                        </p:tgtEl>
                                        <p:attrNameLst>
                                          <p:attrName>ppt_x</p:attrName>
                                        </p:attrNameLst>
                                      </p:cBhvr>
                                      <p:tavLst>
                                        <p:tav tm="0">
                                          <p:val>
                                            <p:strVal val="#ppt_x-#ppt_w/2"/>
                                          </p:val>
                                        </p:tav>
                                        <p:tav tm="100000">
                                          <p:val>
                                            <p:strVal val="#ppt_x"/>
                                          </p:val>
                                        </p:tav>
                                      </p:tavLst>
                                    </p:anim>
                                    <p:anim calcmode="lin" valueType="num">
                                      <p:cBhvr>
                                        <p:cTn id="38" dur="500" fill="hold"/>
                                        <p:tgtEl>
                                          <p:spTgt spid="6194"/>
                                        </p:tgtEl>
                                        <p:attrNameLst>
                                          <p:attrName>ppt_y</p:attrName>
                                        </p:attrNameLst>
                                      </p:cBhvr>
                                      <p:tavLst>
                                        <p:tav tm="0">
                                          <p:val>
                                            <p:strVal val="#ppt_y"/>
                                          </p:val>
                                        </p:tav>
                                        <p:tav tm="100000">
                                          <p:val>
                                            <p:strVal val="#ppt_y"/>
                                          </p:val>
                                        </p:tav>
                                      </p:tavLst>
                                    </p:anim>
                                    <p:anim calcmode="lin" valueType="num">
                                      <p:cBhvr>
                                        <p:cTn id="39" dur="500" fill="hold"/>
                                        <p:tgtEl>
                                          <p:spTgt spid="6194"/>
                                        </p:tgtEl>
                                        <p:attrNameLst>
                                          <p:attrName>ppt_w</p:attrName>
                                        </p:attrNameLst>
                                      </p:cBhvr>
                                      <p:tavLst>
                                        <p:tav tm="0">
                                          <p:val>
                                            <p:fltVal val="0"/>
                                          </p:val>
                                        </p:tav>
                                        <p:tav tm="100000">
                                          <p:val>
                                            <p:strVal val="#ppt_w"/>
                                          </p:val>
                                        </p:tav>
                                      </p:tavLst>
                                    </p:anim>
                                    <p:anim calcmode="lin" valueType="num">
                                      <p:cBhvr>
                                        <p:cTn id="40" dur="500" fill="hold"/>
                                        <p:tgtEl>
                                          <p:spTgt spid="6194"/>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8" fill="hold" grpId="0" nodeType="clickEffect">
                                  <p:stCondLst>
                                    <p:cond delay="0"/>
                                  </p:stCondLst>
                                  <p:childTnLst>
                                    <p:set>
                                      <p:cBhvr>
                                        <p:cTn id="44" dur="1" fill="hold">
                                          <p:stCondLst>
                                            <p:cond delay="0"/>
                                          </p:stCondLst>
                                        </p:cTn>
                                        <p:tgtEl>
                                          <p:spTgt spid="6195"/>
                                        </p:tgtEl>
                                        <p:attrNameLst>
                                          <p:attrName>style.visibility</p:attrName>
                                        </p:attrNameLst>
                                      </p:cBhvr>
                                      <p:to>
                                        <p:strVal val="visible"/>
                                      </p:to>
                                    </p:set>
                                    <p:anim calcmode="lin" valueType="num">
                                      <p:cBhvr>
                                        <p:cTn id="45" dur="500" fill="hold"/>
                                        <p:tgtEl>
                                          <p:spTgt spid="6195"/>
                                        </p:tgtEl>
                                        <p:attrNameLst>
                                          <p:attrName>ppt_x</p:attrName>
                                        </p:attrNameLst>
                                      </p:cBhvr>
                                      <p:tavLst>
                                        <p:tav tm="0">
                                          <p:val>
                                            <p:strVal val="#ppt_x-#ppt_w/2"/>
                                          </p:val>
                                        </p:tav>
                                        <p:tav tm="100000">
                                          <p:val>
                                            <p:strVal val="#ppt_x"/>
                                          </p:val>
                                        </p:tav>
                                      </p:tavLst>
                                    </p:anim>
                                    <p:anim calcmode="lin" valueType="num">
                                      <p:cBhvr>
                                        <p:cTn id="46" dur="500" fill="hold"/>
                                        <p:tgtEl>
                                          <p:spTgt spid="6195"/>
                                        </p:tgtEl>
                                        <p:attrNameLst>
                                          <p:attrName>ppt_y</p:attrName>
                                        </p:attrNameLst>
                                      </p:cBhvr>
                                      <p:tavLst>
                                        <p:tav tm="0">
                                          <p:val>
                                            <p:strVal val="#ppt_y"/>
                                          </p:val>
                                        </p:tav>
                                        <p:tav tm="100000">
                                          <p:val>
                                            <p:strVal val="#ppt_y"/>
                                          </p:val>
                                        </p:tav>
                                      </p:tavLst>
                                    </p:anim>
                                    <p:anim calcmode="lin" valueType="num">
                                      <p:cBhvr>
                                        <p:cTn id="47" dur="500" fill="hold"/>
                                        <p:tgtEl>
                                          <p:spTgt spid="6195"/>
                                        </p:tgtEl>
                                        <p:attrNameLst>
                                          <p:attrName>ppt_w</p:attrName>
                                        </p:attrNameLst>
                                      </p:cBhvr>
                                      <p:tavLst>
                                        <p:tav tm="0">
                                          <p:val>
                                            <p:fltVal val="0"/>
                                          </p:val>
                                        </p:tav>
                                        <p:tav tm="100000">
                                          <p:val>
                                            <p:strVal val="#ppt_w"/>
                                          </p:val>
                                        </p:tav>
                                      </p:tavLst>
                                    </p:anim>
                                    <p:anim calcmode="lin" valueType="num">
                                      <p:cBhvr>
                                        <p:cTn id="48" dur="500" fill="hold"/>
                                        <p:tgtEl>
                                          <p:spTgt spid="6195"/>
                                        </p:tgtEl>
                                        <p:attrNameLst>
                                          <p:attrName>ppt_h</p:attrName>
                                        </p:attrNameLst>
                                      </p:cBhvr>
                                      <p:tavLst>
                                        <p:tav tm="0">
                                          <p:val>
                                            <p:strVal val="#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6197"/>
                                        </p:tgtEl>
                                        <p:attrNameLst>
                                          <p:attrName>style.visibility</p:attrName>
                                        </p:attrNameLst>
                                      </p:cBhvr>
                                      <p:to>
                                        <p:strVal val="visible"/>
                                      </p:to>
                                    </p:set>
                                    <p:anim calcmode="lin" valueType="num">
                                      <p:cBhvr additive="base">
                                        <p:cTn id="53" dur="500" fill="hold"/>
                                        <p:tgtEl>
                                          <p:spTgt spid="6197"/>
                                        </p:tgtEl>
                                        <p:attrNameLst>
                                          <p:attrName>ppt_x</p:attrName>
                                        </p:attrNameLst>
                                      </p:cBhvr>
                                      <p:tavLst>
                                        <p:tav tm="0">
                                          <p:val>
                                            <p:strVal val="0-#ppt_w/2"/>
                                          </p:val>
                                        </p:tav>
                                        <p:tav tm="100000">
                                          <p:val>
                                            <p:strVal val="#ppt_x"/>
                                          </p:val>
                                        </p:tav>
                                      </p:tavLst>
                                    </p:anim>
                                    <p:anim calcmode="lin" valueType="num">
                                      <p:cBhvr additive="base">
                                        <p:cTn id="54" dur="500" fill="hold"/>
                                        <p:tgtEl>
                                          <p:spTgt spid="6197"/>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6162"/>
                                        </p:tgtEl>
                                        <p:attrNameLst>
                                          <p:attrName>style.visibility</p:attrName>
                                        </p:attrNameLst>
                                      </p:cBhvr>
                                      <p:to>
                                        <p:strVal val="visible"/>
                                      </p:to>
                                    </p:set>
                                    <p:anim calcmode="lin" valueType="num">
                                      <p:cBhvr additive="base">
                                        <p:cTn id="59" dur="500" fill="hold"/>
                                        <p:tgtEl>
                                          <p:spTgt spid="6162"/>
                                        </p:tgtEl>
                                        <p:attrNameLst>
                                          <p:attrName>ppt_x</p:attrName>
                                        </p:attrNameLst>
                                      </p:cBhvr>
                                      <p:tavLst>
                                        <p:tav tm="0">
                                          <p:val>
                                            <p:strVal val="0-#ppt_w/2"/>
                                          </p:val>
                                        </p:tav>
                                        <p:tav tm="100000">
                                          <p:val>
                                            <p:strVal val="#ppt_x"/>
                                          </p:val>
                                        </p:tav>
                                      </p:tavLst>
                                    </p:anim>
                                    <p:anim calcmode="lin" valueType="num">
                                      <p:cBhvr additive="base">
                                        <p:cTn id="60" dur="500" fill="hold"/>
                                        <p:tgtEl>
                                          <p:spTgt spid="6162"/>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8" fill="hold" nodeType="clickEffect">
                                  <p:stCondLst>
                                    <p:cond delay="0"/>
                                  </p:stCondLst>
                                  <p:childTnLst>
                                    <p:set>
                                      <p:cBhvr>
                                        <p:cTn id="64" dur="1" fill="hold">
                                          <p:stCondLst>
                                            <p:cond delay="0"/>
                                          </p:stCondLst>
                                        </p:cTn>
                                        <p:tgtEl>
                                          <p:spTgt spid="6163"/>
                                        </p:tgtEl>
                                        <p:attrNameLst>
                                          <p:attrName>style.visibility</p:attrName>
                                        </p:attrNameLst>
                                      </p:cBhvr>
                                      <p:to>
                                        <p:strVal val="visible"/>
                                      </p:to>
                                    </p:set>
                                    <p:anim calcmode="lin" valueType="num">
                                      <p:cBhvr>
                                        <p:cTn id="65" dur="500" fill="hold"/>
                                        <p:tgtEl>
                                          <p:spTgt spid="6163"/>
                                        </p:tgtEl>
                                        <p:attrNameLst>
                                          <p:attrName>ppt_x</p:attrName>
                                        </p:attrNameLst>
                                      </p:cBhvr>
                                      <p:tavLst>
                                        <p:tav tm="0">
                                          <p:val>
                                            <p:strVal val="#ppt_x-#ppt_w/2"/>
                                          </p:val>
                                        </p:tav>
                                        <p:tav tm="100000">
                                          <p:val>
                                            <p:strVal val="#ppt_x"/>
                                          </p:val>
                                        </p:tav>
                                      </p:tavLst>
                                    </p:anim>
                                    <p:anim calcmode="lin" valueType="num">
                                      <p:cBhvr>
                                        <p:cTn id="66" dur="500" fill="hold"/>
                                        <p:tgtEl>
                                          <p:spTgt spid="6163"/>
                                        </p:tgtEl>
                                        <p:attrNameLst>
                                          <p:attrName>ppt_y</p:attrName>
                                        </p:attrNameLst>
                                      </p:cBhvr>
                                      <p:tavLst>
                                        <p:tav tm="0">
                                          <p:val>
                                            <p:strVal val="#ppt_y"/>
                                          </p:val>
                                        </p:tav>
                                        <p:tav tm="100000">
                                          <p:val>
                                            <p:strVal val="#ppt_y"/>
                                          </p:val>
                                        </p:tav>
                                      </p:tavLst>
                                    </p:anim>
                                    <p:anim calcmode="lin" valueType="num">
                                      <p:cBhvr>
                                        <p:cTn id="67" dur="500" fill="hold"/>
                                        <p:tgtEl>
                                          <p:spTgt spid="6163"/>
                                        </p:tgtEl>
                                        <p:attrNameLst>
                                          <p:attrName>ppt_w</p:attrName>
                                        </p:attrNameLst>
                                      </p:cBhvr>
                                      <p:tavLst>
                                        <p:tav tm="0">
                                          <p:val>
                                            <p:fltVal val="0"/>
                                          </p:val>
                                        </p:tav>
                                        <p:tav tm="100000">
                                          <p:val>
                                            <p:strVal val="#ppt_w"/>
                                          </p:val>
                                        </p:tav>
                                      </p:tavLst>
                                    </p:anim>
                                    <p:anim calcmode="lin" valueType="num">
                                      <p:cBhvr>
                                        <p:cTn id="68" dur="500" fill="hold"/>
                                        <p:tgtEl>
                                          <p:spTgt spid="6163"/>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7" presetClass="entr" presetSubtype="8" fill="hold" nodeType="clickEffect">
                                  <p:stCondLst>
                                    <p:cond delay="0"/>
                                  </p:stCondLst>
                                  <p:childTnLst>
                                    <p:set>
                                      <p:cBhvr>
                                        <p:cTn id="72" dur="1" fill="hold">
                                          <p:stCondLst>
                                            <p:cond delay="0"/>
                                          </p:stCondLst>
                                        </p:cTn>
                                        <p:tgtEl>
                                          <p:spTgt spid="6155"/>
                                        </p:tgtEl>
                                        <p:attrNameLst>
                                          <p:attrName>style.visibility</p:attrName>
                                        </p:attrNameLst>
                                      </p:cBhvr>
                                      <p:to>
                                        <p:strVal val="visible"/>
                                      </p:to>
                                    </p:set>
                                    <p:anim calcmode="lin" valueType="num">
                                      <p:cBhvr>
                                        <p:cTn id="73" dur="500" fill="hold"/>
                                        <p:tgtEl>
                                          <p:spTgt spid="6155"/>
                                        </p:tgtEl>
                                        <p:attrNameLst>
                                          <p:attrName>ppt_x</p:attrName>
                                        </p:attrNameLst>
                                      </p:cBhvr>
                                      <p:tavLst>
                                        <p:tav tm="0">
                                          <p:val>
                                            <p:strVal val="#ppt_x-#ppt_w/2"/>
                                          </p:val>
                                        </p:tav>
                                        <p:tav tm="100000">
                                          <p:val>
                                            <p:strVal val="#ppt_x"/>
                                          </p:val>
                                        </p:tav>
                                      </p:tavLst>
                                    </p:anim>
                                    <p:anim calcmode="lin" valueType="num">
                                      <p:cBhvr>
                                        <p:cTn id="74" dur="500" fill="hold"/>
                                        <p:tgtEl>
                                          <p:spTgt spid="6155"/>
                                        </p:tgtEl>
                                        <p:attrNameLst>
                                          <p:attrName>ppt_y</p:attrName>
                                        </p:attrNameLst>
                                      </p:cBhvr>
                                      <p:tavLst>
                                        <p:tav tm="0">
                                          <p:val>
                                            <p:strVal val="#ppt_y"/>
                                          </p:val>
                                        </p:tav>
                                        <p:tav tm="100000">
                                          <p:val>
                                            <p:strVal val="#ppt_y"/>
                                          </p:val>
                                        </p:tav>
                                      </p:tavLst>
                                    </p:anim>
                                    <p:anim calcmode="lin" valueType="num">
                                      <p:cBhvr>
                                        <p:cTn id="75" dur="500" fill="hold"/>
                                        <p:tgtEl>
                                          <p:spTgt spid="6155"/>
                                        </p:tgtEl>
                                        <p:attrNameLst>
                                          <p:attrName>ppt_w</p:attrName>
                                        </p:attrNameLst>
                                      </p:cBhvr>
                                      <p:tavLst>
                                        <p:tav tm="0">
                                          <p:val>
                                            <p:fltVal val="0"/>
                                          </p:val>
                                        </p:tav>
                                        <p:tav tm="100000">
                                          <p:val>
                                            <p:strVal val="#ppt_w"/>
                                          </p:val>
                                        </p:tav>
                                      </p:tavLst>
                                    </p:anim>
                                    <p:anim calcmode="lin" valueType="num">
                                      <p:cBhvr>
                                        <p:cTn id="76" dur="500" fill="hold"/>
                                        <p:tgtEl>
                                          <p:spTgt spid="6155"/>
                                        </p:tgtEl>
                                        <p:attrNameLst>
                                          <p:attrName>ppt_h</p:attrName>
                                        </p:attrNameLst>
                                      </p:cBhvr>
                                      <p:tavLst>
                                        <p:tav tm="0">
                                          <p:val>
                                            <p:strVal val="#ppt_h"/>
                                          </p:val>
                                        </p:tav>
                                        <p:tav tm="100000">
                                          <p:val>
                                            <p:strVal val="#ppt_h"/>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18" presetClass="entr" presetSubtype="6" fill="hold" nodeType="clickEffect">
                                  <p:stCondLst>
                                    <p:cond delay="0"/>
                                  </p:stCondLst>
                                  <p:childTnLst>
                                    <p:set>
                                      <p:cBhvr>
                                        <p:cTn id="80" dur="1" fill="hold">
                                          <p:stCondLst>
                                            <p:cond delay="0"/>
                                          </p:stCondLst>
                                        </p:cTn>
                                        <p:tgtEl>
                                          <p:spTgt spid="6146"/>
                                        </p:tgtEl>
                                        <p:attrNameLst>
                                          <p:attrName>style.visibility</p:attrName>
                                        </p:attrNameLst>
                                      </p:cBhvr>
                                      <p:to>
                                        <p:strVal val="visible"/>
                                      </p:to>
                                    </p:set>
                                    <p:animEffect transition="in" filter="strips(downRight)">
                                      <p:cBhvr>
                                        <p:cTn id="81" dur="500"/>
                                        <p:tgtEl>
                                          <p:spTgt spid="6146"/>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7" presetClass="entr" presetSubtype="8" fill="hold" nodeType="clickEffect">
                                  <p:stCondLst>
                                    <p:cond delay="0"/>
                                  </p:stCondLst>
                                  <p:childTnLst>
                                    <p:set>
                                      <p:cBhvr>
                                        <p:cTn id="85" dur="1" fill="hold">
                                          <p:stCondLst>
                                            <p:cond delay="0"/>
                                          </p:stCondLst>
                                        </p:cTn>
                                        <p:tgtEl>
                                          <p:spTgt spid="6151"/>
                                        </p:tgtEl>
                                        <p:attrNameLst>
                                          <p:attrName>style.visibility</p:attrName>
                                        </p:attrNameLst>
                                      </p:cBhvr>
                                      <p:to>
                                        <p:strVal val="visible"/>
                                      </p:to>
                                    </p:set>
                                    <p:anim calcmode="lin" valueType="num">
                                      <p:cBhvr>
                                        <p:cTn id="86" dur="500" fill="hold"/>
                                        <p:tgtEl>
                                          <p:spTgt spid="6151"/>
                                        </p:tgtEl>
                                        <p:attrNameLst>
                                          <p:attrName>ppt_x</p:attrName>
                                        </p:attrNameLst>
                                      </p:cBhvr>
                                      <p:tavLst>
                                        <p:tav tm="0">
                                          <p:val>
                                            <p:strVal val="#ppt_x-#ppt_w/2"/>
                                          </p:val>
                                        </p:tav>
                                        <p:tav tm="100000">
                                          <p:val>
                                            <p:strVal val="#ppt_x"/>
                                          </p:val>
                                        </p:tav>
                                      </p:tavLst>
                                    </p:anim>
                                    <p:anim calcmode="lin" valueType="num">
                                      <p:cBhvr>
                                        <p:cTn id="87" dur="500" fill="hold"/>
                                        <p:tgtEl>
                                          <p:spTgt spid="6151"/>
                                        </p:tgtEl>
                                        <p:attrNameLst>
                                          <p:attrName>ppt_y</p:attrName>
                                        </p:attrNameLst>
                                      </p:cBhvr>
                                      <p:tavLst>
                                        <p:tav tm="0">
                                          <p:val>
                                            <p:strVal val="#ppt_y"/>
                                          </p:val>
                                        </p:tav>
                                        <p:tav tm="100000">
                                          <p:val>
                                            <p:strVal val="#ppt_y"/>
                                          </p:val>
                                        </p:tav>
                                      </p:tavLst>
                                    </p:anim>
                                    <p:anim calcmode="lin" valueType="num">
                                      <p:cBhvr>
                                        <p:cTn id="88" dur="500" fill="hold"/>
                                        <p:tgtEl>
                                          <p:spTgt spid="6151"/>
                                        </p:tgtEl>
                                        <p:attrNameLst>
                                          <p:attrName>ppt_w</p:attrName>
                                        </p:attrNameLst>
                                      </p:cBhvr>
                                      <p:tavLst>
                                        <p:tav tm="0">
                                          <p:val>
                                            <p:fltVal val="0"/>
                                          </p:val>
                                        </p:tav>
                                        <p:tav tm="100000">
                                          <p:val>
                                            <p:strVal val="#ppt_w"/>
                                          </p:val>
                                        </p:tav>
                                      </p:tavLst>
                                    </p:anim>
                                    <p:anim calcmode="lin" valueType="num">
                                      <p:cBhvr>
                                        <p:cTn id="89" dur="500" fill="hold"/>
                                        <p:tgtEl>
                                          <p:spTgt spid="6151"/>
                                        </p:tgtEl>
                                        <p:attrNameLst>
                                          <p:attrName>ppt_h</p:attrName>
                                        </p:attrNameLst>
                                      </p:cBhvr>
                                      <p:tavLst>
                                        <p:tav tm="0">
                                          <p:val>
                                            <p:strVal val="#ppt_h"/>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18" presetClass="entr" presetSubtype="6" fill="hold" grpId="0" nodeType="clickEffect">
                                  <p:stCondLst>
                                    <p:cond delay="0"/>
                                  </p:stCondLst>
                                  <p:childTnLst>
                                    <p:set>
                                      <p:cBhvr>
                                        <p:cTn id="93" dur="1" fill="hold">
                                          <p:stCondLst>
                                            <p:cond delay="0"/>
                                          </p:stCondLst>
                                        </p:cTn>
                                        <p:tgtEl>
                                          <p:spTgt spid="6170"/>
                                        </p:tgtEl>
                                        <p:attrNameLst>
                                          <p:attrName>style.visibility</p:attrName>
                                        </p:attrNameLst>
                                      </p:cBhvr>
                                      <p:to>
                                        <p:strVal val="visible"/>
                                      </p:to>
                                    </p:set>
                                    <p:animEffect transition="in" filter="strips(downRight)">
                                      <p:cBhvr>
                                        <p:cTn id="94" dur="500"/>
                                        <p:tgtEl>
                                          <p:spTgt spid="6170"/>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 presetClass="entr" presetSubtype="1" fill="hold" grpId="0" nodeType="clickEffect">
                                  <p:stCondLst>
                                    <p:cond delay="0"/>
                                  </p:stCondLst>
                                  <p:childTnLst>
                                    <p:set>
                                      <p:cBhvr>
                                        <p:cTn id="98" dur="1" fill="hold">
                                          <p:stCondLst>
                                            <p:cond delay="0"/>
                                          </p:stCondLst>
                                        </p:cTn>
                                        <p:tgtEl>
                                          <p:spTgt spid="6181"/>
                                        </p:tgtEl>
                                        <p:attrNameLst>
                                          <p:attrName>style.visibility</p:attrName>
                                        </p:attrNameLst>
                                      </p:cBhvr>
                                      <p:to>
                                        <p:strVal val="visible"/>
                                      </p:to>
                                    </p:set>
                                    <p:anim calcmode="lin" valueType="num">
                                      <p:cBhvr additive="base">
                                        <p:cTn id="99" dur="500" fill="hold"/>
                                        <p:tgtEl>
                                          <p:spTgt spid="6181"/>
                                        </p:tgtEl>
                                        <p:attrNameLst>
                                          <p:attrName>ppt_x</p:attrName>
                                        </p:attrNameLst>
                                      </p:cBhvr>
                                      <p:tavLst>
                                        <p:tav tm="0">
                                          <p:val>
                                            <p:strVal val="#ppt_x"/>
                                          </p:val>
                                        </p:tav>
                                        <p:tav tm="100000">
                                          <p:val>
                                            <p:strVal val="#ppt_x"/>
                                          </p:val>
                                        </p:tav>
                                      </p:tavLst>
                                    </p:anim>
                                    <p:anim calcmode="lin" valueType="num">
                                      <p:cBhvr additive="base">
                                        <p:cTn id="100" dur="500" fill="hold"/>
                                        <p:tgtEl>
                                          <p:spTgt spid="6181"/>
                                        </p:tgtEl>
                                        <p:attrNameLst>
                                          <p:attrName>ppt_y</p:attrName>
                                        </p:attrNameLst>
                                      </p:cBhvr>
                                      <p:tavLst>
                                        <p:tav tm="0">
                                          <p:val>
                                            <p:strVal val="0-#ppt_h/2"/>
                                          </p:val>
                                        </p:tav>
                                        <p:tav tm="100000">
                                          <p:val>
                                            <p:strVal val="#ppt_y"/>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8" presetClass="entr" presetSubtype="6" fill="hold" grpId="0" nodeType="clickEffect">
                                  <p:stCondLst>
                                    <p:cond delay="0"/>
                                  </p:stCondLst>
                                  <p:childTnLst>
                                    <p:set>
                                      <p:cBhvr>
                                        <p:cTn id="104" dur="1" fill="hold">
                                          <p:stCondLst>
                                            <p:cond delay="0"/>
                                          </p:stCondLst>
                                        </p:cTn>
                                        <p:tgtEl>
                                          <p:spTgt spid="6169"/>
                                        </p:tgtEl>
                                        <p:attrNameLst>
                                          <p:attrName>style.visibility</p:attrName>
                                        </p:attrNameLst>
                                      </p:cBhvr>
                                      <p:to>
                                        <p:strVal val="visible"/>
                                      </p:to>
                                    </p:set>
                                    <p:animEffect transition="in" filter="strips(downRight)">
                                      <p:cBhvr>
                                        <p:cTn id="105" dur="500"/>
                                        <p:tgtEl>
                                          <p:spTgt spid="6169"/>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 presetClass="entr" presetSubtype="8" fill="hold" grpId="0" nodeType="clickEffect">
                                  <p:stCondLst>
                                    <p:cond delay="0"/>
                                  </p:stCondLst>
                                  <p:childTnLst>
                                    <p:set>
                                      <p:cBhvr>
                                        <p:cTn id="109" dur="1" fill="hold">
                                          <p:stCondLst>
                                            <p:cond delay="0"/>
                                          </p:stCondLst>
                                        </p:cTn>
                                        <p:tgtEl>
                                          <p:spTgt spid="6182"/>
                                        </p:tgtEl>
                                        <p:attrNameLst>
                                          <p:attrName>style.visibility</p:attrName>
                                        </p:attrNameLst>
                                      </p:cBhvr>
                                      <p:to>
                                        <p:strVal val="visible"/>
                                      </p:to>
                                    </p:set>
                                    <p:anim calcmode="lin" valueType="num">
                                      <p:cBhvr additive="base">
                                        <p:cTn id="110" dur="500" fill="hold"/>
                                        <p:tgtEl>
                                          <p:spTgt spid="6182"/>
                                        </p:tgtEl>
                                        <p:attrNameLst>
                                          <p:attrName>ppt_x</p:attrName>
                                        </p:attrNameLst>
                                      </p:cBhvr>
                                      <p:tavLst>
                                        <p:tav tm="0">
                                          <p:val>
                                            <p:strVal val="0-#ppt_w/2"/>
                                          </p:val>
                                        </p:tav>
                                        <p:tav tm="100000">
                                          <p:val>
                                            <p:strVal val="#ppt_x"/>
                                          </p:val>
                                        </p:tav>
                                      </p:tavLst>
                                    </p:anim>
                                    <p:anim calcmode="lin" valueType="num">
                                      <p:cBhvr additive="base">
                                        <p:cTn id="111" dur="500" fill="hold"/>
                                        <p:tgtEl>
                                          <p:spTgt spid="6182"/>
                                        </p:tgtEl>
                                        <p:attrNameLst>
                                          <p:attrName>ppt_y</p:attrName>
                                        </p:attrNameLst>
                                      </p:cBhvr>
                                      <p:tavLst>
                                        <p:tav tm="0">
                                          <p:val>
                                            <p:strVal val="#ppt_y"/>
                                          </p:val>
                                        </p:tav>
                                        <p:tav tm="100000">
                                          <p:val>
                                            <p:strVal val="#ppt_y"/>
                                          </p:val>
                                        </p:tav>
                                      </p:tavLst>
                                    </p:anim>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8" presetClass="entr" presetSubtype="6" fill="hold" grpId="0" nodeType="clickEffect">
                                  <p:stCondLst>
                                    <p:cond delay="0"/>
                                  </p:stCondLst>
                                  <p:childTnLst>
                                    <p:set>
                                      <p:cBhvr>
                                        <p:cTn id="115" dur="1" fill="hold">
                                          <p:stCondLst>
                                            <p:cond delay="0"/>
                                          </p:stCondLst>
                                        </p:cTn>
                                        <p:tgtEl>
                                          <p:spTgt spid="6171"/>
                                        </p:tgtEl>
                                        <p:attrNameLst>
                                          <p:attrName>style.visibility</p:attrName>
                                        </p:attrNameLst>
                                      </p:cBhvr>
                                      <p:to>
                                        <p:strVal val="visible"/>
                                      </p:to>
                                    </p:set>
                                    <p:animEffect transition="in" filter="strips(downRight)">
                                      <p:cBhvr>
                                        <p:cTn id="116" dur="500"/>
                                        <p:tgtEl>
                                          <p:spTgt spid="6171"/>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 presetClass="entr" presetSubtype="8" fill="hold" grpId="0" nodeType="clickEffect">
                                  <p:stCondLst>
                                    <p:cond delay="0"/>
                                  </p:stCondLst>
                                  <p:childTnLst>
                                    <p:set>
                                      <p:cBhvr>
                                        <p:cTn id="120" dur="1" fill="hold">
                                          <p:stCondLst>
                                            <p:cond delay="0"/>
                                          </p:stCondLst>
                                        </p:cTn>
                                        <p:tgtEl>
                                          <p:spTgt spid="6183"/>
                                        </p:tgtEl>
                                        <p:attrNameLst>
                                          <p:attrName>style.visibility</p:attrName>
                                        </p:attrNameLst>
                                      </p:cBhvr>
                                      <p:to>
                                        <p:strVal val="visible"/>
                                      </p:to>
                                    </p:set>
                                    <p:anim calcmode="lin" valueType="num">
                                      <p:cBhvr additive="base">
                                        <p:cTn id="121" dur="500" fill="hold"/>
                                        <p:tgtEl>
                                          <p:spTgt spid="6183"/>
                                        </p:tgtEl>
                                        <p:attrNameLst>
                                          <p:attrName>ppt_x</p:attrName>
                                        </p:attrNameLst>
                                      </p:cBhvr>
                                      <p:tavLst>
                                        <p:tav tm="0">
                                          <p:val>
                                            <p:strVal val="0-#ppt_w/2"/>
                                          </p:val>
                                        </p:tav>
                                        <p:tav tm="100000">
                                          <p:val>
                                            <p:strVal val="#ppt_x"/>
                                          </p:val>
                                        </p:tav>
                                      </p:tavLst>
                                    </p:anim>
                                    <p:anim calcmode="lin" valueType="num">
                                      <p:cBhvr additive="base">
                                        <p:cTn id="122" dur="500" fill="hold"/>
                                        <p:tgtEl>
                                          <p:spTgt spid="6183"/>
                                        </p:tgtEl>
                                        <p:attrNameLst>
                                          <p:attrName>ppt_y</p:attrName>
                                        </p:attrNameLst>
                                      </p:cBhvr>
                                      <p:tavLst>
                                        <p:tav tm="0">
                                          <p:val>
                                            <p:strVal val="#ppt_y"/>
                                          </p:val>
                                        </p:tav>
                                        <p:tav tm="100000">
                                          <p:val>
                                            <p:strVal val="#ppt_y"/>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8" presetClass="entr" presetSubtype="3" fill="hold" grpId="0" nodeType="clickEffect">
                                  <p:stCondLst>
                                    <p:cond delay="0"/>
                                  </p:stCondLst>
                                  <p:childTnLst>
                                    <p:set>
                                      <p:cBhvr>
                                        <p:cTn id="126" dur="1" fill="hold">
                                          <p:stCondLst>
                                            <p:cond delay="0"/>
                                          </p:stCondLst>
                                        </p:cTn>
                                        <p:tgtEl>
                                          <p:spTgt spid="6178"/>
                                        </p:tgtEl>
                                        <p:attrNameLst>
                                          <p:attrName>style.visibility</p:attrName>
                                        </p:attrNameLst>
                                      </p:cBhvr>
                                      <p:to>
                                        <p:strVal val="visible"/>
                                      </p:to>
                                    </p:set>
                                    <p:animEffect transition="in" filter="strips(upRight)">
                                      <p:cBhvr>
                                        <p:cTn id="127" dur="500"/>
                                        <p:tgtEl>
                                          <p:spTgt spid="6178"/>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 presetClass="entr" presetSubtype="8" fill="hold" grpId="0" nodeType="clickEffect">
                                  <p:stCondLst>
                                    <p:cond delay="0"/>
                                  </p:stCondLst>
                                  <p:childTnLst>
                                    <p:set>
                                      <p:cBhvr>
                                        <p:cTn id="131" dur="1" fill="hold">
                                          <p:stCondLst>
                                            <p:cond delay="0"/>
                                          </p:stCondLst>
                                        </p:cTn>
                                        <p:tgtEl>
                                          <p:spTgt spid="6186"/>
                                        </p:tgtEl>
                                        <p:attrNameLst>
                                          <p:attrName>style.visibility</p:attrName>
                                        </p:attrNameLst>
                                      </p:cBhvr>
                                      <p:to>
                                        <p:strVal val="visible"/>
                                      </p:to>
                                    </p:set>
                                    <p:anim calcmode="lin" valueType="num">
                                      <p:cBhvr additive="base">
                                        <p:cTn id="132" dur="500" fill="hold"/>
                                        <p:tgtEl>
                                          <p:spTgt spid="6186"/>
                                        </p:tgtEl>
                                        <p:attrNameLst>
                                          <p:attrName>ppt_x</p:attrName>
                                        </p:attrNameLst>
                                      </p:cBhvr>
                                      <p:tavLst>
                                        <p:tav tm="0">
                                          <p:val>
                                            <p:strVal val="0-#ppt_w/2"/>
                                          </p:val>
                                        </p:tav>
                                        <p:tav tm="100000">
                                          <p:val>
                                            <p:strVal val="#ppt_x"/>
                                          </p:val>
                                        </p:tav>
                                      </p:tavLst>
                                    </p:anim>
                                    <p:anim calcmode="lin" valueType="num">
                                      <p:cBhvr additive="base">
                                        <p:cTn id="133" dur="500" fill="hold"/>
                                        <p:tgtEl>
                                          <p:spTgt spid="6186"/>
                                        </p:tgtEl>
                                        <p:attrNameLst>
                                          <p:attrName>ppt_y</p:attrName>
                                        </p:attrNameLst>
                                      </p:cBhvr>
                                      <p:tavLst>
                                        <p:tav tm="0">
                                          <p:val>
                                            <p:strVal val="#ppt_y"/>
                                          </p:val>
                                        </p:tav>
                                        <p:tav tm="100000">
                                          <p:val>
                                            <p:strVal val="#ppt_y"/>
                                          </p:val>
                                        </p:tav>
                                      </p:tavLst>
                                    </p:anim>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8" presetClass="entr" presetSubtype="9" fill="hold" grpId="0" nodeType="clickEffect">
                                  <p:stCondLst>
                                    <p:cond delay="0"/>
                                  </p:stCondLst>
                                  <p:childTnLst>
                                    <p:set>
                                      <p:cBhvr>
                                        <p:cTn id="137" dur="1" fill="hold">
                                          <p:stCondLst>
                                            <p:cond delay="0"/>
                                          </p:stCondLst>
                                        </p:cTn>
                                        <p:tgtEl>
                                          <p:spTgt spid="6179"/>
                                        </p:tgtEl>
                                        <p:attrNameLst>
                                          <p:attrName>style.visibility</p:attrName>
                                        </p:attrNameLst>
                                      </p:cBhvr>
                                      <p:to>
                                        <p:strVal val="visible"/>
                                      </p:to>
                                    </p:set>
                                    <p:animEffect transition="in" filter="strips(upLeft)">
                                      <p:cBhvr>
                                        <p:cTn id="138" dur="500"/>
                                        <p:tgtEl>
                                          <p:spTgt spid="6179"/>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 presetClass="entr" presetSubtype="4" fill="hold" grpId="0" nodeType="clickEffect">
                                  <p:stCondLst>
                                    <p:cond delay="0"/>
                                  </p:stCondLst>
                                  <p:childTnLst>
                                    <p:set>
                                      <p:cBhvr>
                                        <p:cTn id="142" dur="1" fill="hold">
                                          <p:stCondLst>
                                            <p:cond delay="0"/>
                                          </p:stCondLst>
                                        </p:cTn>
                                        <p:tgtEl>
                                          <p:spTgt spid="6185"/>
                                        </p:tgtEl>
                                        <p:attrNameLst>
                                          <p:attrName>style.visibility</p:attrName>
                                        </p:attrNameLst>
                                      </p:cBhvr>
                                      <p:to>
                                        <p:strVal val="visible"/>
                                      </p:to>
                                    </p:set>
                                    <p:anim calcmode="lin" valueType="num">
                                      <p:cBhvr additive="base">
                                        <p:cTn id="143" dur="500" fill="hold"/>
                                        <p:tgtEl>
                                          <p:spTgt spid="6185"/>
                                        </p:tgtEl>
                                        <p:attrNameLst>
                                          <p:attrName>ppt_x</p:attrName>
                                        </p:attrNameLst>
                                      </p:cBhvr>
                                      <p:tavLst>
                                        <p:tav tm="0">
                                          <p:val>
                                            <p:strVal val="#ppt_x"/>
                                          </p:val>
                                        </p:tav>
                                        <p:tav tm="100000">
                                          <p:val>
                                            <p:strVal val="#ppt_x"/>
                                          </p:val>
                                        </p:tav>
                                      </p:tavLst>
                                    </p:anim>
                                    <p:anim calcmode="lin" valueType="num">
                                      <p:cBhvr additive="base">
                                        <p:cTn id="144" dur="500" fill="hold"/>
                                        <p:tgtEl>
                                          <p:spTgt spid="6185"/>
                                        </p:tgtEl>
                                        <p:attrNameLst>
                                          <p:attrName>ppt_y</p:attrName>
                                        </p:attrNameLst>
                                      </p:cBhvr>
                                      <p:tavLst>
                                        <p:tav tm="0">
                                          <p:val>
                                            <p:strVal val="1+#ppt_h/2"/>
                                          </p:val>
                                        </p:tav>
                                        <p:tav tm="100000">
                                          <p:val>
                                            <p:strVal val="#ppt_y"/>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8" presetClass="entr" presetSubtype="12" fill="hold" grpId="0" nodeType="clickEffect">
                                  <p:stCondLst>
                                    <p:cond delay="0"/>
                                  </p:stCondLst>
                                  <p:childTnLst>
                                    <p:set>
                                      <p:cBhvr>
                                        <p:cTn id="148" dur="1" fill="hold">
                                          <p:stCondLst>
                                            <p:cond delay="0"/>
                                          </p:stCondLst>
                                        </p:cTn>
                                        <p:tgtEl>
                                          <p:spTgt spid="6180"/>
                                        </p:tgtEl>
                                        <p:attrNameLst>
                                          <p:attrName>style.visibility</p:attrName>
                                        </p:attrNameLst>
                                      </p:cBhvr>
                                      <p:to>
                                        <p:strVal val="visible"/>
                                      </p:to>
                                    </p:set>
                                    <p:animEffect transition="in" filter="strips(downLeft)">
                                      <p:cBhvr>
                                        <p:cTn id="149" dur="500"/>
                                        <p:tgtEl>
                                          <p:spTgt spid="6180"/>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 presetClass="entr" presetSubtype="1" fill="hold" grpId="0" nodeType="clickEffect">
                                  <p:stCondLst>
                                    <p:cond delay="0"/>
                                  </p:stCondLst>
                                  <p:childTnLst>
                                    <p:set>
                                      <p:cBhvr>
                                        <p:cTn id="153" dur="1" fill="hold">
                                          <p:stCondLst>
                                            <p:cond delay="0"/>
                                          </p:stCondLst>
                                        </p:cTn>
                                        <p:tgtEl>
                                          <p:spTgt spid="6184"/>
                                        </p:tgtEl>
                                        <p:attrNameLst>
                                          <p:attrName>style.visibility</p:attrName>
                                        </p:attrNameLst>
                                      </p:cBhvr>
                                      <p:to>
                                        <p:strVal val="visible"/>
                                      </p:to>
                                    </p:set>
                                    <p:anim calcmode="lin" valueType="num">
                                      <p:cBhvr additive="base">
                                        <p:cTn id="154" dur="500" fill="hold"/>
                                        <p:tgtEl>
                                          <p:spTgt spid="6184"/>
                                        </p:tgtEl>
                                        <p:attrNameLst>
                                          <p:attrName>ppt_x</p:attrName>
                                        </p:attrNameLst>
                                      </p:cBhvr>
                                      <p:tavLst>
                                        <p:tav tm="0">
                                          <p:val>
                                            <p:strVal val="#ppt_x"/>
                                          </p:val>
                                        </p:tav>
                                        <p:tav tm="100000">
                                          <p:val>
                                            <p:strVal val="#ppt_x"/>
                                          </p:val>
                                        </p:tav>
                                      </p:tavLst>
                                    </p:anim>
                                    <p:anim calcmode="lin" valueType="num">
                                      <p:cBhvr additive="base">
                                        <p:cTn id="155" dur="500" fill="hold"/>
                                        <p:tgtEl>
                                          <p:spTgt spid="6184"/>
                                        </p:tgtEl>
                                        <p:attrNameLst>
                                          <p:attrName>ppt_y</p:attrName>
                                        </p:attrNameLst>
                                      </p:cBhvr>
                                      <p:tavLst>
                                        <p:tav tm="0">
                                          <p:val>
                                            <p:strVal val="0-#ppt_h/2"/>
                                          </p:val>
                                        </p:tav>
                                        <p:tav tm="100000">
                                          <p:val>
                                            <p:strVal val="#ppt_y"/>
                                          </p:val>
                                        </p:tav>
                                      </p:tavLst>
                                    </p:anim>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8" presetClass="entr" presetSubtype="6" fill="hold" grpId="0" nodeType="clickEffect">
                                  <p:stCondLst>
                                    <p:cond delay="0"/>
                                  </p:stCondLst>
                                  <p:childTnLst>
                                    <p:set>
                                      <p:cBhvr>
                                        <p:cTn id="159" dur="1" fill="hold">
                                          <p:stCondLst>
                                            <p:cond delay="0"/>
                                          </p:stCondLst>
                                        </p:cTn>
                                        <p:tgtEl>
                                          <p:spTgt spid="6174"/>
                                        </p:tgtEl>
                                        <p:attrNameLst>
                                          <p:attrName>style.visibility</p:attrName>
                                        </p:attrNameLst>
                                      </p:cBhvr>
                                      <p:to>
                                        <p:strVal val="visible"/>
                                      </p:to>
                                    </p:set>
                                    <p:animEffect transition="in" filter="strips(downRight)">
                                      <p:cBhvr>
                                        <p:cTn id="160" dur="500"/>
                                        <p:tgtEl>
                                          <p:spTgt spid="6174"/>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 presetClass="entr" presetSubtype="1" fill="hold" grpId="0" nodeType="clickEffect">
                                  <p:stCondLst>
                                    <p:cond delay="0"/>
                                  </p:stCondLst>
                                  <p:childTnLst>
                                    <p:set>
                                      <p:cBhvr>
                                        <p:cTn id="164" dur="1" fill="hold">
                                          <p:stCondLst>
                                            <p:cond delay="0"/>
                                          </p:stCondLst>
                                        </p:cTn>
                                        <p:tgtEl>
                                          <p:spTgt spid="6191"/>
                                        </p:tgtEl>
                                        <p:attrNameLst>
                                          <p:attrName>style.visibility</p:attrName>
                                        </p:attrNameLst>
                                      </p:cBhvr>
                                      <p:to>
                                        <p:strVal val="visible"/>
                                      </p:to>
                                    </p:set>
                                    <p:anim calcmode="lin" valueType="num">
                                      <p:cBhvr additive="base">
                                        <p:cTn id="165" dur="500" fill="hold"/>
                                        <p:tgtEl>
                                          <p:spTgt spid="6191"/>
                                        </p:tgtEl>
                                        <p:attrNameLst>
                                          <p:attrName>ppt_x</p:attrName>
                                        </p:attrNameLst>
                                      </p:cBhvr>
                                      <p:tavLst>
                                        <p:tav tm="0">
                                          <p:val>
                                            <p:strVal val="#ppt_x"/>
                                          </p:val>
                                        </p:tav>
                                        <p:tav tm="100000">
                                          <p:val>
                                            <p:strVal val="#ppt_x"/>
                                          </p:val>
                                        </p:tav>
                                      </p:tavLst>
                                    </p:anim>
                                    <p:anim calcmode="lin" valueType="num">
                                      <p:cBhvr additive="base">
                                        <p:cTn id="166" dur="500" fill="hold"/>
                                        <p:tgtEl>
                                          <p:spTgt spid="6191"/>
                                        </p:tgtEl>
                                        <p:attrNameLst>
                                          <p:attrName>ppt_y</p:attrName>
                                        </p:attrNameLst>
                                      </p:cBhvr>
                                      <p:tavLst>
                                        <p:tav tm="0">
                                          <p:val>
                                            <p:strVal val="0-#ppt_h/2"/>
                                          </p:val>
                                        </p:tav>
                                        <p:tav tm="100000">
                                          <p:val>
                                            <p:strVal val="#ppt_y"/>
                                          </p:val>
                                        </p:tav>
                                      </p:tavLst>
                                    </p:anim>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8" presetClass="entr" presetSubtype="6" fill="hold" grpId="0" nodeType="clickEffect">
                                  <p:stCondLst>
                                    <p:cond delay="0"/>
                                  </p:stCondLst>
                                  <p:childTnLst>
                                    <p:set>
                                      <p:cBhvr>
                                        <p:cTn id="170" dur="1" fill="hold">
                                          <p:stCondLst>
                                            <p:cond delay="0"/>
                                          </p:stCondLst>
                                        </p:cTn>
                                        <p:tgtEl>
                                          <p:spTgt spid="6172"/>
                                        </p:tgtEl>
                                        <p:attrNameLst>
                                          <p:attrName>style.visibility</p:attrName>
                                        </p:attrNameLst>
                                      </p:cBhvr>
                                      <p:to>
                                        <p:strVal val="visible"/>
                                      </p:to>
                                    </p:set>
                                    <p:animEffect transition="in" filter="strips(downRight)">
                                      <p:cBhvr>
                                        <p:cTn id="171" dur="500"/>
                                        <p:tgtEl>
                                          <p:spTgt spid="6172"/>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17" presetClass="entr" presetSubtype="10" fill="hold" grpId="0" nodeType="clickEffect">
                                  <p:stCondLst>
                                    <p:cond delay="0"/>
                                  </p:stCondLst>
                                  <p:childTnLst>
                                    <p:set>
                                      <p:cBhvr>
                                        <p:cTn id="175" dur="1" fill="hold">
                                          <p:stCondLst>
                                            <p:cond delay="0"/>
                                          </p:stCondLst>
                                        </p:cTn>
                                        <p:tgtEl>
                                          <p:spTgt spid="6189"/>
                                        </p:tgtEl>
                                        <p:attrNameLst>
                                          <p:attrName>style.visibility</p:attrName>
                                        </p:attrNameLst>
                                      </p:cBhvr>
                                      <p:to>
                                        <p:strVal val="visible"/>
                                      </p:to>
                                    </p:set>
                                    <p:anim calcmode="lin" valueType="num">
                                      <p:cBhvr>
                                        <p:cTn id="176" dur="500" fill="hold"/>
                                        <p:tgtEl>
                                          <p:spTgt spid="6189"/>
                                        </p:tgtEl>
                                        <p:attrNameLst>
                                          <p:attrName>ppt_w</p:attrName>
                                        </p:attrNameLst>
                                      </p:cBhvr>
                                      <p:tavLst>
                                        <p:tav tm="0">
                                          <p:val>
                                            <p:fltVal val="0"/>
                                          </p:val>
                                        </p:tav>
                                        <p:tav tm="100000">
                                          <p:val>
                                            <p:strVal val="#ppt_w"/>
                                          </p:val>
                                        </p:tav>
                                      </p:tavLst>
                                    </p:anim>
                                    <p:anim calcmode="lin" valueType="num">
                                      <p:cBhvr>
                                        <p:cTn id="177" dur="500" fill="hold"/>
                                        <p:tgtEl>
                                          <p:spTgt spid="6189"/>
                                        </p:tgtEl>
                                        <p:attrNameLst>
                                          <p:attrName>ppt_h</p:attrName>
                                        </p:attrNameLst>
                                      </p:cBhvr>
                                      <p:tavLst>
                                        <p:tav tm="0">
                                          <p:val>
                                            <p:strVal val="#ppt_h"/>
                                          </p:val>
                                        </p:tav>
                                        <p:tav tm="100000">
                                          <p:val>
                                            <p:strVal val="#ppt_h"/>
                                          </p:val>
                                        </p:tav>
                                      </p:tavLst>
                                    </p:anim>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8" presetClass="entr" presetSubtype="6" fill="hold" grpId="0" nodeType="clickEffect">
                                  <p:stCondLst>
                                    <p:cond delay="0"/>
                                  </p:stCondLst>
                                  <p:childTnLst>
                                    <p:set>
                                      <p:cBhvr>
                                        <p:cTn id="181" dur="1" fill="hold">
                                          <p:stCondLst>
                                            <p:cond delay="0"/>
                                          </p:stCondLst>
                                        </p:cTn>
                                        <p:tgtEl>
                                          <p:spTgt spid="6177"/>
                                        </p:tgtEl>
                                        <p:attrNameLst>
                                          <p:attrName>style.visibility</p:attrName>
                                        </p:attrNameLst>
                                      </p:cBhvr>
                                      <p:to>
                                        <p:strVal val="visible"/>
                                      </p:to>
                                    </p:set>
                                    <p:animEffect transition="in" filter="strips(downRight)">
                                      <p:cBhvr>
                                        <p:cTn id="182" dur="500"/>
                                        <p:tgtEl>
                                          <p:spTgt spid="6177"/>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17" presetClass="entr" presetSubtype="10" fill="hold" grpId="0" nodeType="clickEffect">
                                  <p:stCondLst>
                                    <p:cond delay="0"/>
                                  </p:stCondLst>
                                  <p:childTnLst>
                                    <p:set>
                                      <p:cBhvr>
                                        <p:cTn id="186" dur="1" fill="hold">
                                          <p:stCondLst>
                                            <p:cond delay="0"/>
                                          </p:stCondLst>
                                        </p:cTn>
                                        <p:tgtEl>
                                          <p:spTgt spid="6190"/>
                                        </p:tgtEl>
                                        <p:attrNameLst>
                                          <p:attrName>style.visibility</p:attrName>
                                        </p:attrNameLst>
                                      </p:cBhvr>
                                      <p:to>
                                        <p:strVal val="visible"/>
                                      </p:to>
                                    </p:set>
                                    <p:anim calcmode="lin" valueType="num">
                                      <p:cBhvr>
                                        <p:cTn id="187" dur="500" fill="hold"/>
                                        <p:tgtEl>
                                          <p:spTgt spid="6190"/>
                                        </p:tgtEl>
                                        <p:attrNameLst>
                                          <p:attrName>ppt_w</p:attrName>
                                        </p:attrNameLst>
                                      </p:cBhvr>
                                      <p:tavLst>
                                        <p:tav tm="0">
                                          <p:val>
                                            <p:fltVal val="0"/>
                                          </p:val>
                                        </p:tav>
                                        <p:tav tm="100000">
                                          <p:val>
                                            <p:strVal val="#ppt_w"/>
                                          </p:val>
                                        </p:tav>
                                      </p:tavLst>
                                    </p:anim>
                                    <p:anim calcmode="lin" valueType="num">
                                      <p:cBhvr>
                                        <p:cTn id="188" dur="500" fill="hold"/>
                                        <p:tgtEl>
                                          <p:spTgt spid="6190"/>
                                        </p:tgtEl>
                                        <p:attrNameLst>
                                          <p:attrName>ppt_h</p:attrName>
                                        </p:attrNameLst>
                                      </p:cBhvr>
                                      <p:tavLst>
                                        <p:tav tm="0">
                                          <p:val>
                                            <p:strVal val="#ppt_h"/>
                                          </p:val>
                                        </p:tav>
                                        <p:tav tm="100000">
                                          <p:val>
                                            <p:strVal val="#ppt_h"/>
                                          </p:val>
                                        </p:tav>
                                      </p:tavLst>
                                    </p:anim>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8" presetClass="entr" presetSubtype="3" fill="hold" grpId="0" nodeType="clickEffect">
                                  <p:stCondLst>
                                    <p:cond delay="0"/>
                                  </p:stCondLst>
                                  <p:childTnLst>
                                    <p:set>
                                      <p:cBhvr>
                                        <p:cTn id="192" dur="1" fill="hold">
                                          <p:stCondLst>
                                            <p:cond delay="0"/>
                                          </p:stCondLst>
                                        </p:cTn>
                                        <p:tgtEl>
                                          <p:spTgt spid="6176"/>
                                        </p:tgtEl>
                                        <p:attrNameLst>
                                          <p:attrName>style.visibility</p:attrName>
                                        </p:attrNameLst>
                                      </p:cBhvr>
                                      <p:to>
                                        <p:strVal val="visible"/>
                                      </p:to>
                                    </p:set>
                                    <p:animEffect transition="in" filter="strips(upRight)">
                                      <p:cBhvr>
                                        <p:cTn id="193" dur="500"/>
                                        <p:tgtEl>
                                          <p:spTgt spid="6176"/>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 presetClass="entr" presetSubtype="4" fill="hold" grpId="0" nodeType="clickEffect">
                                  <p:stCondLst>
                                    <p:cond delay="0"/>
                                  </p:stCondLst>
                                  <p:childTnLst>
                                    <p:set>
                                      <p:cBhvr>
                                        <p:cTn id="197" dur="1" fill="hold">
                                          <p:stCondLst>
                                            <p:cond delay="0"/>
                                          </p:stCondLst>
                                        </p:cTn>
                                        <p:tgtEl>
                                          <p:spTgt spid="6196"/>
                                        </p:tgtEl>
                                        <p:attrNameLst>
                                          <p:attrName>style.visibility</p:attrName>
                                        </p:attrNameLst>
                                      </p:cBhvr>
                                      <p:to>
                                        <p:strVal val="visible"/>
                                      </p:to>
                                    </p:set>
                                    <p:anim calcmode="lin" valueType="num">
                                      <p:cBhvr additive="base">
                                        <p:cTn id="198" dur="500" fill="hold"/>
                                        <p:tgtEl>
                                          <p:spTgt spid="6196"/>
                                        </p:tgtEl>
                                        <p:attrNameLst>
                                          <p:attrName>ppt_x</p:attrName>
                                        </p:attrNameLst>
                                      </p:cBhvr>
                                      <p:tavLst>
                                        <p:tav tm="0">
                                          <p:val>
                                            <p:strVal val="#ppt_x"/>
                                          </p:val>
                                        </p:tav>
                                        <p:tav tm="100000">
                                          <p:val>
                                            <p:strVal val="#ppt_x"/>
                                          </p:val>
                                        </p:tav>
                                      </p:tavLst>
                                    </p:anim>
                                    <p:anim calcmode="lin" valueType="num">
                                      <p:cBhvr additive="base">
                                        <p:cTn id="199" dur="500" fill="hold"/>
                                        <p:tgtEl>
                                          <p:spTgt spid="6196"/>
                                        </p:tgtEl>
                                        <p:attrNameLst>
                                          <p:attrName>ppt_y</p:attrName>
                                        </p:attrNameLst>
                                      </p:cBhvr>
                                      <p:tavLst>
                                        <p:tav tm="0">
                                          <p:val>
                                            <p:strVal val="1+#ppt_h/2"/>
                                          </p:val>
                                        </p:tav>
                                        <p:tav tm="100000">
                                          <p:val>
                                            <p:strVal val="#ppt_y"/>
                                          </p:val>
                                        </p:tav>
                                      </p:tavLst>
                                    </p:anim>
                                  </p:childTnLst>
                                </p:cTn>
                              </p:par>
                            </p:childTnLst>
                          </p:cTn>
                        </p:par>
                      </p:childTnLst>
                    </p:cTn>
                  </p:par>
                  <p:par>
                    <p:cTn id="200" fill="hold" nodeType="clickPar">
                      <p:stCondLst>
                        <p:cond delay="indefinite"/>
                      </p:stCondLst>
                      <p:childTnLst>
                        <p:par>
                          <p:cTn id="201" fill="hold" nodeType="withGroup">
                            <p:stCondLst>
                              <p:cond delay="0"/>
                            </p:stCondLst>
                            <p:childTnLst>
                              <p:par>
                                <p:cTn id="202" presetID="18" presetClass="entr" presetSubtype="9" fill="hold" grpId="0" nodeType="clickEffect">
                                  <p:stCondLst>
                                    <p:cond delay="0"/>
                                  </p:stCondLst>
                                  <p:childTnLst>
                                    <p:set>
                                      <p:cBhvr>
                                        <p:cTn id="203" dur="1" fill="hold">
                                          <p:stCondLst>
                                            <p:cond delay="0"/>
                                          </p:stCondLst>
                                        </p:cTn>
                                        <p:tgtEl>
                                          <p:spTgt spid="6175"/>
                                        </p:tgtEl>
                                        <p:attrNameLst>
                                          <p:attrName>style.visibility</p:attrName>
                                        </p:attrNameLst>
                                      </p:cBhvr>
                                      <p:to>
                                        <p:strVal val="visible"/>
                                      </p:to>
                                    </p:set>
                                    <p:animEffect transition="in" filter="strips(upLeft)">
                                      <p:cBhvr>
                                        <p:cTn id="204" dur="500"/>
                                        <p:tgtEl>
                                          <p:spTgt spid="6175"/>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2" presetClass="entr" presetSubtype="4" fill="hold" grpId="0" nodeType="clickEffect">
                                  <p:stCondLst>
                                    <p:cond delay="0"/>
                                  </p:stCondLst>
                                  <p:childTnLst>
                                    <p:set>
                                      <p:cBhvr>
                                        <p:cTn id="208" dur="1" fill="hold">
                                          <p:stCondLst>
                                            <p:cond delay="0"/>
                                          </p:stCondLst>
                                        </p:cTn>
                                        <p:tgtEl>
                                          <p:spTgt spid="6187"/>
                                        </p:tgtEl>
                                        <p:attrNameLst>
                                          <p:attrName>style.visibility</p:attrName>
                                        </p:attrNameLst>
                                      </p:cBhvr>
                                      <p:to>
                                        <p:strVal val="visible"/>
                                      </p:to>
                                    </p:set>
                                    <p:anim calcmode="lin" valueType="num">
                                      <p:cBhvr additive="base">
                                        <p:cTn id="209" dur="500" fill="hold"/>
                                        <p:tgtEl>
                                          <p:spTgt spid="6187"/>
                                        </p:tgtEl>
                                        <p:attrNameLst>
                                          <p:attrName>ppt_x</p:attrName>
                                        </p:attrNameLst>
                                      </p:cBhvr>
                                      <p:tavLst>
                                        <p:tav tm="0">
                                          <p:val>
                                            <p:strVal val="#ppt_x"/>
                                          </p:val>
                                        </p:tav>
                                        <p:tav tm="100000">
                                          <p:val>
                                            <p:strVal val="#ppt_x"/>
                                          </p:val>
                                        </p:tav>
                                      </p:tavLst>
                                    </p:anim>
                                    <p:anim calcmode="lin" valueType="num">
                                      <p:cBhvr additive="base">
                                        <p:cTn id="210" dur="500" fill="hold"/>
                                        <p:tgtEl>
                                          <p:spTgt spid="6187"/>
                                        </p:tgtEl>
                                        <p:attrNameLst>
                                          <p:attrName>ppt_y</p:attrName>
                                        </p:attrNameLst>
                                      </p:cBhvr>
                                      <p:tavLst>
                                        <p:tav tm="0">
                                          <p:val>
                                            <p:strVal val="1+#ppt_h/2"/>
                                          </p:val>
                                        </p:tav>
                                        <p:tav tm="100000">
                                          <p:val>
                                            <p:strVal val="#ppt_y"/>
                                          </p:val>
                                        </p:tav>
                                      </p:tavLst>
                                    </p:anim>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8" presetClass="entr" presetSubtype="12" fill="hold" grpId="0" nodeType="clickEffect">
                                  <p:stCondLst>
                                    <p:cond delay="0"/>
                                  </p:stCondLst>
                                  <p:childTnLst>
                                    <p:set>
                                      <p:cBhvr>
                                        <p:cTn id="214" dur="1" fill="hold">
                                          <p:stCondLst>
                                            <p:cond delay="0"/>
                                          </p:stCondLst>
                                        </p:cTn>
                                        <p:tgtEl>
                                          <p:spTgt spid="6173"/>
                                        </p:tgtEl>
                                        <p:attrNameLst>
                                          <p:attrName>style.visibility</p:attrName>
                                        </p:attrNameLst>
                                      </p:cBhvr>
                                      <p:to>
                                        <p:strVal val="visible"/>
                                      </p:to>
                                    </p:set>
                                    <p:animEffect transition="in" filter="strips(downLeft)">
                                      <p:cBhvr>
                                        <p:cTn id="215" dur="500"/>
                                        <p:tgtEl>
                                          <p:spTgt spid="6173"/>
                                        </p:tgtEl>
                                      </p:cBhvr>
                                    </p:animEffec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17" presetClass="entr" presetSubtype="10" fill="hold" grpId="0" nodeType="clickEffect">
                                  <p:stCondLst>
                                    <p:cond delay="0"/>
                                  </p:stCondLst>
                                  <p:childTnLst>
                                    <p:set>
                                      <p:cBhvr>
                                        <p:cTn id="219" dur="1" fill="hold">
                                          <p:stCondLst>
                                            <p:cond delay="0"/>
                                          </p:stCondLst>
                                        </p:cTn>
                                        <p:tgtEl>
                                          <p:spTgt spid="6188"/>
                                        </p:tgtEl>
                                        <p:attrNameLst>
                                          <p:attrName>style.visibility</p:attrName>
                                        </p:attrNameLst>
                                      </p:cBhvr>
                                      <p:to>
                                        <p:strVal val="visible"/>
                                      </p:to>
                                    </p:set>
                                    <p:anim calcmode="lin" valueType="num">
                                      <p:cBhvr>
                                        <p:cTn id="220" dur="500" fill="hold"/>
                                        <p:tgtEl>
                                          <p:spTgt spid="6188"/>
                                        </p:tgtEl>
                                        <p:attrNameLst>
                                          <p:attrName>ppt_w</p:attrName>
                                        </p:attrNameLst>
                                      </p:cBhvr>
                                      <p:tavLst>
                                        <p:tav tm="0">
                                          <p:val>
                                            <p:fltVal val="0"/>
                                          </p:val>
                                        </p:tav>
                                        <p:tav tm="100000">
                                          <p:val>
                                            <p:strVal val="#ppt_w"/>
                                          </p:val>
                                        </p:tav>
                                      </p:tavLst>
                                    </p:anim>
                                    <p:anim calcmode="lin" valueType="num">
                                      <p:cBhvr>
                                        <p:cTn id="221" dur="500" fill="hold"/>
                                        <p:tgtEl>
                                          <p:spTgt spid="6188"/>
                                        </p:tgtEl>
                                        <p:attrNameLst>
                                          <p:attrName>ppt_h</p:attrName>
                                        </p:attrNameLst>
                                      </p:cBhvr>
                                      <p:tavLst>
                                        <p:tav tm="0">
                                          <p:val>
                                            <p:strVal val="#ppt_h"/>
                                          </p:val>
                                        </p:tav>
                                        <p:tav tm="100000">
                                          <p:val>
                                            <p:strVal val="#ppt_h"/>
                                          </p:val>
                                        </p:tav>
                                      </p:tavLst>
                                    </p:anim>
                                  </p:childTnLst>
                                </p:cTn>
                              </p:par>
                            </p:childTnLst>
                          </p:cTn>
                        </p:par>
                      </p:childTnLst>
                    </p:cTn>
                  </p:par>
                  <p:par>
                    <p:cTn id="222" fill="hold" nodeType="clickPar">
                      <p:stCondLst>
                        <p:cond delay="indefinite"/>
                      </p:stCondLst>
                      <p:childTnLst>
                        <p:par>
                          <p:cTn id="223" fill="hold" nodeType="withGroup">
                            <p:stCondLst>
                              <p:cond delay="0"/>
                            </p:stCondLst>
                            <p:childTnLst>
                              <p:par>
                                <p:cTn id="224" presetID="17" presetClass="entr" presetSubtype="4" fill="hold" nodeType="clickEffect">
                                  <p:stCondLst>
                                    <p:cond delay="0"/>
                                  </p:stCondLst>
                                  <p:childTnLst>
                                    <p:set>
                                      <p:cBhvr>
                                        <p:cTn id="225" dur="1" fill="hold">
                                          <p:stCondLst>
                                            <p:cond delay="0"/>
                                          </p:stCondLst>
                                        </p:cTn>
                                        <p:tgtEl>
                                          <p:spTgt spid="6198"/>
                                        </p:tgtEl>
                                        <p:attrNameLst>
                                          <p:attrName>style.visibility</p:attrName>
                                        </p:attrNameLst>
                                      </p:cBhvr>
                                      <p:to>
                                        <p:strVal val="visible"/>
                                      </p:to>
                                    </p:set>
                                    <p:anim calcmode="lin" valueType="num">
                                      <p:cBhvr>
                                        <p:cTn id="226" dur="500" fill="hold"/>
                                        <p:tgtEl>
                                          <p:spTgt spid="6198"/>
                                        </p:tgtEl>
                                        <p:attrNameLst>
                                          <p:attrName>ppt_x</p:attrName>
                                        </p:attrNameLst>
                                      </p:cBhvr>
                                      <p:tavLst>
                                        <p:tav tm="0">
                                          <p:val>
                                            <p:strVal val="#ppt_x"/>
                                          </p:val>
                                        </p:tav>
                                        <p:tav tm="100000">
                                          <p:val>
                                            <p:strVal val="#ppt_x"/>
                                          </p:val>
                                        </p:tav>
                                      </p:tavLst>
                                    </p:anim>
                                    <p:anim calcmode="lin" valueType="num">
                                      <p:cBhvr>
                                        <p:cTn id="227" dur="500" fill="hold"/>
                                        <p:tgtEl>
                                          <p:spTgt spid="6198"/>
                                        </p:tgtEl>
                                        <p:attrNameLst>
                                          <p:attrName>ppt_y</p:attrName>
                                        </p:attrNameLst>
                                      </p:cBhvr>
                                      <p:tavLst>
                                        <p:tav tm="0">
                                          <p:val>
                                            <p:strVal val="#ppt_y+#ppt_h/2"/>
                                          </p:val>
                                        </p:tav>
                                        <p:tav tm="100000">
                                          <p:val>
                                            <p:strVal val="#ppt_y"/>
                                          </p:val>
                                        </p:tav>
                                      </p:tavLst>
                                    </p:anim>
                                    <p:anim calcmode="lin" valueType="num">
                                      <p:cBhvr>
                                        <p:cTn id="228" dur="500" fill="hold"/>
                                        <p:tgtEl>
                                          <p:spTgt spid="6198"/>
                                        </p:tgtEl>
                                        <p:attrNameLst>
                                          <p:attrName>ppt_w</p:attrName>
                                        </p:attrNameLst>
                                      </p:cBhvr>
                                      <p:tavLst>
                                        <p:tav tm="0">
                                          <p:val>
                                            <p:strVal val="#ppt_w"/>
                                          </p:val>
                                        </p:tav>
                                        <p:tav tm="100000">
                                          <p:val>
                                            <p:strVal val="#ppt_w"/>
                                          </p:val>
                                        </p:tav>
                                      </p:tavLst>
                                    </p:anim>
                                    <p:anim calcmode="lin" valueType="num">
                                      <p:cBhvr>
                                        <p:cTn id="229" dur="500" fill="hold"/>
                                        <p:tgtEl>
                                          <p:spTgt spid="6198"/>
                                        </p:tgtEl>
                                        <p:attrNameLst>
                                          <p:attrName>ppt_h</p:attrName>
                                        </p:attrNameLst>
                                      </p:cBhvr>
                                      <p:tavLst>
                                        <p:tav tm="0">
                                          <p:val>
                                            <p:fltVal val="0"/>
                                          </p:val>
                                        </p:tav>
                                        <p:tav tm="100000">
                                          <p:val>
                                            <p:strVal val="#ppt_h"/>
                                          </p:val>
                                        </p:tav>
                                      </p:tavLst>
                                    </p:anim>
                                  </p:childTnLst>
                                </p:cTn>
                              </p:par>
                            </p:childTnLst>
                          </p:cTn>
                        </p:par>
                      </p:childTnLst>
                    </p:cTn>
                  </p:par>
                  <p:par>
                    <p:cTn id="230" fill="hold" nodeType="clickPar">
                      <p:stCondLst>
                        <p:cond delay="indefinite"/>
                      </p:stCondLst>
                      <p:childTnLst>
                        <p:par>
                          <p:cTn id="231" fill="hold" nodeType="withGroup">
                            <p:stCondLst>
                              <p:cond delay="0"/>
                            </p:stCondLst>
                            <p:childTnLst>
                              <p:par>
                                <p:cTn id="232" presetID="18" presetClass="entr" presetSubtype="9" fill="hold" grpId="0" nodeType="clickEffect">
                                  <p:stCondLst>
                                    <p:cond delay="0"/>
                                  </p:stCondLst>
                                  <p:childTnLst>
                                    <p:set>
                                      <p:cBhvr>
                                        <p:cTn id="233" dur="1" fill="hold">
                                          <p:stCondLst>
                                            <p:cond delay="0"/>
                                          </p:stCondLst>
                                        </p:cTn>
                                        <p:tgtEl>
                                          <p:spTgt spid="6213"/>
                                        </p:tgtEl>
                                        <p:attrNameLst>
                                          <p:attrName>style.visibility</p:attrName>
                                        </p:attrNameLst>
                                      </p:cBhvr>
                                      <p:to>
                                        <p:strVal val="visible"/>
                                      </p:to>
                                    </p:set>
                                    <p:animEffect transition="in" filter="strips(upLeft)">
                                      <p:cBhvr>
                                        <p:cTn id="234" dur="500"/>
                                        <p:tgtEl>
                                          <p:spTgt spid="6213"/>
                                        </p:tgtEl>
                                      </p:cBhvr>
                                    </p:animEffec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18" presetClass="entr" presetSubtype="9" fill="hold" grpId="0" nodeType="clickEffect">
                                  <p:stCondLst>
                                    <p:cond delay="0"/>
                                  </p:stCondLst>
                                  <p:childTnLst>
                                    <p:set>
                                      <p:cBhvr>
                                        <p:cTn id="238" dur="1" fill="hold">
                                          <p:stCondLst>
                                            <p:cond delay="0"/>
                                          </p:stCondLst>
                                        </p:cTn>
                                        <p:tgtEl>
                                          <p:spTgt spid="6214"/>
                                        </p:tgtEl>
                                        <p:attrNameLst>
                                          <p:attrName>style.visibility</p:attrName>
                                        </p:attrNameLst>
                                      </p:cBhvr>
                                      <p:to>
                                        <p:strVal val="visible"/>
                                      </p:to>
                                    </p:set>
                                    <p:animEffect transition="in" filter="strips(upLeft)">
                                      <p:cBhvr>
                                        <p:cTn id="239" dur="500"/>
                                        <p:tgtEl>
                                          <p:spTgt spid="6214"/>
                                        </p:tgtEl>
                                      </p:cBhvr>
                                    </p:animEffect>
                                  </p:childTnLst>
                                </p:cTn>
                              </p:par>
                            </p:childTnLst>
                          </p:cTn>
                        </p:par>
                      </p:childTnLst>
                    </p:cTn>
                  </p:par>
                  <p:par>
                    <p:cTn id="240" fill="hold" nodeType="clickPar">
                      <p:stCondLst>
                        <p:cond delay="indefinite"/>
                      </p:stCondLst>
                      <p:childTnLst>
                        <p:par>
                          <p:cTn id="241" fill="hold" nodeType="withGroup">
                            <p:stCondLst>
                              <p:cond delay="0"/>
                            </p:stCondLst>
                            <p:childTnLst>
                              <p:par>
                                <p:cTn id="242" presetID="18" presetClass="entr" presetSubtype="9" fill="hold" grpId="0" nodeType="clickEffect">
                                  <p:stCondLst>
                                    <p:cond delay="0"/>
                                  </p:stCondLst>
                                  <p:childTnLst>
                                    <p:set>
                                      <p:cBhvr>
                                        <p:cTn id="243" dur="1" fill="hold">
                                          <p:stCondLst>
                                            <p:cond delay="0"/>
                                          </p:stCondLst>
                                        </p:cTn>
                                        <p:tgtEl>
                                          <p:spTgt spid="6215"/>
                                        </p:tgtEl>
                                        <p:attrNameLst>
                                          <p:attrName>style.visibility</p:attrName>
                                        </p:attrNameLst>
                                      </p:cBhvr>
                                      <p:to>
                                        <p:strVal val="visible"/>
                                      </p:to>
                                    </p:set>
                                    <p:animEffect transition="in" filter="strips(upLeft)">
                                      <p:cBhvr>
                                        <p:cTn id="244" dur="500"/>
                                        <p:tgtEl>
                                          <p:spTgt spid="6215"/>
                                        </p:tgtEl>
                                      </p:cBhvr>
                                    </p:animEffect>
                                  </p:childTnLst>
                                </p:cTn>
                              </p:par>
                            </p:childTnLst>
                          </p:cTn>
                        </p:par>
                      </p:childTnLst>
                    </p:cTn>
                  </p:par>
                  <p:par>
                    <p:cTn id="245" fill="hold" nodeType="clickPar">
                      <p:stCondLst>
                        <p:cond delay="indefinite"/>
                      </p:stCondLst>
                      <p:childTnLst>
                        <p:par>
                          <p:cTn id="246" fill="hold" nodeType="withGroup">
                            <p:stCondLst>
                              <p:cond delay="0"/>
                            </p:stCondLst>
                            <p:childTnLst>
                              <p:par>
                                <p:cTn id="247" presetID="18" presetClass="entr" presetSubtype="9" fill="hold" grpId="0" nodeType="clickEffect">
                                  <p:stCondLst>
                                    <p:cond delay="0"/>
                                  </p:stCondLst>
                                  <p:childTnLst>
                                    <p:set>
                                      <p:cBhvr>
                                        <p:cTn id="248" dur="1" fill="hold">
                                          <p:stCondLst>
                                            <p:cond delay="0"/>
                                          </p:stCondLst>
                                        </p:cTn>
                                        <p:tgtEl>
                                          <p:spTgt spid="6216"/>
                                        </p:tgtEl>
                                        <p:attrNameLst>
                                          <p:attrName>style.visibility</p:attrName>
                                        </p:attrNameLst>
                                      </p:cBhvr>
                                      <p:to>
                                        <p:strVal val="visible"/>
                                      </p:to>
                                    </p:set>
                                    <p:animEffect transition="in" filter="strips(upLeft)">
                                      <p:cBhvr>
                                        <p:cTn id="249" dur="500"/>
                                        <p:tgtEl>
                                          <p:spTgt spid="6216"/>
                                        </p:tgtEl>
                                      </p:cBhvr>
                                    </p:animEffect>
                                  </p:childTnLst>
                                </p:cTn>
                              </p:par>
                            </p:childTnLst>
                          </p:cTn>
                        </p:par>
                      </p:childTnLst>
                    </p:cTn>
                  </p:par>
                  <p:par>
                    <p:cTn id="250" fill="hold" nodeType="clickPar">
                      <p:stCondLst>
                        <p:cond delay="indefinite"/>
                      </p:stCondLst>
                      <p:childTnLst>
                        <p:par>
                          <p:cTn id="251" fill="hold" nodeType="withGroup">
                            <p:stCondLst>
                              <p:cond delay="0"/>
                            </p:stCondLst>
                            <p:childTnLst>
                              <p:par>
                                <p:cTn id="252" presetID="18" presetClass="entr" presetSubtype="3" fill="hold" grpId="0" nodeType="clickEffect">
                                  <p:stCondLst>
                                    <p:cond delay="0"/>
                                  </p:stCondLst>
                                  <p:childTnLst>
                                    <p:set>
                                      <p:cBhvr>
                                        <p:cTn id="253" dur="1" fill="hold">
                                          <p:stCondLst>
                                            <p:cond delay="0"/>
                                          </p:stCondLst>
                                        </p:cTn>
                                        <p:tgtEl>
                                          <p:spTgt spid="6217"/>
                                        </p:tgtEl>
                                        <p:attrNameLst>
                                          <p:attrName>style.visibility</p:attrName>
                                        </p:attrNameLst>
                                      </p:cBhvr>
                                      <p:to>
                                        <p:strVal val="visible"/>
                                      </p:to>
                                    </p:set>
                                    <p:animEffect transition="in" filter="strips(upRight)">
                                      <p:cBhvr>
                                        <p:cTn id="254" dur="500"/>
                                        <p:tgtEl>
                                          <p:spTgt spid="6217"/>
                                        </p:tgtEl>
                                      </p:cBhvr>
                                    </p:animEffec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18" presetClass="entr" presetSubtype="3" fill="hold" grpId="0" nodeType="clickEffect">
                                  <p:stCondLst>
                                    <p:cond delay="0"/>
                                  </p:stCondLst>
                                  <p:childTnLst>
                                    <p:set>
                                      <p:cBhvr>
                                        <p:cTn id="258" dur="1" fill="hold">
                                          <p:stCondLst>
                                            <p:cond delay="0"/>
                                          </p:stCondLst>
                                        </p:cTn>
                                        <p:tgtEl>
                                          <p:spTgt spid="6218"/>
                                        </p:tgtEl>
                                        <p:attrNameLst>
                                          <p:attrName>style.visibility</p:attrName>
                                        </p:attrNameLst>
                                      </p:cBhvr>
                                      <p:to>
                                        <p:strVal val="visible"/>
                                      </p:to>
                                    </p:set>
                                    <p:animEffect transition="in" filter="strips(upRight)">
                                      <p:cBhvr>
                                        <p:cTn id="259" dur="500"/>
                                        <p:tgtEl>
                                          <p:spTgt spid="6218"/>
                                        </p:tgtEl>
                                      </p:cBhvr>
                                    </p:animEffect>
                                  </p:childTnLst>
                                </p:cTn>
                              </p:par>
                            </p:childTnLst>
                          </p:cTn>
                        </p:par>
                      </p:childTnLst>
                    </p:cTn>
                  </p:par>
                  <p:par>
                    <p:cTn id="260" fill="hold" nodeType="clickPar">
                      <p:stCondLst>
                        <p:cond delay="indefinite"/>
                      </p:stCondLst>
                      <p:childTnLst>
                        <p:par>
                          <p:cTn id="261" fill="hold" nodeType="withGroup">
                            <p:stCondLst>
                              <p:cond delay="0"/>
                            </p:stCondLst>
                            <p:childTnLst>
                              <p:par>
                                <p:cTn id="262" presetID="18" presetClass="entr" presetSubtype="3" fill="hold" grpId="0" nodeType="clickEffect">
                                  <p:stCondLst>
                                    <p:cond delay="0"/>
                                  </p:stCondLst>
                                  <p:childTnLst>
                                    <p:set>
                                      <p:cBhvr>
                                        <p:cTn id="263" dur="1" fill="hold">
                                          <p:stCondLst>
                                            <p:cond delay="0"/>
                                          </p:stCondLst>
                                        </p:cTn>
                                        <p:tgtEl>
                                          <p:spTgt spid="6219"/>
                                        </p:tgtEl>
                                        <p:attrNameLst>
                                          <p:attrName>style.visibility</p:attrName>
                                        </p:attrNameLst>
                                      </p:cBhvr>
                                      <p:to>
                                        <p:strVal val="visible"/>
                                      </p:to>
                                    </p:set>
                                    <p:animEffect transition="in" filter="strips(upRight)">
                                      <p:cBhvr>
                                        <p:cTn id="264" dur="500"/>
                                        <p:tgtEl>
                                          <p:spTgt spid="6219"/>
                                        </p:tgtEl>
                                      </p:cBhvr>
                                    </p:animEffect>
                                  </p:childTnLst>
                                </p:cTn>
                              </p:par>
                            </p:childTnLst>
                          </p:cTn>
                        </p:par>
                      </p:childTnLst>
                    </p:cTn>
                  </p:par>
                  <p:par>
                    <p:cTn id="265" fill="hold" nodeType="clickPar">
                      <p:stCondLst>
                        <p:cond delay="indefinite"/>
                      </p:stCondLst>
                      <p:childTnLst>
                        <p:par>
                          <p:cTn id="266" fill="hold" nodeType="withGroup">
                            <p:stCondLst>
                              <p:cond delay="0"/>
                            </p:stCondLst>
                            <p:childTnLst>
                              <p:par>
                                <p:cTn id="267" presetID="18" presetClass="entr" presetSubtype="3" fill="hold" grpId="0" nodeType="clickEffect">
                                  <p:stCondLst>
                                    <p:cond delay="0"/>
                                  </p:stCondLst>
                                  <p:childTnLst>
                                    <p:set>
                                      <p:cBhvr>
                                        <p:cTn id="268" dur="1" fill="hold">
                                          <p:stCondLst>
                                            <p:cond delay="0"/>
                                          </p:stCondLst>
                                        </p:cTn>
                                        <p:tgtEl>
                                          <p:spTgt spid="6220"/>
                                        </p:tgtEl>
                                        <p:attrNameLst>
                                          <p:attrName>style.visibility</p:attrName>
                                        </p:attrNameLst>
                                      </p:cBhvr>
                                      <p:to>
                                        <p:strVal val="visible"/>
                                      </p:to>
                                    </p:set>
                                    <p:animEffect transition="in" filter="strips(upRight)">
                                      <p:cBhvr>
                                        <p:cTn id="269" dur="500"/>
                                        <p:tgtEl>
                                          <p:spTgt spid="6220"/>
                                        </p:tgtEl>
                                      </p:cBhvr>
                                    </p:animEffect>
                                  </p:childTnLst>
                                </p:cTn>
                              </p:par>
                            </p:childTnLst>
                          </p:cTn>
                        </p:par>
                      </p:childTnLst>
                    </p:cTn>
                  </p:par>
                  <p:par>
                    <p:cTn id="270" fill="hold" nodeType="clickPar">
                      <p:stCondLst>
                        <p:cond delay="indefinite"/>
                      </p:stCondLst>
                      <p:childTnLst>
                        <p:par>
                          <p:cTn id="271" fill="hold" nodeType="withGroup">
                            <p:stCondLst>
                              <p:cond delay="0"/>
                            </p:stCondLst>
                            <p:childTnLst>
                              <p:par>
                                <p:cTn id="272" presetID="17" presetClass="entr" presetSubtype="8" fill="hold" grpId="0" nodeType="clickEffect">
                                  <p:stCondLst>
                                    <p:cond delay="0"/>
                                  </p:stCondLst>
                                  <p:childTnLst>
                                    <p:set>
                                      <p:cBhvr>
                                        <p:cTn id="273" dur="1" fill="hold">
                                          <p:stCondLst>
                                            <p:cond delay="0"/>
                                          </p:stCondLst>
                                        </p:cTn>
                                        <p:tgtEl>
                                          <p:spTgt spid="6221"/>
                                        </p:tgtEl>
                                        <p:attrNameLst>
                                          <p:attrName>style.visibility</p:attrName>
                                        </p:attrNameLst>
                                      </p:cBhvr>
                                      <p:to>
                                        <p:strVal val="visible"/>
                                      </p:to>
                                    </p:set>
                                    <p:anim calcmode="lin" valueType="num">
                                      <p:cBhvr>
                                        <p:cTn id="274" dur="500" fill="hold"/>
                                        <p:tgtEl>
                                          <p:spTgt spid="6221"/>
                                        </p:tgtEl>
                                        <p:attrNameLst>
                                          <p:attrName>ppt_x</p:attrName>
                                        </p:attrNameLst>
                                      </p:cBhvr>
                                      <p:tavLst>
                                        <p:tav tm="0">
                                          <p:val>
                                            <p:strVal val="#ppt_x-#ppt_w/2"/>
                                          </p:val>
                                        </p:tav>
                                        <p:tav tm="100000">
                                          <p:val>
                                            <p:strVal val="#ppt_x"/>
                                          </p:val>
                                        </p:tav>
                                      </p:tavLst>
                                    </p:anim>
                                    <p:anim calcmode="lin" valueType="num">
                                      <p:cBhvr>
                                        <p:cTn id="275" dur="500" fill="hold"/>
                                        <p:tgtEl>
                                          <p:spTgt spid="6221"/>
                                        </p:tgtEl>
                                        <p:attrNameLst>
                                          <p:attrName>ppt_y</p:attrName>
                                        </p:attrNameLst>
                                      </p:cBhvr>
                                      <p:tavLst>
                                        <p:tav tm="0">
                                          <p:val>
                                            <p:strVal val="#ppt_y"/>
                                          </p:val>
                                        </p:tav>
                                        <p:tav tm="100000">
                                          <p:val>
                                            <p:strVal val="#ppt_y"/>
                                          </p:val>
                                        </p:tav>
                                      </p:tavLst>
                                    </p:anim>
                                    <p:anim calcmode="lin" valueType="num">
                                      <p:cBhvr>
                                        <p:cTn id="276" dur="500" fill="hold"/>
                                        <p:tgtEl>
                                          <p:spTgt spid="6221"/>
                                        </p:tgtEl>
                                        <p:attrNameLst>
                                          <p:attrName>ppt_w</p:attrName>
                                        </p:attrNameLst>
                                      </p:cBhvr>
                                      <p:tavLst>
                                        <p:tav tm="0">
                                          <p:val>
                                            <p:fltVal val="0"/>
                                          </p:val>
                                        </p:tav>
                                        <p:tav tm="100000">
                                          <p:val>
                                            <p:strVal val="#ppt_w"/>
                                          </p:val>
                                        </p:tav>
                                      </p:tavLst>
                                    </p:anim>
                                    <p:anim calcmode="lin" valueType="num">
                                      <p:cBhvr>
                                        <p:cTn id="277" dur="500" fill="hold"/>
                                        <p:tgtEl>
                                          <p:spTgt spid="6221"/>
                                        </p:tgtEl>
                                        <p:attrNameLst>
                                          <p:attrName>ppt_h</p:attrName>
                                        </p:attrNameLst>
                                      </p:cBhvr>
                                      <p:tavLst>
                                        <p:tav tm="0">
                                          <p:val>
                                            <p:strVal val="#ppt_h"/>
                                          </p:val>
                                        </p:tav>
                                        <p:tav tm="100000">
                                          <p:val>
                                            <p:strVal val="#ppt_h"/>
                                          </p:val>
                                        </p:tav>
                                      </p:tavLst>
                                    </p:anim>
                                  </p:childTnLst>
                                </p:cTn>
                              </p:par>
                            </p:childTnLst>
                          </p:cTn>
                        </p:par>
                      </p:childTnLst>
                    </p:cTn>
                  </p:par>
                  <p:par>
                    <p:cTn id="278" fill="hold" nodeType="clickPar">
                      <p:stCondLst>
                        <p:cond delay="indefinite"/>
                      </p:stCondLst>
                      <p:childTnLst>
                        <p:par>
                          <p:cTn id="279" fill="hold" nodeType="withGroup">
                            <p:stCondLst>
                              <p:cond delay="0"/>
                            </p:stCondLst>
                            <p:childTnLst>
                              <p:par>
                                <p:cTn id="280" presetID="17" presetClass="entr" presetSubtype="8" fill="hold" grpId="0" nodeType="clickEffect">
                                  <p:stCondLst>
                                    <p:cond delay="0"/>
                                  </p:stCondLst>
                                  <p:iterate type="wd">
                                    <p:tmPct val="100000"/>
                                  </p:iterate>
                                  <p:childTnLst>
                                    <p:set>
                                      <p:cBhvr>
                                        <p:cTn id="281" dur="1" fill="hold">
                                          <p:stCondLst>
                                            <p:cond delay="0"/>
                                          </p:stCondLst>
                                        </p:cTn>
                                        <p:tgtEl>
                                          <p:spTgt spid="6222"/>
                                        </p:tgtEl>
                                        <p:attrNameLst>
                                          <p:attrName>style.visibility</p:attrName>
                                        </p:attrNameLst>
                                      </p:cBhvr>
                                      <p:to>
                                        <p:strVal val="visible"/>
                                      </p:to>
                                    </p:set>
                                    <p:anim calcmode="lin" valueType="num">
                                      <p:cBhvr>
                                        <p:cTn id="282" dur="300" fill="hold"/>
                                        <p:tgtEl>
                                          <p:spTgt spid="6222"/>
                                        </p:tgtEl>
                                        <p:attrNameLst>
                                          <p:attrName>ppt_x</p:attrName>
                                        </p:attrNameLst>
                                      </p:cBhvr>
                                      <p:tavLst>
                                        <p:tav tm="0">
                                          <p:val>
                                            <p:strVal val="#ppt_x-#ppt_w/2"/>
                                          </p:val>
                                        </p:tav>
                                        <p:tav tm="100000">
                                          <p:val>
                                            <p:strVal val="#ppt_x"/>
                                          </p:val>
                                        </p:tav>
                                      </p:tavLst>
                                    </p:anim>
                                    <p:anim calcmode="lin" valueType="num">
                                      <p:cBhvr>
                                        <p:cTn id="283" dur="300" fill="hold"/>
                                        <p:tgtEl>
                                          <p:spTgt spid="6222"/>
                                        </p:tgtEl>
                                        <p:attrNameLst>
                                          <p:attrName>ppt_y</p:attrName>
                                        </p:attrNameLst>
                                      </p:cBhvr>
                                      <p:tavLst>
                                        <p:tav tm="0">
                                          <p:val>
                                            <p:strVal val="#ppt_y"/>
                                          </p:val>
                                        </p:tav>
                                        <p:tav tm="100000">
                                          <p:val>
                                            <p:strVal val="#ppt_y"/>
                                          </p:val>
                                        </p:tav>
                                      </p:tavLst>
                                    </p:anim>
                                    <p:anim calcmode="lin" valueType="num">
                                      <p:cBhvr>
                                        <p:cTn id="284" dur="300" fill="hold"/>
                                        <p:tgtEl>
                                          <p:spTgt spid="6222"/>
                                        </p:tgtEl>
                                        <p:attrNameLst>
                                          <p:attrName>ppt_w</p:attrName>
                                        </p:attrNameLst>
                                      </p:cBhvr>
                                      <p:tavLst>
                                        <p:tav tm="0">
                                          <p:val>
                                            <p:fltVal val="0"/>
                                          </p:val>
                                        </p:tav>
                                        <p:tav tm="100000">
                                          <p:val>
                                            <p:strVal val="#ppt_w"/>
                                          </p:val>
                                        </p:tav>
                                      </p:tavLst>
                                    </p:anim>
                                    <p:anim calcmode="lin" valueType="num">
                                      <p:cBhvr>
                                        <p:cTn id="285" dur="300" fill="hold"/>
                                        <p:tgtEl>
                                          <p:spTgt spid="6222"/>
                                        </p:tgtEl>
                                        <p:attrNameLst>
                                          <p:attrName>ppt_h</p:attrName>
                                        </p:attrNameLst>
                                      </p:cBhvr>
                                      <p:tavLst>
                                        <p:tav tm="0">
                                          <p:val>
                                            <p:strVal val="#ppt_h"/>
                                          </p:val>
                                        </p:tav>
                                        <p:tav tm="100000">
                                          <p:val>
                                            <p:strVal val="#ppt_h"/>
                                          </p:val>
                                        </p:tav>
                                      </p:tavLst>
                                    </p:anim>
                                  </p:childTnLst>
                                </p:cTn>
                              </p:par>
                            </p:childTnLst>
                          </p:cTn>
                        </p:par>
                      </p:childTnLst>
                    </p:cTn>
                  </p:par>
                  <p:par>
                    <p:cTn id="286" fill="hold" nodeType="clickPar">
                      <p:stCondLst>
                        <p:cond delay="indefinite"/>
                      </p:stCondLst>
                      <p:childTnLst>
                        <p:par>
                          <p:cTn id="287" fill="hold" nodeType="withGroup">
                            <p:stCondLst>
                              <p:cond delay="0"/>
                            </p:stCondLst>
                            <p:childTnLst>
                              <p:par>
                                <p:cTn id="288" presetID="18" presetClass="entr" presetSubtype="6" fill="hold" grpId="0" nodeType="clickEffect">
                                  <p:stCondLst>
                                    <p:cond delay="0"/>
                                  </p:stCondLst>
                                  <p:childTnLst>
                                    <p:set>
                                      <p:cBhvr>
                                        <p:cTn id="289" dur="1" fill="hold">
                                          <p:stCondLst>
                                            <p:cond delay="0"/>
                                          </p:stCondLst>
                                        </p:cTn>
                                        <p:tgtEl>
                                          <p:spTgt spid="6207"/>
                                        </p:tgtEl>
                                        <p:attrNameLst>
                                          <p:attrName>style.visibility</p:attrName>
                                        </p:attrNameLst>
                                      </p:cBhvr>
                                      <p:to>
                                        <p:strVal val="visible"/>
                                      </p:to>
                                    </p:set>
                                    <p:animEffect transition="in" filter="strips(downRight)">
                                      <p:cBhvr>
                                        <p:cTn id="290" dur="500"/>
                                        <p:tgtEl>
                                          <p:spTgt spid="6207"/>
                                        </p:tgtEl>
                                      </p:cBhvr>
                                    </p:animEffect>
                                  </p:childTnLst>
                                </p:cTn>
                              </p:par>
                            </p:childTnLst>
                          </p:cTn>
                        </p:par>
                      </p:childTnLst>
                    </p:cTn>
                  </p:par>
                  <p:par>
                    <p:cTn id="291" fill="hold" nodeType="clickPar">
                      <p:stCondLst>
                        <p:cond delay="indefinite"/>
                      </p:stCondLst>
                      <p:childTnLst>
                        <p:par>
                          <p:cTn id="292" fill="hold" nodeType="withGroup">
                            <p:stCondLst>
                              <p:cond delay="0"/>
                            </p:stCondLst>
                            <p:childTnLst>
                              <p:par>
                                <p:cTn id="293" presetID="17" presetClass="entr" presetSubtype="10" fill="hold" grpId="0" nodeType="clickEffect">
                                  <p:stCondLst>
                                    <p:cond delay="0"/>
                                  </p:stCondLst>
                                  <p:childTnLst>
                                    <p:set>
                                      <p:cBhvr>
                                        <p:cTn id="294" dur="1" fill="hold">
                                          <p:stCondLst>
                                            <p:cond delay="0"/>
                                          </p:stCondLst>
                                        </p:cTn>
                                        <p:tgtEl>
                                          <p:spTgt spid="6208"/>
                                        </p:tgtEl>
                                        <p:attrNameLst>
                                          <p:attrName>style.visibility</p:attrName>
                                        </p:attrNameLst>
                                      </p:cBhvr>
                                      <p:to>
                                        <p:strVal val="visible"/>
                                      </p:to>
                                    </p:set>
                                    <p:anim calcmode="lin" valueType="num">
                                      <p:cBhvr>
                                        <p:cTn id="295" dur="500" fill="hold"/>
                                        <p:tgtEl>
                                          <p:spTgt spid="6208"/>
                                        </p:tgtEl>
                                        <p:attrNameLst>
                                          <p:attrName>ppt_w</p:attrName>
                                        </p:attrNameLst>
                                      </p:cBhvr>
                                      <p:tavLst>
                                        <p:tav tm="0">
                                          <p:val>
                                            <p:fltVal val="0"/>
                                          </p:val>
                                        </p:tav>
                                        <p:tav tm="100000">
                                          <p:val>
                                            <p:strVal val="#ppt_w"/>
                                          </p:val>
                                        </p:tav>
                                      </p:tavLst>
                                    </p:anim>
                                    <p:anim calcmode="lin" valueType="num">
                                      <p:cBhvr>
                                        <p:cTn id="296" dur="500" fill="hold"/>
                                        <p:tgtEl>
                                          <p:spTgt spid="6208"/>
                                        </p:tgtEl>
                                        <p:attrNameLst>
                                          <p:attrName>ppt_h</p:attrName>
                                        </p:attrNameLst>
                                      </p:cBhvr>
                                      <p:tavLst>
                                        <p:tav tm="0">
                                          <p:val>
                                            <p:strVal val="#ppt_h"/>
                                          </p:val>
                                        </p:tav>
                                        <p:tav tm="100000">
                                          <p:val>
                                            <p:strVal val="#ppt_h"/>
                                          </p:val>
                                        </p:tav>
                                      </p:tavLst>
                                    </p:anim>
                                  </p:childTnLst>
                                </p:cTn>
                              </p:par>
                            </p:childTnLst>
                          </p:cTn>
                        </p:par>
                      </p:childTnLst>
                    </p:cTn>
                  </p:par>
                  <p:par>
                    <p:cTn id="297" fill="hold" nodeType="clickPar">
                      <p:stCondLst>
                        <p:cond delay="indefinite"/>
                      </p:stCondLst>
                      <p:childTnLst>
                        <p:par>
                          <p:cTn id="298" fill="hold" nodeType="withGroup">
                            <p:stCondLst>
                              <p:cond delay="0"/>
                            </p:stCondLst>
                            <p:childTnLst>
                              <p:par>
                                <p:cTn id="299" presetID="18" presetClass="entr" presetSubtype="6" fill="hold" grpId="0" nodeType="clickEffect">
                                  <p:stCondLst>
                                    <p:cond delay="0"/>
                                  </p:stCondLst>
                                  <p:childTnLst>
                                    <p:set>
                                      <p:cBhvr>
                                        <p:cTn id="300" dur="1" fill="hold">
                                          <p:stCondLst>
                                            <p:cond delay="0"/>
                                          </p:stCondLst>
                                        </p:cTn>
                                        <p:tgtEl>
                                          <p:spTgt spid="6210"/>
                                        </p:tgtEl>
                                        <p:attrNameLst>
                                          <p:attrName>style.visibility</p:attrName>
                                        </p:attrNameLst>
                                      </p:cBhvr>
                                      <p:to>
                                        <p:strVal val="visible"/>
                                      </p:to>
                                    </p:set>
                                    <p:animEffect transition="in" filter="strips(downRight)">
                                      <p:cBhvr>
                                        <p:cTn id="301" dur="500"/>
                                        <p:tgtEl>
                                          <p:spTgt spid="6210"/>
                                        </p:tgtEl>
                                      </p:cBhvr>
                                    </p:animEffect>
                                  </p:childTnLst>
                                </p:cTn>
                              </p:par>
                            </p:childTnLst>
                          </p:cTn>
                        </p:par>
                      </p:childTnLst>
                    </p:cTn>
                  </p:par>
                  <p:par>
                    <p:cTn id="302" fill="hold" nodeType="clickPar">
                      <p:stCondLst>
                        <p:cond delay="indefinite"/>
                      </p:stCondLst>
                      <p:childTnLst>
                        <p:par>
                          <p:cTn id="303" fill="hold" nodeType="withGroup">
                            <p:stCondLst>
                              <p:cond delay="0"/>
                            </p:stCondLst>
                            <p:childTnLst>
                              <p:par>
                                <p:cTn id="304" presetID="16" presetClass="entr" presetSubtype="26" fill="hold" grpId="0" nodeType="clickEffect">
                                  <p:stCondLst>
                                    <p:cond delay="0"/>
                                  </p:stCondLst>
                                  <p:childTnLst>
                                    <p:set>
                                      <p:cBhvr>
                                        <p:cTn id="305" dur="1" fill="hold">
                                          <p:stCondLst>
                                            <p:cond delay="0"/>
                                          </p:stCondLst>
                                        </p:cTn>
                                        <p:tgtEl>
                                          <p:spTgt spid="6209"/>
                                        </p:tgtEl>
                                        <p:attrNameLst>
                                          <p:attrName>style.visibility</p:attrName>
                                        </p:attrNameLst>
                                      </p:cBhvr>
                                      <p:to>
                                        <p:strVal val="visible"/>
                                      </p:to>
                                    </p:set>
                                    <p:animEffect transition="in" filter="barn(inHorizontal)">
                                      <p:cBhvr>
                                        <p:cTn id="306" dur="500"/>
                                        <p:tgtEl>
                                          <p:spTgt spid="6209"/>
                                        </p:tgtEl>
                                      </p:cBhvr>
                                    </p:animEffect>
                                  </p:childTnLst>
                                </p:cTn>
                              </p:par>
                            </p:childTnLst>
                          </p:cTn>
                        </p:par>
                      </p:childTnLst>
                    </p:cTn>
                  </p:par>
                  <p:par>
                    <p:cTn id="307" fill="hold" nodeType="clickPar">
                      <p:stCondLst>
                        <p:cond delay="indefinite"/>
                      </p:stCondLst>
                      <p:childTnLst>
                        <p:par>
                          <p:cTn id="308" fill="hold" nodeType="withGroup">
                            <p:stCondLst>
                              <p:cond delay="0"/>
                            </p:stCondLst>
                            <p:childTnLst>
                              <p:par>
                                <p:cTn id="309" presetID="18" presetClass="entr" presetSubtype="12" fill="hold" grpId="0" nodeType="clickEffect">
                                  <p:stCondLst>
                                    <p:cond delay="0"/>
                                  </p:stCondLst>
                                  <p:childTnLst>
                                    <p:set>
                                      <p:cBhvr>
                                        <p:cTn id="310" dur="1" fill="hold">
                                          <p:stCondLst>
                                            <p:cond delay="0"/>
                                          </p:stCondLst>
                                        </p:cTn>
                                        <p:tgtEl>
                                          <p:spTgt spid="6211"/>
                                        </p:tgtEl>
                                        <p:attrNameLst>
                                          <p:attrName>style.visibility</p:attrName>
                                        </p:attrNameLst>
                                      </p:cBhvr>
                                      <p:to>
                                        <p:strVal val="visible"/>
                                      </p:to>
                                    </p:set>
                                    <p:animEffect transition="in" filter="strips(downLeft)">
                                      <p:cBhvr>
                                        <p:cTn id="311" dur="500"/>
                                        <p:tgtEl>
                                          <p:spTgt spid="6211"/>
                                        </p:tgtEl>
                                      </p:cBhvr>
                                    </p:animEffect>
                                  </p:childTnLst>
                                </p:cTn>
                              </p:par>
                            </p:childTnLst>
                          </p:cTn>
                        </p:par>
                      </p:childTnLst>
                    </p:cTn>
                  </p:par>
                  <p:par>
                    <p:cTn id="312" fill="hold" nodeType="clickPar">
                      <p:stCondLst>
                        <p:cond delay="indefinite"/>
                      </p:stCondLst>
                      <p:childTnLst>
                        <p:par>
                          <p:cTn id="313" fill="hold" nodeType="withGroup">
                            <p:stCondLst>
                              <p:cond delay="0"/>
                            </p:stCondLst>
                            <p:childTnLst>
                              <p:par>
                                <p:cTn id="314" presetID="18" presetClass="entr" presetSubtype="6" fill="hold" grpId="0" nodeType="clickEffect">
                                  <p:stCondLst>
                                    <p:cond delay="0"/>
                                  </p:stCondLst>
                                  <p:childTnLst>
                                    <p:set>
                                      <p:cBhvr>
                                        <p:cTn id="315" dur="1" fill="hold">
                                          <p:stCondLst>
                                            <p:cond delay="0"/>
                                          </p:stCondLst>
                                        </p:cTn>
                                        <p:tgtEl>
                                          <p:spTgt spid="6212"/>
                                        </p:tgtEl>
                                        <p:attrNameLst>
                                          <p:attrName>style.visibility</p:attrName>
                                        </p:attrNameLst>
                                      </p:cBhvr>
                                      <p:to>
                                        <p:strVal val="visible"/>
                                      </p:to>
                                    </p:set>
                                    <p:animEffect transition="in" filter="strips(downRight)">
                                      <p:cBhvr>
                                        <p:cTn id="316" dur="500"/>
                                        <p:tgtEl>
                                          <p:spTgt spid="6212"/>
                                        </p:tgtEl>
                                      </p:cBhvr>
                                    </p:animEffect>
                                  </p:childTnLst>
                                </p:cTn>
                              </p:par>
                            </p:childTnLst>
                          </p:cTn>
                        </p:par>
                      </p:childTnLst>
                    </p:cTn>
                  </p:par>
                  <p:par>
                    <p:cTn id="317" fill="hold" nodeType="clickPar">
                      <p:stCondLst>
                        <p:cond delay="indefinite"/>
                      </p:stCondLst>
                      <p:childTnLst>
                        <p:par>
                          <p:cTn id="318" fill="hold" nodeType="withGroup">
                            <p:stCondLst>
                              <p:cond delay="0"/>
                            </p:stCondLst>
                            <p:childTnLst>
                              <p:par>
                                <p:cTn id="319" presetID="2" presetClass="entr" presetSubtype="4" fill="hold" nodeType="clickEffect">
                                  <p:stCondLst>
                                    <p:cond delay="0"/>
                                  </p:stCondLst>
                                  <p:childTnLst>
                                    <p:set>
                                      <p:cBhvr>
                                        <p:cTn id="320" dur="1" fill="hold">
                                          <p:stCondLst>
                                            <p:cond delay="0"/>
                                          </p:stCondLst>
                                        </p:cTn>
                                        <p:tgtEl>
                                          <p:spTgt spid="6229"/>
                                        </p:tgtEl>
                                        <p:attrNameLst>
                                          <p:attrName>style.visibility</p:attrName>
                                        </p:attrNameLst>
                                      </p:cBhvr>
                                      <p:to>
                                        <p:strVal val="visible"/>
                                      </p:to>
                                    </p:set>
                                    <p:anim calcmode="lin" valueType="num">
                                      <p:cBhvr additive="base">
                                        <p:cTn id="321" dur="500" fill="hold"/>
                                        <p:tgtEl>
                                          <p:spTgt spid="6229"/>
                                        </p:tgtEl>
                                        <p:attrNameLst>
                                          <p:attrName>ppt_x</p:attrName>
                                        </p:attrNameLst>
                                      </p:cBhvr>
                                      <p:tavLst>
                                        <p:tav tm="0">
                                          <p:val>
                                            <p:strVal val="#ppt_x"/>
                                          </p:val>
                                        </p:tav>
                                        <p:tav tm="100000">
                                          <p:val>
                                            <p:strVal val="#ppt_x"/>
                                          </p:val>
                                        </p:tav>
                                      </p:tavLst>
                                    </p:anim>
                                    <p:anim calcmode="lin" valueType="num">
                                      <p:cBhvr additive="base">
                                        <p:cTn id="322" dur="500" fill="hold"/>
                                        <p:tgtEl>
                                          <p:spTgt spid="6229"/>
                                        </p:tgtEl>
                                        <p:attrNameLst>
                                          <p:attrName>ppt_y</p:attrName>
                                        </p:attrNameLst>
                                      </p:cBhvr>
                                      <p:tavLst>
                                        <p:tav tm="0">
                                          <p:val>
                                            <p:strVal val="1+#ppt_h/2"/>
                                          </p:val>
                                        </p:tav>
                                        <p:tav tm="100000">
                                          <p:val>
                                            <p:strVal val="#ppt_y"/>
                                          </p:val>
                                        </p:tav>
                                      </p:tavLst>
                                    </p:anim>
                                  </p:childTnLst>
                                </p:cTn>
                              </p:par>
                            </p:childTnLst>
                          </p:cTn>
                        </p:par>
                      </p:childTnLst>
                    </p:cTn>
                  </p:par>
                  <p:par>
                    <p:cTn id="323" fill="hold" nodeType="clickPar">
                      <p:stCondLst>
                        <p:cond delay="indefinite"/>
                      </p:stCondLst>
                      <p:childTnLst>
                        <p:par>
                          <p:cTn id="324" fill="hold" nodeType="withGroup">
                            <p:stCondLst>
                              <p:cond delay="0"/>
                            </p:stCondLst>
                            <p:childTnLst>
                              <p:par>
                                <p:cTn id="325" presetID="2" presetClass="entr" presetSubtype="4" fill="hold" nodeType="clickEffect">
                                  <p:stCondLst>
                                    <p:cond delay="0"/>
                                  </p:stCondLst>
                                  <p:childTnLst>
                                    <p:set>
                                      <p:cBhvr>
                                        <p:cTn id="326" dur="1" fill="hold">
                                          <p:stCondLst>
                                            <p:cond delay="0"/>
                                          </p:stCondLst>
                                        </p:cTn>
                                        <p:tgtEl>
                                          <p:spTgt spid="6251"/>
                                        </p:tgtEl>
                                        <p:attrNameLst>
                                          <p:attrName>style.visibility</p:attrName>
                                        </p:attrNameLst>
                                      </p:cBhvr>
                                      <p:to>
                                        <p:strVal val="visible"/>
                                      </p:to>
                                    </p:set>
                                    <p:anim calcmode="lin" valueType="num">
                                      <p:cBhvr additive="base">
                                        <p:cTn id="327" dur="500" fill="hold"/>
                                        <p:tgtEl>
                                          <p:spTgt spid="6251"/>
                                        </p:tgtEl>
                                        <p:attrNameLst>
                                          <p:attrName>ppt_x</p:attrName>
                                        </p:attrNameLst>
                                      </p:cBhvr>
                                      <p:tavLst>
                                        <p:tav tm="0">
                                          <p:val>
                                            <p:strVal val="#ppt_x"/>
                                          </p:val>
                                        </p:tav>
                                        <p:tav tm="100000">
                                          <p:val>
                                            <p:strVal val="#ppt_x"/>
                                          </p:val>
                                        </p:tav>
                                      </p:tavLst>
                                    </p:anim>
                                    <p:anim calcmode="lin" valueType="num">
                                      <p:cBhvr additive="base">
                                        <p:cTn id="328" dur="500" fill="hold"/>
                                        <p:tgtEl>
                                          <p:spTgt spid="6251"/>
                                        </p:tgtEl>
                                        <p:attrNameLst>
                                          <p:attrName>ppt_y</p:attrName>
                                        </p:attrNameLst>
                                      </p:cBhvr>
                                      <p:tavLst>
                                        <p:tav tm="0">
                                          <p:val>
                                            <p:strVal val="1+#ppt_h/2"/>
                                          </p:val>
                                        </p:tav>
                                        <p:tav tm="100000">
                                          <p:val>
                                            <p:strVal val="#ppt_y"/>
                                          </p:val>
                                        </p:tav>
                                      </p:tavLst>
                                    </p:anim>
                                  </p:childTnLst>
                                </p:cTn>
                              </p:par>
                            </p:childTnLst>
                          </p:cTn>
                        </p:par>
                      </p:childTnLst>
                    </p:cTn>
                  </p:par>
                  <p:par>
                    <p:cTn id="329" fill="hold" nodeType="clickPar">
                      <p:stCondLst>
                        <p:cond delay="indefinite"/>
                      </p:stCondLst>
                      <p:childTnLst>
                        <p:par>
                          <p:cTn id="330" fill="hold" nodeType="withGroup">
                            <p:stCondLst>
                              <p:cond delay="0"/>
                            </p:stCondLst>
                            <p:childTnLst>
                              <p:par>
                                <p:cTn id="331" presetID="2" presetClass="entr" presetSubtype="4" fill="hold" nodeType="clickEffect">
                                  <p:stCondLst>
                                    <p:cond delay="0"/>
                                  </p:stCondLst>
                                  <p:childTnLst>
                                    <p:set>
                                      <p:cBhvr>
                                        <p:cTn id="332" dur="1" fill="hold">
                                          <p:stCondLst>
                                            <p:cond delay="0"/>
                                          </p:stCondLst>
                                        </p:cTn>
                                        <p:tgtEl>
                                          <p:spTgt spid="6242"/>
                                        </p:tgtEl>
                                        <p:attrNameLst>
                                          <p:attrName>style.visibility</p:attrName>
                                        </p:attrNameLst>
                                      </p:cBhvr>
                                      <p:to>
                                        <p:strVal val="visible"/>
                                      </p:to>
                                    </p:set>
                                    <p:anim calcmode="lin" valueType="num">
                                      <p:cBhvr additive="base">
                                        <p:cTn id="333" dur="500" fill="hold"/>
                                        <p:tgtEl>
                                          <p:spTgt spid="6242"/>
                                        </p:tgtEl>
                                        <p:attrNameLst>
                                          <p:attrName>ppt_x</p:attrName>
                                        </p:attrNameLst>
                                      </p:cBhvr>
                                      <p:tavLst>
                                        <p:tav tm="0">
                                          <p:val>
                                            <p:strVal val="#ppt_x"/>
                                          </p:val>
                                        </p:tav>
                                        <p:tav tm="100000">
                                          <p:val>
                                            <p:strVal val="#ppt_x"/>
                                          </p:val>
                                        </p:tav>
                                      </p:tavLst>
                                    </p:anim>
                                    <p:anim calcmode="lin" valueType="num">
                                      <p:cBhvr additive="base">
                                        <p:cTn id="334" dur="500" fill="hold"/>
                                        <p:tgtEl>
                                          <p:spTgt spid="6242"/>
                                        </p:tgtEl>
                                        <p:attrNameLst>
                                          <p:attrName>ppt_y</p:attrName>
                                        </p:attrNameLst>
                                      </p:cBhvr>
                                      <p:tavLst>
                                        <p:tav tm="0">
                                          <p:val>
                                            <p:strVal val="1+#ppt_h/2"/>
                                          </p:val>
                                        </p:tav>
                                        <p:tav tm="100000">
                                          <p:val>
                                            <p:strVal val="#ppt_y"/>
                                          </p:val>
                                        </p:tav>
                                      </p:tavLst>
                                    </p:anim>
                                  </p:childTnLst>
                                </p:cTn>
                              </p:par>
                            </p:childTnLst>
                          </p:cTn>
                        </p:par>
                      </p:childTnLst>
                    </p:cTn>
                  </p:par>
                  <p:par>
                    <p:cTn id="335" fill="hold" nodeType="clickPar">
                      <p:stCondLst>
                        <p:cond delay="indefinite"/>
                      </p:stCondLst>
                      <p:childTnLst>
                        <p:par>
                          <p:cTn id="336" fill="hold" nodeType="withGroup">
                            <p:stCondLst>
                              <p:cond delay="0"/>
                            </p:stCondLst>
                            <p:childTnLst>
                              <p:par>
                                <p:cTn id="337" presetID="17" presetClass="entr" presetSubtype="8" fill="hold" grpId="0" nodeType="clickEffect">
                                  <p:stCondLst>
                                    <p:cond delay="0"/>
                                  </p:stCondLst>
                                  <p:childTnLst>
                                    <p:set>
                                      <p:cBhvr>
                                        <p:cTn id="338" dur="1" fill="hold">
                                          <p:stCondLst>
                                            <p:cond delay="0"/>
                                          </p:stCondLst>
                                        </p:cTn>
                                        <p:tgtEl>
                                          <p:spTgt spid="6257"/>
                                        </p:tgtEl>
                                        <p:attrNameLst>
                                          <p:attrName>style.visibility</p:attrName>
                                        </p:attrNameLst>
                                      </p:cBhvr>
                                      <p:to>
                                        <p:strVal val="visible"/>
                                      </p:to>
                                    </p:set>
                                    <p:anim calcmode="lin" valueType="num">
                                      <p:cBhvr>
                                        <p:cTn id="339" dur="500" fill="hold"/>
                                        <p:tgtEl>
                                          <p:spTgt spid="6257"/>
                                        </p:tgtEl>
                                        <p:attrNameLst>
                                          <p:attrName>ppt_x</p:attrName>
                                        </p:attrNameLst>
                                      </p:cBhvr>
                                      <p:tavLst>
                                        <p:tav tm="0">
                                          <p:val>
                                            <p:strVal val="#ppt_x-#ppt_w/2"/>
                                          </p:val>
                                        </p:tav>
                                        <p:tav tm="100000">
                                          <p:val>
                                            <p:strVal val="#ppt_x"/>
                                          </p:val>
                                        </p:tav>
                                      </p:tavLst>
                                    </p:anim>
                                    <p:anim calcmode="lin" valueType="num">
                                      <p:cBhvr>
                                        <p:cTn id="340" dur="500" fill="hold"/>
                                        <p:tgtEl>
                                          <p:spTgt spid="6257"/>
                                        </p:tgtEl>
                                        <p:attrNameLst>
                                          <p:attrName>ppt_y</p:attrName>
                                        </p:attrNameLst>
                                      </p:cBhvr>
                                      <p:tavLst>
                                        <p:tav tm="0">
                                          <p:val>
                                            <p:strVal val="#ppt_y"/>
                                          </p:val>
                                        </p:tav>
                                        <p:tav tm="100000">
                                          <p:val>
                                            <p:strVal val="#ppt_y"/>
                                          </p:val>
                                        </p:tav>
                                      </p:tavLst>
                                    </p:anim>
                                    <p:anim calcmode="lin" valueType="num">
                                      <p:cBhvr>
                                        <p:cTn id="341" dur="500" fill="hold"/>
                                        <p:tgtEl>
                                          <p:spTgt spid="6257"/>
                                        </p:tgtEl>
                                        <p:attrNameLst>
                                          <p:attrName>ppt_w</p:attrName>
                                        </p:attrNameLst>
                                      </p:cBhvr>
                                      <p:tavLst>
                                        <p:tav tm="0">
                                          <p:val>
                                            <p:fltVal val="0"/>
                                          </p:val>
                                        </p:tav>
                                        <p:tav tm="100000">
                                          <p:val>
                                            <p:strVal val="#ppt_w"/>
                                          </p:val>
                                        </p:tav>
                                      </p:tavLst>
                                    </p:anim>
                                    <p:anim calcmode="lin" valueType="num">
                                      <p:cBhvr>
                                        <p:cTn id="342" dur="500" fill="hold"/>
                                        <p:tgtEl>
                                          <p:spTgt spid="6257"/>
                                        </p:tgtEl>
                                        <p:attrNameLst>
                                          <p:attrName>ppt_h</p:attrName>
                                        </p:attrNameLst>
                                      </p:cBhvr>
                                      <p:tavLst>
                                        <p:tav tm="0">
                                          <p:val>
                                            <p:strVal val="#ppt_h"/>
                                          </p:val>
                                        </p:tav>
                                        <p:tav tm="100000">
                                          <p:val>
                                            <p:strVal val="#ppt_h"/>
                                          </p:val>
                                        </p:tav>
                                      </p:tavLst>
                                    </p:anim>
                                  </p:childTnLst>
                                </p:cTn>
                              </p:par>
                            </p:childTnLst>
                          </p:cTn>
                        </p:par>
                      </p:childTnLst>
                    </p:cTn>
                  </p:par>
                  <p:par>
                    <p:cTn id="343" fill="hold" nodeType="clickPar">
                      <p:stCondLst>
                        <p:cond delay="indefinite"/>
                      </p:stCondLst>
                      <p:childTnLst>
                        <p:par>
                          <p:cTn id="344" fill="hold" nodeType="withGroup">
                            <p:stCondLst>
                              <p:cond delay="0"/>
                            </p:stCondLst>
                            <p:childTnLst>
                              <p:par>
                                <p:cTn id="345" presetID="17" presetClass="entr" presetSubtype="8" fill="hold" grpId="0" nodeType="clickEffect">
                                  <p:stCondLst>
                                    <p:cond delay="0"/>
                                  </p:stCondLst>
                                  <p:iterate type="wd">
                                    <p:tmPct val="100000"/>
                                  </p:iterate>
                                  <p:childTnLst>
                                    <p:set>
                                      <p:cBhvr>
                                        <p:cTn id="346" dur="1" fill="hold">
                                          <p:stCondLst>
                                            <p:cond delay="0"/>
                                          </p:stCondLst>
                                        </p:cTn>
                                        <p:tgtEl>
                                          <p:spTgt spid="6258"/>
                                        </p:tgtEl>
                                        <p:attrNameLst>
                                          <p:attrName>style.visibility</p:attrName>
                                        </p:attrNameLst>
                                      </p:cBhvr>
                                      <p:to>
                                        <p:strVal val="visible"/>
                                      </p:to>
                                    </p:set>
                                    <p:anim calcmode="lin" valueType="num">
                                      <p:cBhvr>
                                        <p:cTn id="347" dur="300" fill="hold"/>
                                        <p:tgtEl>
                                          <p:spTgt spid="6258"/>
                                        </p:tgtEl>
                                        <p:attrNameLst>
                                          <p:attrName>ppt_x</p:attrName>
                                        </p:attrNameLst>
                                      </p:cBhvr>
                                      <p:tavLst>
                                        <p:tav tm="0">
                                          <p:val>
                                            <p:strVal val="#ppt_x-#ppt_w/2"/>
                                          </p:val>
                                        </p:tav>
                                        <p:tav tm="100000">
                                          <p:val>
                                            <p:strVal val="#ppt_x"/>
                                          </p:val>
                                        </p:tav>
                                      </p:tavLst>
                                    </p:anim>
                                    <p:anim calcmode="lin" valueType="num">
                                      <p:cBhvr>
                                        <p:cTn id="348" dur="300" fill="hold"/>
                                        <p:tgtEl>
                                          <p:spTgt spid="6258"/>
                                        </p:tgtEl>
                                        <p:attrNameLst>
                                          <p:attrName>ppt_y</p:attrName>
                                        </p:attrNameLst>
                                      </p:cBhvr>
                                      <p:tavLst>
                                        <p:tav tm="0">
                                          <p:val>
                                            <p:strVal val="#ppt_y"/>
                                          </p:val>
                                        </p:tav>
                                        <p:tav tm="100000">
                                          <p:val>
                                            <p:strVal val="#ppt_y"/>
                                          </p:val>
                                        </p:tav>
                                      </p:tavLst>
                                    </p:anim>
                                    <p:anim calcmode="lin" valueType="num">
                                      <p:cBhvr>
                                        <p:cTn id="349" dur="300" fill="hold"/>
                                        <p:tgtEl>
                                          <p:spTgt spid="6258"/>
                                        </p:tgtEl>
                                        <p:attrNameLst>
                                          <p:attrName>ppt_w</p:attrName>
                                        </p:attrNameLst>
                                      </p:cBhvr>
                                      <p:tavLst>
                                        <p:tav tm="0">
                                          <p:val>
                                            <p:fltVal val="0"/>
                                          </p:val>
                                        </p:tav>
                                        <p:tav tm="100000">
                                          <p:val>
                                            <p:strVal val="#ppt_w"/>
                                          </p:val>
                                        </p:tav>
                                      </p:tavLst>
                                    </p:anim>
                                    <p:anim calcmode="lin" valueType="num">
                                      <p:cBhvr>
                                        <p:cTn id="350" dur="300" fill="hold"/>
                                        <p:tgtEl>
                                          <p:spTgt spid="6258"/>
                                        </p:tgtEl>
                                        <p:attrNameLst>
                                          <p:attrName>ppt_h</p:attrName>
                                        </p:attrNameLst>
                                      </p:cBhvr>
                                      <p:tavLst>
                                        <p:tav tm="0">
                                          <p:val>
                                            <p:strVal val="#ppt_h"/>
                                          </p:val>
                                        </p:tav>
                                        <p:tav tm="100000">
                                          <p:val>
                                            <p:strVal val="#ppt_h"/>
                                          </p:val>
                                        </p:tav>
                                      </p:tavLst>
                                    </p:anim>
                                  </p:childTnLst>
                                </p:cTn>
                              </p:par>
                            </p:childTnLst>
                          </p:cTn>
                        </p:par>
                      </p:childTnLst>
                    </p:cTn>
                  </p:par>
                  <p:par>
                    <p:cTn id="351" fill="hold" nodeType="clickPar">
                      <p:stCondLst>
                        <p:cond delay="indefinite"/>
                      </p:stCondLst>
                      <p:childTnLst>
                        <p:par>
                          <p:cTn id="352" fill="hold" nodeType="withGroup">
                            <p:stCondLst>
                              <p:cond delay="0"/>
                            </p:stCondLst>
                            <p:childTnLst>
                              <p:par>
                                <p:cTn id="353" presetID="2" presetClass="entr" presetSubtype="4" fill="hold" nodeType="clickEffect">
                                  <p:stCondLst>
                                    <p:cond delay="0"/>
                                  </p:stCondLst>
                                  <p:childTnLst>
                                    <p:set>
                                      <p:cBhvr>
                                        <p:cTn id="354" dur="1" fill="hold">
                                          <p:stCondLst>
                                            <p:cond delay="0"/>
                                          </p:stCondLst>
                                        </p:cTn>
                                        <p:tgtEl>
                                          <p:spTgt spid="6235"/>
                                        </p:tgtEl>
                                        <p:attrNameLst>
                                          <p:attrName>style.visibility</p:attrName>
                                        </p:attrNameLst>
                                      </p:cBhvr>
                                      <p:to>
                                        <p:strVal val="visible"/>
                                      </p:to>
                                    </p:set>
                                    <p:anim calcmode="lin" valueType="num">
                                      <p:cBhvr additive="base">
                                        <p:cTn id="355" dur="500" fill="hold"/>
                                        <p:tgtEl>
                                          <p:spTgt spid="6235"/>
                                        </p:tgtEl>
                                        <p:attrNameLst>
                                          <p:attrName>ppt_x</p:attrName>
                                        </p:attrNameLst>
                                      </p:cBhvr>
                                      <p:tavLst>
                                        <p:tav tm="0">
                                          <p:val>
                                            <p:strVal val="#ppt_x"/>
                                          </p:val>
                                        </p:tav>
                                        <p:tav tm="100000">
                                          <p:val>
                                            <p:strVal val="#ppt_x"/>
                                          </p:val>
                                        </p:tav>
                                      </p:tavLst>
                                    </p:anim>
                                    <p:anim calcmode="lin" valueType="num">
                                      <p:cBhvr additive="base">
                                        <p:cTn id="356" dur="500" fill="hold"/>
                                        <p:tgtEl>
                                          <p:spTgt spid="6235"/>
                                        </p:tgtEl>
                                        <p:attrNameLst>
                                          <p:attrName>ppt_y</p:attrName>
                                        </p:attrNameLst>
                                      </p:cBhvr>
                                      <p:tavLst>
                                        <p:tav tm="0">
                                          <p:val>
                                            <p:strVal val="1+#ppt_h/2"/>
                                          </p:val>
                                        </p:tav>
                                        <p:tav tm="100000">
                                          <p:val>
                                            <p:strVal val="#ppt_y"/>
                                          </p:val>
                                        </p:tav>
                                      </p:tavLst>
                                    </p:anim>
                                  </p:childTnLst>
                                </p:cTn>
                              </p:par>
                            </p:childTnLst>
                          </p:cTn>
                        </p:par>
                      </p:childTnLst>
                    </p:cTn>
                  </p:par>
                  <p:par>
                    <p:cTn id="357" fill="hold" nodeType="clickPar">
                      <p:stCondLst>
                        <p:cond delay="indefinite"/>
                      </p:stCondLst>
                      <p:childTnLst>
                        <p:par>
                          <p:cTn id="358" fill="hold" nodeType="withGroup">
                            <p:stCondLst>
                              <p:cond delay="0"/>
                            </p:stCondLst>
                            <p:childTnLst>
                              <p:par>
                                <p:cTn id="359" presetID="2" presetClass="entr" presetSubtype="4" fill="hold" nodeType="clickEffect">
                                  <p:stCondLst>
                                    <p:cond delay="0"/>
                                  </p:stCondLst>
                                  <p:childTnLst>
                                    <p:set>
                                      <p:cBhvr>
                                        <p:cTn id="360" dur="1" fill="hold">
                                          <p:stCondLst>
                                            <p:cond delay="0"/>
                                          </p:stCondLst>
                                        </p:cTn>
                                        <p:tgtEl>
                                          <p:spTgt spid="6223"/>
                                        </p:tgtEl>
                                        <p:attrNameLst>
                                          <p:attrName>style.visibility</p:attrName>
                                        </p:attrNameLst>
                                      </p:cBhvr>
                                      <p:to>
                                        <p:strVal val="visible"/>
                                      </p:to>
                                    </p:set>
                                    <p:anim calcmode="lin" valueType="num">
                                      <p:cBhvr additive="base">
                                        <p:cTn id="361" dur="500" fill="hold"/>
                                        <p:tgtEl>
                                          <p:spTgt spid="6223"/>
                                        </p:tgtEl>
                                        <p:attrNameLst>
                                          <p:attrName>ppt_x</p:attrName>
                                        </p:attrNameLst>
                                      </p:cBhvr>
                                      <p:tavLst>
                                        <p:tav tm="0">
                                          <p:val>
                                            <p:strVal val="#ppt_x"/>
                                          </p:val>
                                        </p:tav>
                                        <p:tav tm="100000">
                                          <p:val>
                                            <p:strVal val="#ppt_x"/>
                                          </p:val>
                                        </p:tav>
                                      </p:tavLst>
                                    </p:anim>
                                    <p:anim calcmode="lin" valueType="num">
                                      <p:cBhvr additive="base">
                                        <p:cTn id="362" dur="500" fill="hold"/>
                                        <p:tgtEl>
                                          <p:spTgt spid="6223"/>
                                        </p:tgtEl>
                                        <p:attrNameLst>
                                          <p:attrName>ppt_y</p:attrName>
                                        </p:attrNameLst>
                                      </p:cBhvr>
                                      <p:tavLst>
                                        <p:tav tm="0">
                                          <p:val>
                                            <p:strVal val="1+#ppt_h/2"/>
                                          </p:val>
                                        </p:tav>
                                        <p:tav tm="100000">
                                          <p:val>
                                            <p:strVal val="#ppt_y"/>
                                          </p:val>
                                        </p:tav>
                                      </p:tavLst>
                                    </p:anim>
                                  </p:childTnLst>
                                </p:cTn>
                              </p:par>
                            </p:childTnLst>
                          </p:cTn>
                        </p:par>
                      </p:childTnLst>
                    </p:cTn>
                  </p:par>
                  <p:par>
                    <p:cTn id="363" fill="hold" nodeType="clickPar">
                      <p:stCondLst>
                        <p:cond delay="indefinite"/>
                      </p:stCondLst>
                      <p:childTnLst>
                        <p:par>
                          <p:cTn id="364" fill="hold" nodeType="withGroup">
                            <p:stCondLst>
                              <p:cond delay="0"/>
                            </p:stCondLst>
                            <p:childTnLst>
                              <p:par>
                                <p:cTn id="365" presetID="17" presetClass="entr" presetSubtype="8" fill="hold" grpId="0" nodeType="clickEffect">
                                  <p:stCondLst>
                                    <p:cond delay="0"/>
                                  </p:stCondLst>
                                  <p:iterate type="wd">
                                    <p:tmPct val="100000"/>
                                  </p:iterate>
                                  <p:childTnLst>
                                    <p:set>
                                      <p:cBhvr>
                                        <p:cTn id="366" dur="1" fill="hold">
                                          <p:stCondLst>
                                            <p:cond delay="0"/>
                                          </p:stCondLst>
                                        </p:cTn>
                                        <p:tgtEl>
                                          <p:spTgt spid="6259"/>
                                        </p:tgtEl>
                                        <p:attrNameLst>
                                          <p:attrName>style.visibility</p:attrName>
                                        </p:attrNameLst>
                                      </p:cBhvr>
                                      <p:to>
                                        <p:strVal val="visible"/>
                                      </p:to>
                                    </p:set>
                                    <p:anim calcmode="lin" valueType="num">
                                      <p:cBhvr>
                                        <p:cTn id="367" dur="300" fill="hold"/>
                                        <p:tgtEl>
                                          <p:spTgt spid="6259"/>
                                        </p:tgtEl>
                                        <p:attrNameLst>
                                          <p:attrName>ppt_x</p:attrName>
                                        </p:attrNameLst>
                                      </p:cBhvr>
                                      <p:tavLst>
                                        <p:tav tm="0">
                                          <p:val>
                                            <p:strVal val="#ppt_x-#ppt_w/2"/>
                                          </p:val>
                                        </p:tav>
                                        <p:tav tm="100000">
                                          <p:val>
                                            <p:strVal val="#ppt_x"/>
                                          </p:val>
                                        </p:tav>
                                      </p:tavLst>
                                    </p:anim>
                                    <p:anim calcmode="lin" valueType="num">
                                      <p:cBhvr>
                                        <p:cTn id="368" dur="300" fill="hold"/>
                                        <p:tgtEl>
                                          <p:spTgt spid="6259"/>
                                        </p:tgtEl>
                                        <p:attrNameLst>
                                          <p:attrName>ppt_y</p:attrName>
                                        </p:attrNameLst>
                                      </p:cBhvr>
                                      <p:tavLst>
                                        <p:tav tm="0">
                                          <p:val>
                                            <p:strVal val="#ppt_y"/>
                                          </p:val>
                                        </p:tav>
                                        <p:tav tm="100000">
                                          <p:val>
                                            <p:strVal val="#ppt_y"/>
                                          </p:val>
                                        </p:tav>
                                      </p:tavLst>
                                    </p:anim>
                                    <p:anim calcmode="lin" valueType="num">
                                      <p:cBhvr>
                                        <p:cTn id="369" dur="300" fill="hold"/>
                                        <p:tgtEl>
                                          <p:spTgt spid="6259"/>
                                        </p:tgtEl>
                                        <p:attrNameLst>
                                          <p:attrName>ppt_w</p:attrName>
                                        </p:attrNameLst>
                                      </p:cBhvr>
                                      <p:tavLst>
                                        <p:tav tm="0">
                                          <p:val>
                                            <p:fltVal val="0"/>
                                          </p:val>
                                        </p:tav>
                                        <p:tav tm="100000">
                                          <p:val>
                                            <p:strVal val="#ppt_w"/>
                                          </p:val>
                                        </p:tav>
                                      </p:tavLst>
                                    </p:anim>
                                    <p:anim calcmode="lin" valueType="num">
                                      <p:cBhvr>
                                        <p:cTn id="370" dur="300" fill="hold"/>
                                        <p:tgtEl>
                                          <p:spTgt spid="625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0" grpId="0" autoUpdateAnimBg="0"/>
      <p:bldP spid="6161" grpId="0" autoUpdateAnimBg="0"/>
      <p:bldP spid="6162" grpId="0" animBg="1"/>
      <p:bldP spid="6169" grpId="0" animBg="1"/>
      <p:bldP spid="6170" grpId="0" animBg="1"/>
      <p:bldP spid="6171" grpId="0" animBg="1"/>
      <p:bldP spid="6172" grpId="0" animBg="1"/>
      <p:bldP spid="6173" grpId="0" animBg="1"/>
      <p:bldP spid="6174" grpId="0" animBg="1"/>
      <p:bldP spid="6175" grpId="0" animBg="1"/>
      <p:bldP spid="6176" grpId="0" animBg="1"/>
      <p:bldP spid="6177" grpId="0" animBg="1"/>
      <p:bldP spid="6178" grpId="0" animBg="1"/>
      <p:bldP spid="6179" grpId="0" animBg="1"/>
      <p:bldP spid="6180" grpId="0" animBg="1"/>
      <p:bldP spid="6181" grpId="0" autoUpdateAnimBg="0"/>
      <p:bldP spid="6182" grpId="0" autoUpdateAnimBg="0"/>
      <p:bldP spid="6183" grpId="0" autoUpdateAnimBg="0"/>
      <p:bldP spid="6184" grpId="0" autoUpdateAnimBg="0"/>
      <p:bldP spid="6185" grpId="0" autoUpdateAnimBg="0"/>
      <p:bldP spid="6186" grpId="0" autoUpdateAnimBg="0"/>
      <p:bldP spid="6187" grpId="0" autoUpdateAnimBg="0"/>
      <p:bldP spid="6188" grpId="0" autoUpdateAnimBg="0"/>
      <p:bldP spid="6189" grpId="0" autoUpdateAnimBg="0"/>
      <p:bldP spid="6190" grpId="0" autoUpdateAnimBg="0"/>
      <p:bldP spid="6191" grpId="0" autoUpdateAnimBg="0"/>
      <p:bldP spid="6192" grpId="0" autoUpdateAnimBg="0"/>
      <p:bldP spid="6193" grpId="0" autoUpdateAnimBg="0"/>
      <p:bldP spid="6194" grpId="0" autoUpdateAnimBg="0"/>
      <p:bldP spid="6195" grpId="0" autoUpdateAnimBg="0"/>
      <p:bldP spid="6196" grpId="0" autoUpdateAnimBg="0"/>
      <p:bldP spid="6197" grpId="0" animBg="1"/>
      <p:bldP spid="6207" grpId="0" animBg="1"/>
      <p:bldP spid="6208" grpId="0" autoUpdateAnimBg="0"/>
      <p:bldP spid="6209" grpId="0" autoUpdateAnimBg="0"/>
      <p:bldP spid="6210" grpId="0" animBg="1"/>
      <p:bldP spid="6211" grpId="0" animBg="1"/>
      <p:bldP spid="6212" grpId="0" autoUpdateAnimBg="0"/>
      <p:bldP spid="6213" grpId="0" animBg="1"/>
      <p:bldP spid="6214" grpId="0" animBg="1"/>
      <p:bldP spid="6215" grpId="0" animBg="1"/>
      <p:bldP spid="6216" grpId="0" animBg="1"/>
      <p:bldP spid="6217" grpId="0" animBg="1"/>
      <p:bldP spid="6218" grpId="0" animBg="1"/>
      <p:bldP spid="6219" grpId="0" animBg="1"/>
      <p:bldP spid="6220" grpId="0" animBg="1"/>
      <p:bldP spid="6221" grpId="0" animBg="1"/>
      <p:bldP spid="6222" grpId="0" autoUpdateAnimBg="0"/>
      <p:bldP spid="6257" grpId="0" animBg="1"/>
      <p:bldP spid="6258" grpId="0" autoUpdateAnimBg="0"/>
      <p:bldP spid="6259"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774966" y="3598193"/>
            <a:ext cx="4812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200">
                <a:latin typeface="Times New Roman" panose="02020603050405020304" pitchFamily="18" charset="0"/>
              </a:rPr>
              <a:t>X</a:t>
            </a:r>
          </a:p>
        </p:txBody>
      </p:sp>
      <p:sp>
        <p:nvSpPr>
          <p:cNvPr id="8195" name="Text Box 3"/>
          <p:cNvSpPr txBox="1">
            <a:spLocks noChangeArrowheads="1"/>
          </p:cNvSpPr>
          <p:nvPr/>
        </p:nvSpPr>
        <p:spPr bwMode="auto">
          <a:xfrm>
            <a:off x="7990154" y="3598193"/>
            <a:ext cx="4812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200">
                <a:latin typeface="Times New Roman" panose="02020603050405020304" pitchFamily="18" charset="0"/>
              </a:rPr>
              <a:t>Y</a:t>
            </a:r>
          </a:p>
        </p:txBody>
      </p:sp>
      <p:sp>
        <p:nvSpPr>
          <p:cNvPr id="8196" name="Text Box 4"/>
          <p:cNvSpPr txBox="1">
            <a:spLocks noChangeArrowheads="1"/>
          </p:cNvSpPr>
          <p:nvPr/>
        </p:nvSpPr>
        <p:spPr bwMode="auto">
          <a:xfrm>
            <a:off x="888816" y="1327658"/>
            <a:ext cx="21475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STANDING ON H.P</a:t>
            </a:r>
          </a:p>
          <a:p>
            <a:pPr algn="ctr" eaLnBrk="1" hangingPunct="1"/>
            <a:r>
              <a:rPr lang="en-US" altLang="en-US" dirty="0">
                <a:latin typeface="Times New Roman" panose="02020603050405020304" pitchFamily="18" charset="0"/>
              </a:rPr>
              <a:t>On it’s base.</a:t>
            </a:r>
          </a:p>
        </p:txBody>
      </p:sp>
      <p:sp>
        <p:nvSpPr>
          <p:cNvPr id="8197" name="Text Box 5"/>
          <p:cNvSpPr txBox="1">
            <a:spLocks noChangeArrowheads="1"/>
          </p:cNvSpPr>
          <p:nvPr/>
        </p:nvSpPr>
        <p:spPr bwMode="auto">
          <a:xfrm>
            <a:off x="3122980" y="1266400"/>
            <a:ext cx="27366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RESTING ON H.P</a:t>
            </a:r>
          </a:p>
          <a:p>
            <a:pPr algn="ctr" eaLnBrk="1" hangingPunct="1"/>
            <a:r>
              <a:rPr lang="en-US" altLang="en-US" dirty="0">
                <a:latin typeface="Times New Roman" panose="02020603050405020304" pitchFamily="18" charset="0"/>
              </a:rPr>
              <a:t>On one point of base circle.</a:t>
            </a:r>
          </a:p>
        </p:txBody>
      </p:sp>
      <p:sp>
        <p:nvSpPr>
          <p:cNvPr id="8198" name="Text Box 6"/>
          <p:cNvSpPr txBox="1">
            <a:spLocks noChangeArrowheads="1"/>
          </p:cNvSpPr>
          <p:nvPr/>
        </p:nvSpPr>
        <p:spPr bwMode="auto">
          <a:xfrm>
            <a:off x="5962896" y="1461692"/>
            <a:ext cx="189032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LYING ON H.P</a:t>
            </a:r>
          </a:p>
          <a:p>
            <a:pPr algn="ctr" eaLnBrk="1" hangingPunct="1"/>
            <a:r>
              <a:rPr lang="en-US" altLang="en-US" dirty="0">
                <a:latin typeface="Times New Roman" panose="02020603050405020304" pitchFamily="18" charset="0"/>
              </a:rPr>
              <a:t>On one generator. </a:t>
            </a:r>
          </a:p>
        </p:txBody>
      </p:sp>
      <p:sp>
        <p:nvSpPr>
          <p:cNvPr id="8199" name="Text Box 7"/>
          <p:cNvSpPr txBox="1">
            <a:spLocks noChangeArrowheads="1"/>
          </p:cNvSpPr>
          <p:nvPr/>
        </p:nvSpPr>
        <p:spPr bwMode="auto">
          <a:xfrm>
            <a:off x="683799" y="1784858"/>
            <a:ext cx="26019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(Axis perpendicular to Hp</a:t>
            </a:r>
          </a:p>
          <a:p>
            <a:pPr algn="ctr" eaLnBrk="1" hangingPunct="1"/>
            <a:r>
              <a:rPr lang="en-US" altLang="en-US">
                <a:latin typeface="Times New Roman" panose="02020603050405020304" pitchFamily="18" charset="0"/>
              </a:rPr>
              <a:t>And // to Vp.)</a:t>
            </a:r>
          </a:p>
        </p:txBody>
      </p:sp>
      <p:sp>
        <p:nvSpPr>
          <p:cNvPr id="8200" name="Text Box 8"/>
          <p:cNvSpPr txBox="1">
            <a:spLocks noChangeArrowheads="1"/>
          </p:cNvSpPr>
          <p:nvPr/>
        </p:nvSpPr>
        <p:spPr bwMode="auto">
          <a:xfrm>
            <a:off x="3453199" y="1985293"/>
            <a:ext cx="20762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(Axis inclined to </a:t>
            </a:r>
            <a:r>
              <a:rPr lang="en-US" altLang="en-US" dirty="0" err="1">
                <a:latin typeface="Times New Roman" panose="02020603050405020304" pitchFamily="18" charset="0"/>
              </a:rPr>
              <a:t>Hp</a:t>
            </a:r>
            <a:endParaRPr lang="en-US" altLang="en-US" dirty="0">
              <a:latin typeface="Times New Roman" panose="02020603050405020304" pitchFamily="18" charset="0"/>
            </a:endParaRPr>
          </a:p>
          <a:p>
            <a:pPr algn="ctr" eaLnBrk="1" hangingPunct="1"/>
            <a:r>
              <a:rPr lang="en-US" altLang="en-US" dirty="0">
                <a:latin typeface="Times New Roman" panose="02020603050405020304" pitchFamily="18" charset="0"/>
              </a:rPr>
              <a:t>And // to </a:t>
            </a:r>
            <a:r>
              <a:rPr lang="en-US" altLang="en-US" dirty="0" err="1">
                <a:latin typeface="Times New Roman" panose="02020603050405020304" pitchFamily="18" charset="0"/>
              </a:rPr>
              <a:t>Vp</a:t>
            </a:r>
            <a:r>
              <a:rPr lang="en-US" altLang="en-US" dirty="0">
                <a:latin typeface="Times New Roman" panose="02020603050405020304" pitchFamily="18" charset="0"/>
              </a:rPr>
              <a:t>)</a:t>
            </a:r>
          </a:p>
        </p:txBody>
      </p:sp>
      <p:sp>
        <p:nvSpPr>
          <p:cNvPr id="8201" name="Text Box 9"/>
          <p:cNvSpPr txBox="1">
            <a:spLocks noChangeArrowheads="1"/>
          </p:cNvSpPr>
          <p:nvPr/>
        </p:nvSpPr>
        <p:spPr bwMode="auto">
          <a:xfrm>
            <a:off x="5990788" y="2065118"/>
            <a:ext cx="20762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(Axis inclined to </a:t>
            </a:r>
            <a:r>
              <a:rPr lang="en-US" altLang="en-US" dirty="0" err="1">
                <a:latin typeface="Times New Roman" panose="02020603050405020304" pitchFamily="18" charset="0"/>
              </a:rPr>
              <a:t>Hp</a:t>
            </a:r>
            <a:endParaRPr lang="en-US" altLang="en-US" dirty="0">
              <a:latin typeface="Times New Roman" panose="02020603050405020304" pitchFamily="18" charset="0"/>
            </a:endParaRPr>
          </a:p>
          <a:p>
            <a:pPr algn="ctr" eaLnBrk="1" hangingPunct="1"/>
            <a:r>
              <a:rPr lang="en-US" altLang="en-US" dirty="0">
                <a:latin typeface="Times New Roman" panose="02020603050405020304" pitchFamily="18" charset="0"/>
              </a:rPr>
              <a:t>And // to </a:t>
            </a:r>
            <a:r>
              <a:rPr lang="en-US" altLang="en-US" dirty="0" err="1">
                <a:latin typeface="Times New Roman" panose="02020603050405020304" pitchFamily="18" charset="0"/>
              </a:rPr>
              <a:t>Vp</a:t>
            </a:r>
            <a:r>
              <a:rPr lang="en-US" altLang="en-US" dirty="0">
                <a:latin typeface="Times New Roman" panose="02020603050405020304" pitchFamily="18" charset="0"/>
              </a:rPr>
              <a:t>)</a:t>
            </a:r>
          </a:p>
        </p:txBody>
      </p:sp>
      <p:sp>
        <p:nvSpPr>
          <p:cNvPr id="8202" name="Line 10"/>
          <p:cNvSpPr>
            <a:spLocks noChangeShapeType="1"/>
          </p:cNvSpPr>
          <p:nvPr/>
        </p:nvSpPr>
        <p:spPr bwMode="auto">
          <a:xfrm>
            <a:off x="1049604" y="3904581"/>
            <a:ext cx="74215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grpSp>
        <p:nvGrpSpPr>
          <p:cNvPr id="8203" name="Group 11"/>
          <p:cNvGrpSpPr>
            <a:grpSpLocks/>
          </p:cNvGrpSpPr>
          <p:nvPr/>
        </p:nvGrpSpPr>
        <p:grpSpPr bwMode="auto">
          <a:xfrm>
            <a:off x="1668729" y="2359943"/>
            <a:ext cx="1166812" cy="1647825"/>
            <a:chOff x="995" y="860"/>
            <a:chExt cx="735" cy="1038"/>
          </a:xfrm>
        </p:grpSpPr>
        <p:sp>
          <p:nvSpPr>
            <p:cNvPr id="7209" name="AutoShape 12"/>
            <p:cNvSpPr>
              <a:spLocks noChangeArrowheads="1"/>
            </p:cNvSpPr>
            <p:nvPr/>
          </p:nvSpPr>
          <p:spPr bwMode="auto">
            <a:xfrm>
              <a:off x="995" y="925"/>
              <a:ext cx="735" cy="90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p>
          </p:txBody>
        </p:sp>
        <p:sp>
          <p:nvSpPr>
            <p:cNvPr id="7210" name="Line 13"/>
            <p:cNvSpPr>
              <a:spLocks noChangeShapeType="1"/>
            </p:cNvSpPr>
            <p:nvPr/>
          </p:nvSpPr>
          <p:spPr bwMode="auto">
            <a:xfrm>
              <a:off x="1363" y="860"/>
              <a:ext cx="0" cy="1038"/>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grpSp>
      <p:grpSp>
        <p:nvGrpSpPr>
          <p:cNvPr id="8206" name="Group 14"/>
          <p:cNvGrpSpPr>
            <a:grpSpLocks/>
          </p:cNvGrpSpPr>
          <p:nvPr/>
        </p:nvGrpSpPr>
        <p:grpSpPr bwMode="auto">
          <a:xfrm>
            <a:off x="5940691" y="3047331"/>
            <a:ext cx="1647825" cy="1166812"/>
            <a:chOff x="3686" y="1293"/>
            <a:chExt cx="1038" cy="735"/>
          </a:xfrm>
        </p:grpSpPr>
        <p:sp>
          <p:nvSpPr>
            <p:cNvPr id="7207" name="AutoShape 15"/>
            <p:cNvSpPr>
              <a:spLocks noChangeArrowheads="1"/>
            </p:cNvSpPr>
            <p:nvPr/>
          </p:nvSpPr>
          <p:spPr bwMode="auto">
            <a:xfrm rot="6753509">
              <a:off x="3852" y="1206"/>
              <a:ext cx="735" cy="909"/>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p>
          </p:txBody>
        </p:sp>
        <p:sp>
          <p:nvSpPr>
            <p:cNvPr id="7208" name="Line 16"/>
            <p:cNvSpPr>
              <a:spLocks noChangeShapeType="1"/>
            </p:cNvSpPr>
            <p:nvPr/>
          </p:nvSpPr>
          <p:spPr bwMode="auto">
            <a:xfrm rot="6711798">
              <a:off x="4204" y="1141"/>
              <a:ext cx="1" cy="1038"/>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grpSp>
      <p:grpSp>
        <p:nvGrpSpPr>
          <p:cNvPr id="8209" name="Group 17"/>
          <p:cNvGrpSpPr>
            <a:grpSpLocks/>
          </p:cNvGrpSpPr>
          <p:nvPr/>
        </p:nvGrpSpPr>
        <p:grpSpPr bwMode="auto">
          <a:xfrm>
            <a:off x="3843604" y="2439318"/>
            <a:ext cx="1649412" cy="1168400"/>
            <a:chOff x="2365" y="910"/>
            <a:chExt cx="1039" cy="736"/>
          </a:xfrm>
        </p:grpSpPr>
        <p:sp>
          <p:nvSpPr>
            <p:cNvPr id="7205" name="AutoShape 18"/>
            <p:cNvSpPr>
              <a:spLocks noChangeArrowheads="1"/>
            </p:cNvSpPr>
            <p:nvPr/>
          </p:nvSpPr>
          <p:spPr bwMode="auto">
            <a:xfrm rot="3310215">
              <a:off x="2510" y="823"/>
              <a:ext cx="736" cy="909"/>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p>
          </p:txBody>
        </p:sp>
        <p:sp>
          <p:nvSpPr>
            <p:cNvPr id="7206" name="Line 19"/>
            <p:cNvSpPr>
              <a:spLocks noChangeShapeType="1"/>
            </p:cNvSpPr>
            <p:nvPr/>
          </p:nvSpPr>
          <p:spPr bwMode="auto">
            <a:xfrm rot="3394500">
              <a:off x="2884" y="752"/>
              <a:ext cx="1" cy="1039"/>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grpSp>
      <p:sp>
        <p:nvSpPr>
          <p:cNvPr id="8212" name="Text Box 20"/>
          <p:cNvSpPr txBox="1">
            <a:spLocks noChangeArrowheads="1"/>
          </p:cNvSpPr>
          <p:nvPr/>
        </p:nvSpPr>
        <p:spPr bwMode="auto">
          <a:xfrm>
            <a:off x="774966" y="4288690"/>
            <a:ext cx="79199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rPr>
              <a:t>While observing Fv, x-y line represents Horizontal Plane. (Hp)</a:t>
            </a:r>
          </a:p>
        </p:txBody>
      </p:sp>
      <p:sp>
        <p:nvSpPr>
          <p:cNvPr id="8225" name="Text Box 33"/>
          <p:cNvSpPr txBox="1">
            <a:spLocks noChangeArrowheads="1"/>
          </p:cNvSpPr>
          <p:nvPr/>
        </p:nvSpPr>
        <p:spPr bwMode="auto">
          <a:xfrm>
            <a:off x="1308366" y="2747293"/>
            <a:ext cx="74924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F.V.</a:t>
            </a:r>
          </a:p>
        </p:txBody>
      </p:sp>
      <p:sp>
        <p:nvSpPr>
          <p:cNvPr id="8226" name="Text Box 34"/>
          <p:cNvSpPr txBox="1">
            <a:spLocks noChangeArrowheads="1"/>
          </p:cNvSpPr>
          <p:nvPr/>
        </p:nvSpPr>
        <p:spPr bwMode="auto">
          <a:xfrm>
            <a:off x="2984766" y="2747293"/>
            <a:ext cx="74924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F.V.</a:t>
            </a:r>
          </a:p>
        </p:txBody>
      </p:sp>
      <p:sp>
        <p:nvSpPr>
          <p:cNvPr id="8227" name="Text Box 35"/>
          <p:cNvSpPr txBox="1">
            <a:spLocks noChangeArrowheads="1"/>
          </p:cNvSpPr>
          <p:nvPr/>
        </p:nvSpPr>
        <p:spPr bwMode="auto">
          <a:xfrm>
            <a:off x="5575566" y="2731418"/>
            <a:ext cx="74924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F.V.</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202"/>
                                        </p:tgtEl>
                                        <p:attrNameLst>
                                          <p:attrName>style.visibility</p:attrName>
                                        </p:attrNameLst>
                                      </p:cBhvr>
                                      <p:to>
                                        <p:strVal val="visible"/>
                                      </p:to>
                                    </p:set>
                                    <p:anim calcmode="lin" valueType="num">
                                      <p:cBhvr additive="base">
                                        <p:cTn id="7" dur="500" fill="hold"/>
                                        <p:tgtEl>
                                          <p:spTgt spid="8202"/>
                                        </p:tgtEl>
                                        <p:attrNameLst>
                                          <p:attrName>ppt_x</p:attrName>
                                        </p:attrNameLst>
                                      </p:cBhvr>
                                      <p:tavLst>
                                        <p:tav tm="0">
                                          <p:val>
                                            <p:strVal val="0-#ppt_w/2"/>
                                          </p:val>
                                        </p:tav>
                                        <p:tav tm="100000">
                                          <p:val>
                                            <p:strVal val="#ppt_x"/>
                                          </p:val>
                                        </p:tav>
                                      </p:tavLst>
                                    </p:anim>
                                    <p:anim calcmode="lin" valueType="num">
                                      <p:cBhvr additive="base">
                                        <p:cTn id="8" dur="500" fill="hold"/>
                                        <p:tgtEl>
                                          <p:spTgt spid="820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8194"/>
                                        </p:tgtEl>
                                        <p:attrNameLst>
                                          <p:attrName>style.visibility</p:attrName>
                                        </p:attrNameLst>
                                      </p:cBhvr>
                                      <p:to>
                                        <p:strVal val="visible"/>
                                      </p:to>
                                    </p:set>
                                    <p:anim calcmode="lin" valueType="num">
                                      <p:cBhvr>
                                        <p:cTn id="13" dur="500" fill="hold"/>
                                        <p:tgtEl>
                                          <p:spTgt spid="8194"/>
                                        </p:tgtEl>
                                        <p:attrNameLst>
                                          <p:attrName>ppt_w</p:attrName>
                                        </p:attrNameLst>
                                      </p:cBhvr>
                                      <p:tavLst>
                                        <p:tav tm="0">
                                          <p:val>
                                            <p:fltVal val="0"/>
                                          </p:val>
                                        </p:tav>
                                        <p:tav tm="100000">
                                          <p:val>
                                            <p:strVal val="#ppt_w"/>
                                          </p:val>
                                        </p:tav>
                                      </p:tavLst>
                                    </p:anim>
                                    <p:anim calcmode="lin" valueType="num">
                                      <p:cBhvr>
                                        <p:cTn id="14" dur="500" fill="hold"/>
                                        <p:tgtEl>
                                          <p:spTgt spid="8194"/>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8195"/>
                                        </p:tgtEl>
                                        <p:attrNameLst>
                                          <p:attrName>style.visibility</p:attrName>
                                        </p:attrNameLst>
                                      </p:cBhvr>
                                      <p:to>
                                        <p:strVal val="visible"/>
                                      </p:to>
                                    </p:set>
                                    <p:anim calcmode="lin" valueType="num">
                                      <p:cBhvr>
                                        <p:cTn id="19" dur="500" fill="hold"/>
                                        <p:tgtEl>
                                          <p:spTgt spid="8195"/>
                                        </p:tgtEl>
                                        <p:attrNameLst>
                                          <p:attrName>ppt_w</p:attrName>
                                        </p:attrNameLst>
                                      </p:cBhvr>
                                      <p:tavLst>
                                        <p:tav tm="0">
                                          <p:val>
                                            <p:fltVal val="0"/>
                                          </p:val>
                                        </p:tav>
                                        <p:tav tm="100000">
                                          <p:val>
                                            <p:strVal val="#ppt_w"/>
                                          </p:val>
                                        </p:tav>
                                      </p:tavLst>
                                    </p:anim>
                                    <p:anim calcmode="lin" valueType="num">
                                      <p:cBhvr>
                                        <p:cTn id="20" dur="500" fill="hold"/>
                                        <p:tgtEl>
                                          <p:spTgt spid="8195"/>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8" fill="hold" grpId="0" nodeType="clickEffect">
                                  <p:stCondLst>
                                    <p:cond delay="0"/>
                                  </p:stCondLst>
                                  <p:iterate type="wd">
                                    <p:tmPct val="100000"/>
                                  </p:iterate>
                                  <p:childTnLst>
                                    <p:set>
                                      <p:cBhvr>
                                        <p:cTn id="24" dur="1" fill="hold">
                                          <p:stCondLst>
                                            <p:cond delay="0"/>
                                          </p:stCondLst>
                                        </p:cTn>
                                        <p:tgtEl>
                                          <p:spTgt spid="8212"/>
                                        </p:tgtEl>
                                        <p:attrNameLst>
                                          <p:attrName>style.visibility</p:attrName>
                                        </p:attrNameLst>
                                      </p:cBhvr>
                                      <p:to>
                                        <p:strVal val="visible"/>
                                      </p:to>
                                    </p:set>
                                    <p:anim calcmode="lin" valueType="num">
                                      <p:cBhvr>
                                        <p:cTn id="25" dur="300" fill="hold"/>
                                        <p:tgtEl>
                                          <p:spTgt spid="8212"/>
                                        </p:tgtEl>
                                        <p:attrNameLst>
                                          <p:attrName>ppt_x</p:attrName>
                                        </p:attrNameLst>
                                      </p:cBhvr>
                                      <p:tavLst>
                                        <p:tav tm="0">
                                          <p:val>
                                            <p:strVal val="#ppt_x-#ppt_w/2"/>
                                          </p:val>
                                        </p:tav>
                                        <p:tav tm="100000">
                                          <p:val>
                                            <p:strVal val="#ppt_x"/>
                                          </p:val>
                                        </p:tav>
                                      </p:tavLst>
                                    </p:anim>
                                    <p:anim calcmode="lin" valueType="num">
                                      <p:cBhvr>
                                        <p:cTn id="26" dur="300" fill="hold"/>
                                        <p:tgtEl>
                                          <p:spTgt spid="8212"/>
                                        </p:tgtEl>
                                        <p:attrNameLst>
                                          <p:attrName>ppt_y</p:attrName>
                                        </p:attrNameLst>
                                      </p:cBhvr>
                                      <p:tavLst>
                                        <p:tav tm="0">
                                          <p:val>
                                            <p:strVal val="#ppt_y"/>
                                          </p:val>
                                        </p:tav>
                                        <p:tav tm="100000">
                                          <p:val>
                                            <p:strVal val="#ppt_y"/>
                                          </p:val>
                                        </p:tav>
                                      </p:tavLst>
                                    </p:anim>
                                    <p:anim calcmode="lin" valueType="num">
                                      <p:cBhvr>
                                        <p:cTn id="27" dur="300" fill="hold"/>
                                        <p:tgtEl>
                                          <p:spTgt spid="8212"/>
                                        </p:tgtEl>
                                        <p:attrNameLst>
                                          <p:attrName>ppt_w</p:attrName>
                                        </p:attrNameLst>
                                      </p:cBhvr>
                                      <p:tavLst>
                                        <p:tav tm="0">
                                          <p:val>
                                            <p:fltVal val="0"/>
                                          </p:val>
                                        </p:tav>
                                        <p:tav tm="100000">
                                          <p:val>
                                            <p:strVal val="#ppt_w"/>
                                          </p:val>
                                        </p:tav>
                                      </p:tavLst>
                                    </p:anim>
                                    <p:anim calcmode="lin" valueType="num">
                                      <p:cBhvr>
                                        <p:cTn id="28" dur="300" fill="hold"/>
                                        <p:tgtEl>
                                          <p:spTgt spid="8212"/>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4" fill="hold" nodeType="clickEffect">
                                  <p:stCondLst>
                                    <p:cond delay="0"/>
                                  </p:stCondLst>
                                  <p:childTnLst>
                                    <p:set>
                                      <p:cBhvr>
                                        <p:cTn id="32" dur="1" fill="hold">
                                          <p:stCondLst>
                                            <p:cond delay="0"/>
                                          </p:stCondLst>
                                        </p:cTn>
                                        <p:tgtEl>
                                          <p:spTgt spid="8203"/>
                                        </p:tgtEl>
                                        <p:attrNameLst>
                                          <p:attrName>style.visibility</p:attrName>
                                        </p:attrNameLst>
                                      </p:cBhvr>
                                      <p:to>
                                        <p:strVal val="visible"/>
                                      </p:to>
                                    </p:set>
                                    <p:anim calcmode="lin" valueType="num">
                                      <p:cBhvr>
                                        <p:cTn id="33" dur="500" fill="hold"/>
                                        <p:tgtEl>
                                          <p:spTgt spid="8203"/>
                                        </p:tgtEl>
                                        <p:attrNameLst>
                                          <p:attrName>ppt_x</p:attrName>
                                        </p:attrNameLst>
                                      </p:cBhvr>
                                      <p:tavLst>
                                        <p:tav tm="0">
                                          <p:val>
                                            <p:strVal val="#ppt_x"/>
                                          </p:val>
                                        </p:tav>
                                        <p:tav tm="100000">
                                          <p:val>
                                            <p:strVal val="#ppt_x"/>
                                          </p:val>
                                        </p:tav>
                                      </p:tavLst>
                                    </p:anim>
                                    <p:anim calcmode="lin" valueType="num">
                                      <p:cBhvr>
                                        <p:cTn id="34" dur="500" fill="hold"/>
                                        <p:tgtEl>
                                          <p:spTgt spid="8203"/>
                                        </p:tgtEl>
                                        <p:attrNameLst>
                                          <p:attrName>ppt_y</p:attrName>
                                        </p:attrNameLst>
                                      </p:cBhvr>
                                      <p:tavLst>
                                        <p:tav tm="0">
                                          <p:val>
                                            <p:strVal val="#ppt_y+#ppt_h/2"/>
                                          </p:val>
                                        </p:tav>
                                        <p:tav tm="100000">
                                          <p:val>
                                            <p:strVal val="#ppt_y"/>
                                          </p:val>
                                        </p:tav>
                                      </p:tavLst>
                                    </p:anim>
                                    <p:anim calcmode="lin" valueType="num">
                                      <p:cBhvr>
                                        <p:cTn id="35" dur="500" fill="hold"/>
                                        <p:tgtEl>
                                          <p:spTgt spid="8203"/>
                                        </p:tgtEl>
                                        <p:attrNameLst>
                                          <p:attrName>ppt_w</p:attrName>
                                        </p:attrNameLst>
                                      </p:cBhvr>
                                      <p:tavLst>
                                        <p:tav tm="0">
                                          <p:val>
                                            <p:strVal val="#ppt_w"/>
                                          </p:val>
                                        </p:tav>
                                        <p:tav tm="100000">
                                          <p:val>
                                            <p:strVal val="#ppt_w"/>
                                          </p:val>
                                        </p:tav>
                                      </p:tavLst>
                                    </p:anim>
                                    <p:anim calcmode="lin" valueType="num">
                                      <p:cBhvr>
                                        <p:cTn id="36" dur="500" fill="hold"/>
                                        <p:tgtEl>
                                          <p:spTgt spid="8203"/>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grpId="0" nodeType="clickEffect">
                                  <p:stCondLst>
                                    <p:cond delay="0"/>
                                  </p:stCondLst>
                                  <p:iterate type="wd">
                                    <p:tmPct val="100000"/>
                                  </p:iterate>
                                  <p:childTnLst>
                                    <p:set>
                                      <p:cBhvr>
                                        <p:cTn id="40" dur="1" fill="hold">
                                          <p:stCondLst>
                                            <p:cond delay="0"/>
                                          </p:stCondLst>
                                        </p:cTn>
                                        <p:tgtEl>
                                          <p:spTgt spid="8196"/>
                                        </p:tgtEl>
                                        <p:attrNameLst>
                                          <p:attrName>style.visibility</p:attrName>
                                        </p:attrNameLst>
                                      </p:cBhvr>
                                      <p:to>
                                        <p:strVal val="visible"/>
                                      </p:to>
                                    </p:set>
                                    <p:anim calcmode="lin" valueType="num">
                                      <p:cBhvr>
                                        <p:cTn id="41" dur="300" fill="hold"/>
                                        <p:tgtEl>
                                          <p:spTgt spid="8196"/>
                                        </p:tgtEl>
                                        <p:attrNameLst>
                                          <p:attrName>ppt_x</p:attrName>
                                        </p:attrNameLst>
                                      </p:cBhvr>
                                      <p:tavLst>
                                        <p:tav tm="0">
                                          <p:val>
                                            <p:strVal val="#ppt_x-#ppt_w/2"/>
                                          </p:val>
                                        </p:tav>
                                        <p:tav tm="100000">
                                          <p:val>
                                            <p:strVal val="#ppt_x"/>
                                          </p:val>
                                        </p:tav>
                                      </p:tavLst>
                                    </p:anim>
                                    <p:anim calcmode="lin" valueType="num">
                                      <p:cBhvr>
                                        <p:cTn id="42" dur="300" fill="hold"/>
                                        <p:tgtEl>
                                          <p:spTgt spid="8196"/>
                                        </p:tgtEl>
                                        <p:attrNameLst>
                                          <p:attrName>ppt_y</p:attrName>
                                        </p:attrNameLst>
                                      </p:cBhvr>
                                      <p:tavLst>
                                        <p:tav tm="0">
                                          <p:val>
                                            <p:strVal val="#ppt_y"/>
                                          </p:val>
                                        </p:tav>
                                        <p:tav tm="100000">
                                          <p:val>
                                            <p:strVal val="#ppt_y"/>
                                          </p:val>
                                        </p:tav>
                                      </p:tavLst>
                                    </p:anim>
                                    <p:anim calcmode="lin" valueType="num">
                                      <p:cBhvr>
                                        <p:cTn id="43" dur="300" fill="hold"/>
                                        <p:tgtEl>
                                          <p:spTgt spid="8196"/>
                                        </p:tgtEl>
                                        <p:attrNameLst>
                                          <p:attrName>ppt_w</p:attrName>
                                        </p:attrNameLst>
                                      </p:cBhvr>
                                      <p:tavLst>
                                        <p:tav tm="0">
                                          <p:val>
                                            <p:fltVal val="0"/>
                                          </p:val>
                                        </p:tav>
                                        <p:tav tm="100000">
                                          <p:val>
                                            <p:strVal val="#ppt_w"/>
                                          </p:val>
                                        </p:tav>
                                      </p:tavLst>
                                    </p:anim>
                                    <p:anim calcmode="lin" valueType="num">
                                      <p:cBhvr>
                                        <p:cTn id="44" dur="300" fill="hold"/>
                                        <p:tgtEl>
                                          <p:spTgt spid="8196"/>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8" fill="hold" grpId="0" nodeType="clickEffect">
                                  <p:stCondLst>
                                    <p:cond delay="0"/>
                                  </p:stCondLst>
                                  <p:iterate type="wd">
                                    <p:tmPct val="100000"/>
                                  </p:iterate>
                                  <p:childTnLst>
                                    <p:set>
                                      <p:cBhvr>
                                        <p:cTn id="48" dur="1" fill="hold">
                                          <p:stCondLst>
                                            <p:cond delay="0"/>
                                          </p:stCondLst>
                                        </p:cTn>
                                        <p:tgtEl>
                                          <p:spTgt spid="8199"/>
                                        </p:tgtEl>
                                        <p:attrNameLst>
                                          <p:attrName>style.visibility</p:attrName>
                                        </p:attrNameLst>
                                      </p:cBhvr>
                                      <p:to>
                                        <p:strVal val="visible"/>
                                      </p:to>
                                    </p:set>
                                    <p:anim calcmode="lin" valueType="num">
                                      <p:cBhvr>
                                        <p:cTn id="49" dur="300" fill="hold"/>
                                        <p:tgtEl>
                                          <p:spTgt spid="8199"/>
                                        </p:tgtEl>
                                        <p:attrNameLst>
                                          <p:attrName>ppt_x</p:attrName>
                                        </p:attrNameLst>
                                      </p:cBhvr>
                                      <p:tavLst>
                                        <p:tav tm="0">
                                          <p:val>
                                            <p:strVal val="#ppt_x-#ppt_w/2"/>
                                          </p:val>
                                        </p:tav>
                                        <p:tav tm="100000">
                                          <p:val>
                                            <p:strVal val="#ppt_x"/>
                                          </p:val>
                                        </p:tav>
                                      </p:tavLst>
                                    </p:anim>
                                    <p:anim calcmode="lin" valueType="num">
                                      <p:cBhvr>
                                        <p:cTn id="50" dur="300" fill="hold"/>
                                        <p:tgtEl>
                                          <p:spTgt spid="8199"/>
                                        </p:tgtEl>
                                        <p:attrNameLst>
                                          <p:attrName>ppt_y</p:attrName>
                                        </p:attrNameLst>
                                      </p:cBhvr>
                                      <p:tavLst>
                                        <p:tav tm="0">
                                          <p:val>
                                            <p:strVal val="#ppt_y"/>
                                          </p:val>
                                        </p:tav>
                                        <p:tav tm="100000">
                                          <p:val>
                                            <p:strVal val="#ppt_y"/>
                                          </p:val>
                                        </p:tav>
                                      </p:tavLst>
                                    </p:anim>
                                    <p:anim calcmode="lin" valueType="num">
                                      <p:cBhvr>
                                        <p:cTn id="51" dur="300" fill="hold"/>
                                        <p:tgtEl>
                                          <p:spTgt spid="8199"/>
                                        </p:tgtEl>
                                        <p:attrNameLst>
                                          <p:attrName>ppt_w</p:attrName>
                                        </p:attrNameLst>
                                      </p:cBhvr>
                                      <p:tavLst>
                                        <p:tav tm="0">
                                          <p:val>
                                            <p:fltVal val="0"/>
                                          </p:val>
                                        </p:tav>
                                        <p:tav tm="100000">
                                          <p:val>
                                            <p:strVal val="#ppt_w"/>
                                          </p:val>
                                        </p:tav>
                                      </p:tavLst>
                                    </p:anim>
                                    <p:anim calcmode="lin" valueType="num">
                                      <p:cBhvr>
                                        <p:cTn id="52" dur="300" fill="hold"/>
                                        <p:tgtEl>
                                          <p:spTgt spid="8199"/>
                                        </p:tgtEl>
                                        <p:attrNameLst>
                                          <p:attrName>ppt_h</p:attrName>
                                        </p:attrNameLst>
                                      </p:cBhvr>
                                      <p:tavLst>
                                        <p:tav tm="0">
                                          <p:val>
                                            <p:strVal val="#ppt_h"/>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8225"/>
                                        </p:tgtEl>
                                        <p:attrNameLst>
                                          <p:attrName>style.visibility</p:attrName>
                                        </p:attrNameLst>
                                      </p:cBhvr>
                                      <p:to>
                                        <p:strVal val="visible"/>
                                      </p:to>
                                    </p:set>
                                    <p:anim calcmode="lin" valueType="num">
                                      <p:cBhvr additive="base">
                                        <p:cTn id="57" dur="500" fill="hold"/>
                                        <p:tgtEl>
                                          <p:spTgt spid="8225"/>
                                        </p:tgtEl>
                                        <p:attrNameLst>
                                          <p:attrName>ppt_x</p:attrName>
                                        </p:attrNameLst>
                                      </p:cBhvr>
                                      <p:tavLst>
                                        <p:tav tm="0">
                                          <p:val>
                                            <p:strVal val="0-#ppt_w/2"/>
                                          </p:val>
                                        </p:tav>
                                        <p:tav tm="100000">
                                          <p:val>
                                            <p:strVal val="#ppt_x"/>
                                          </p:val>
                                        </p:tav>
                                      </p:tavLst>
                                    </p:anim>
                                    <p:anim calcmode="lin" valueType="num">
                                      <p:cBhvr additive="base">
                                        <p:cTn id="58" dur="500" fill="hold"/>
                                        <p:tgtEl>
                                          <p:spTgt spid="8225"/>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8" presetClass="entr" presetSubtype="3" fill="hold" nodeType="clickEffect">
                                  <p:stCondLst>
                                    <p:cond delay="0"/>
                                  </p:stCondLst>
                                  <p:childTnLst>
                                    <p:set>
                                      <p:cBhvr>
                                        <p:cTn id="62" dur="1" fill="hold">
                                          <p:stCondLst>
                                            <p:cond delay="0"/>
                                          </p:stCondLst>
                                        </p:cTn>
                                        <p:tgtEl>
                                          <p:spTgt spid="8209"/>
                                        </p:tgtEl>
                                        <p:attrNameLst>
                                          <p:attrName>style.visibility</p:attrName>
                                        </p:attrNameLst>
                                      </p:cBhvr>
                                      <p:to>
                                        <p:strVal val="visible"/>
                                      </p:to>
                                    </p:set>
                                    <p:animEffect transition="in" filter="strips(upRight)">
                                      <p:cBhvr>
                                        <p:cTn id="63" dur="500"/>
                                        <p:tgtEl>
                                          <p:spTgt spid="8209"/>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8" fill="hold" grpId="0" nodeType="clickEffect">
                                  <p:stCondLst>
                                    <p:cond delay="0"/>
                                  </p:stCondLst>
                                  <p:iterate type="wd">
                                    <p:tmPct val="100000"/>
                                  </p:iterate>
                                  <p:childTnLst>
                                    <p:set>
                                      <p:cBhvr>
                                        <p:cTn id="67" dur="1" fill="hold">
                                          <p:stCondLst>
                                            <p:cond delay="0"/>
                                          </p:stCondLst>
                                        </p:cTn>
                                        <p:tgtEl>
                                          <p:spTgt spid="8197"/>
                                        </p:tgtEl>
                                        <p:attrNameLst>
                                          <p:attrName>style.visibility</p:attrName>
                                        </p:attrNameLst>
                                      </p:cBhvr>
                                      <p:to>
                                        <p:strVal val="visible"/>
                                      </p:to>
                                    </p:set>
                                    <p:anim calcmode="lin" valueType="num">
                                      <p:cBhvr>
                                        <p:cTn id="68" dur="300" fill="hold"/>
                                        <p:tgtEl>
                                          <p:spTgt spid="8197"/>
                                        </p:tgtEl>
                                        <p:attrNameLst>
                                          <p:attrName>ppt_x</p:attrName>
                                        </p:attrNameLst>
                                      </p:cBhvr>
                                      <p:tavLst>
                                        <p:tav tm="0">
                                          <p:val>
                                            <p:strVal val="#ppt_x-#ppt_w/2"/>
                                          </p:val>
                                        </p:tav>
                                        <p:tav tm="100000">
                                          <p:val>
                                            <p:strVal val="#ppt_x"/>
                                          </p:val>
                                        </p:tav>
                                      </p:tavLst>
                                    </p:anim>
                                    <p:anim calcmode="lin" valueType="num">
                                      <p:cBhvr>
                                        <p:cTn id="69" dur="300" fill="hold"/>
                                        <p:tgtEl>
                                          <p:spTgt spid="8197"/>
                                        </p:tgtEl>
                                        <p:attrNameLst>
                                          <p:attrName>ppt_y</p:attrName>
                                        </p:attrNameLst>
                                      </p:cBhvr>
                                      <p:tavLst>
                                        <p:tav tm="0">
                                          <p:val>
                                            <p:strVal val="#ppt_y"/>
                                          </p:val>
                                        </p:tav>
                                        <p:tav tm="100000">
                                          <p:val>
                                            <p:strVal val="#ppt_y"/>
                                          </p:val>
                                        </p:tav>
                                      </p:tavLst>
                                    </p:anim>
                                    <p:anim calcmode="lin" valueType="num">
                                      <p:cBhvr>
                                        <p:cTn id="70" dur="300" fill="hold"/>
                                        <p:tgtEl>
                                          <p:spTgt spid="8197"/>
                                        </p:tgtEl>
                                        <p:attrNameLst>
                                          <p:attrName>ppt_w</p:attrName>
                                        </p:attrNameLst>
                                      </p:cBhvr>
                                      <p:tavLst>
                                        <p:tav tm="0">
                                          <p:val>
                                            <p:fltVal val="0"/>
                                          </p:val>
                                        </p:tav>
                                        <p:tav tm="100000">
                                          <p:val>
                                            <p:strVal val="#ppt_w"/>
                                          </p:val>
                                        </p:tav>
                                      </p:tavLst>
                                    </p:anim>
                                    <p:anim calcmode="lin" valueType="num">
                                      <p:cBhvr>
                                        <p:cTn id="71" dur="300" fill="hold"/>
                                        <p:tgtEl>
                                          <p:spTgt spid="8197"/>
                                        </p:tgtEl>
                                        <p:attrNameLst>
                                          <p:attrName>ppt_h</p:attrName>
                                        </p:attrNameLst>
                                      </p:cBhvr>
                                      <p:tavLst>
                                        <p:tav tm="0">
                                          <p:val>
                                            <p:strVal val="#ppt_h"/>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17" presetClass="entr" presetSubtype="8" fill="hold" grpId="0" nodeType="clickEffect">
                                  <p:stCondLst>
                                    <p:cond delay="0"/>
                                  </p:stCondLst>
                                  <p:iterate type="wd">
                                    <p:tmPct val="100000"/>
                                  </p:iterate>
                                  <p:childTnLst>
                                    <p:set>
                                      <p:cBhvr>
                                        <p:cTn id="75" dur="1" fill="hold">
                                          <p:stCondLst>
                                            <p:cond delay="0"/>
                                          </p:stCondLst>
                                        </p:cTn>
                                        <p:tgtEl>
                                          <p:spTgt spid="8200"/>
                                        </p:tgtEl>
                                        <p:attrNameLst>
                                          <p:attrName>style.visibility</p:attrName>
                                        </p:attrNameLst>
                                      </p:cBhvr>
                                      <p:to>
                                        <p:strVal val="visible"/>
                                      </p:to>
                                    </p:set>
                                    <p:anim calcmode="lin" valueType="num">
                                      <p:cBhvr>
                                        <p:cTn id="76" dur="300" fill="hold"/>
                                        <p:tgtEl>
                                          <p:spTgt spid="8200"/>
                                        </p:tgtEl>
                                        <p:attrNameLst>
                                          <p:attrName>ppt_x</p:attrName>
                                        </p:attrNameLst>
                                      </p:cBhvr>
                                      <p:tavLst>
                                        <p:tav tm="0">
                                          <p:val>
                                            <p:strVal val="#ppt_x-#ppt_w/2"/>
                                          </p:val>
                                        </p:tav>
                                        <p:tav tm="100000">
                                          <p:val>
                                            <p:strVal val="#ppt_x"/>
                                          </p:val>
                                        </p:tav>
                                      </p:tavLst>
                                    </p:anim>
                                    <p:anim calcmode="lin" valueType="num">
                                      <p:cBhvr>
                                        <p:cTn id="77" dur="300" fill="hold"/>
                                        <p:tgtEl>
                                          <p:spTgt spid="8200"/>
                                        </p:tgtEl>
                                        <p:attrNameLst>
                                          <p:attrName>ppt_y</p:attrName>
                                        </p:attrNameLst>
                                      </p:cBhvr>
                                      <p:tavLst>
                                        <p:tav tm="0">
                                          <p:val>
                                            <p:strVal val="#ppt_y"/>
                                          </p:val>
                                        </p:tav>
                                        <p:tav tm="100000">
                                          <p:val>
                                            <p:strVal val="#ppt_y"/>
                                          </p:val>
                                        </p:tav>
                                      </p:tavLst>
                                    </p:anim>
                                    <p:anim calcmode="lin" valueType="num">
                                      <p:cBhvr>
                                        <p:cTn id="78" dur="300" fill="hold"/>
                                        <p:tgtEl>
                                          <p:spTgt spid="8200"/>
                                        </p:tgtEl>
                                        <p:attrNameLst>
                                          <p:attrName>ppt_w</p:attrName>
                                        </p:attrNameLst>
                                      </p:cBhvr>
                                      <p:tavLst>
                                        <p:tav tm="0">
                                          <p:val>
                                            <p:fltVal val="0"/>
                                          </p:val>
                                        </p:tav>
                                        <p:tav tm="100000">
                                          <p:val>
                                            <p:strVal val="#ppt_w"/>
                                          </p:val>
                                        </p:tav>
                                      </p:tavLst>
                                    </p:anim>
                                    <p:anim calcmode="lin" valueType="num">
                                      <p:cBhvr>
                                        <p:cTn id="79" dur="300" fill="hold"/>
                                        <p:tgtEl>
                                          <p:spTgt spid="8200"/>
                                        </p:tgtEl>
                                        <p:attrNameLst>
                                          <p:attrName>ppt_h</p:attrName>
                                        </p:attrNameLst>
                                      </p:cBhvr>
                                      <p:tavLst>
                                        <p:tav tm="0">
                                          <p:val>
                                            <p:strVal val="#ppt_h"/>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 presetClass="entr" presetSubtype="8" fill="hold" grpId="0" nodeType="clickEffect">
                                  <p:stCondLst>
                                    <p:cond delay="0"/>
                                  </p:stCondLst>
                                  <p:childTnLst>
                                    <p:set>
                                      <p:cBhvr>
                                        <p:cTn id="83" dur="1" fill="hold">
                                          <p:stCondLst>
                                            <p:cond delay="0"/>
                                          </p:stCondLst>
                                        </p:cTn>
                                        <p:tgtEl>
                                          <p:spTgt spid="8226"/>
                                        </p:tgtEl>
                                        <p:attrNameLst>
                                          <p:attrName>style.visibility</p:attrName>
                                        </p:attrNameLst>
                                      </p:cBhvr>
                                      <p:to>
                                        <p:strVal val="visible"/>
                                      </p:to>
                                    </p:set>
                                    <p:anim calcmode="lin" valueType="num">
                                      <p:cBhvr additive="base">
                                        <p:cTn id="84" dur="500" fill="hold"/>
                                        <p:tgtEl>
                                          <p:spTgt spid="8226"/>
                                        </p:tgtEl>
                                        <p:attrNameLst>
                                          <p:attrName>ppt_x</p:attrName>
                                        </p:attrNameLst>
                                      </p:cBhvr>
                                      <p:tavLst>
                                        <p:tav tm="0">
                                          <p:val>
                                            <p:strVal val="0-#ppt_w/2"/>
                                          </p:val>
                                        </p:tav>
                                        <p:tav tm="100000">
                                          <p:val>
                                            <p:strVal val="#ppt_x"/>
                                          </p:val>
                                        </p:tav>
                                      </p:tavLst>
                                    </p:anim>
                                    <p:anim calcmode="lin" valueType="num">
                                      <p:cBhvr additive="base">
                                        <p:cTn id="85" dur="500" fill="hold"/>
                                        <p:tgtEl>
                                          <p:spTgt spid="8226"/>
                                        </p:tgtEl>
                                        <p:attrNameLst>
                                          <p:attrName>ppt_y</p:attrName>
                                        </p:attrNameLst>
                                      </p:cBhvr>
                                      <p:tavLst>
                                        <p:tav tm="0">
                                          <p:val>
                                            <p:strVal val="#ppt_y"/>
                                          </p:val>
                                        </p:tav>
                                        <p:tav tm="100000">
                                          <p:val>
                                            <p:strVal val="#ppt_y"/>
                                          </p:val>
                                        </p:tav>
                                      </p:tavLst>
                                    </p:anim>
                                  </p:childTnLst>
                                </p:cTn>
                              </p:par>
                            </p:childTnLst>
                          </p:cTn>
                        </p:par>
                      </p:childTnLst>
                    </p:cTn>
                  </p:par>
                  <p:par>
                    <p:cTn id="86" fill="hold" nodeType="clickPar">
                      <p:stCondLst>
                        <p:cond delay="indefinite"/>
                      </p:stCondLst>
                      <p:childTnLst>
                        <p:par>
                          <p:cTn id="87" fill="hold" nodeType="withGroup">
                            <p:stCondLst>
                              <p:cond delay="0"/>
                            </p:stCondLst>
                            <p:childTnLst>
                              <p:par>
                                <p:cTn id="88" presetID="17" presetClass="entr" presetSubtype="8" fill="hold" nodeType="clickEffect">
                                  <p:stCondLst>
                                    <p:cond delay="0"/>
                                  </p:stCondLst>
                                  <p:childTnLst>
                                    <p:set>
                                      <p:cBhvr>
                                        <p:cTn id="89" dur="1" fill="hold">
                                          <p:stCondLst>
                                            <p:cond delay="0"/>
                                          </p:stCondLst>
                                        </p:cTn>
                                        <p:tgtEl>
                                          <p:spTgt spid="8206"/>
                                        </p:tgtEl>
                                        <p:attrNameLst>
                                          <p:attrName>style.visibility</p:attrName>
                                        </p:attrNameLst>
                                      </p:cBhvr>
                                      <p:to>
                                        <p:strVal val="visible"/>
                                      </p:to>
                                    </p:set>
                                    <p:anim calcmode="lin" valueType="num">
                                      <p:cBhvr>
                                        <p:cTn id="90" dur="500" fill="hold"/>
                                        <p:tgtEl>
                                          <p:spTgt spid="8206"/>
                                        </p:tgtEl>
                                        <p:attrNameLst>
                                          <p:attrName>ppt_x</p:attrName>
                                        </p:attrNameLst>
                                      </p:cBhvr>
                                      <p:tavLst>
                                        <p:tav tm="0">
                                          <p:val>
                                            <p:strVal val="#ppt_x-#ppt_w/2"/>
                                          </p:val>
                                        </p:tav>
                                        <p:tav tm="100000">
                                          <p:val>
                                            <p:strVal val="#ppt_x"/>
                                          </p:val>
                                        </p:tav>
                                      </p:tavLst>
                                    </p:anim>
                                    <p:anim calcmode="lin" valueType="num">
                                      <p:cBhvr>
                                        <p:cTn id="91" dur="500" fill="hold"/>
                                        <p:tgtEl>
                                          <p:spTgt spid="8206"/>
                                        </p:tgtEl>
                                        <p:attrNameLst>
                                          <p:attrName>ppt_y</p:attrName>
                                        </p:attrNameLst>
                                      </p:cBhvr>
                                      <p:tavLst>
                                        <p:tav tm="0">
                                          <p:val>
                                            <p:strVal val="#ppt_y"/>
                                          </p:val>
                                        </p:tav>
                                        <p:tav tm="100000">
                                          <p:val>
                                            <p:strVal val="#ppt_y"/>
                                          </p:val>
                                        </p:tav>
                                      </p:tavLst>
                                    </p:anim>
                                    <p:anim calcmode="lin" valueType="num">
                                      <p:cBhvr>
                                        <p:cTn id="92" dur="500" fill="hold"/>
                                        <p:tgtEl>
                                          <p:spTgt spid="8206"/>
                                        </p:tgtEl>
                                        <p:attrNameLst>
                                          <p:attrName>ppt_w</p:attrName>
                                        </p:attrNameLst>
                                      </p:cBhvr>
                                      <p:tavLst>
                                        <p:tav tm="0">
                                          <p:val>
                                            <p:fltVal val="0"/>
                                          </p:val>
                                        </p:tav>
                                        <p:tav tm="100000">
                                          <p:val>
                                            <p:strVal val="#ppt_w"/>
                                          </p:val>
                                        </p:tav>
                                      </p:tavLst>
                                    </p:anim>
                                    <p:anim calcmode="lin" valueType="num">
                                      <p:cBhvr>
                                        <p:cTn id="93" dur="500" fill="hold"/>
                                        <p:tgtEl>
                                          <p:spTgt spid="8206"/>
                                        </p:tgtEl>
                                        <p:attrNameLst>
                                          <p:attrName>ppt_h</p:attrName>
                                        </p:attrNameLst>
                                      </p:cBhvr>
                                      <p:tavLst>
                                        <p:tav tm="0">
                                          <p:val>
                                            <p:strVal val="#ppt_h"/>
                                          </p:val>
                                        </p:tav>
                                        <p:tav tm="100000">
                                          <p:val>
                                            <p:strVal val="#ppt_h"/>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17" presetClass="entr" presetSubtype="8" fill="hold" grpId="0" nodeType="clickEffect">
                                  <p:stCondLst>
                                    <p:cond delay="0"/>
                                  </p:stCondLst>
                                  <p:iterate type="wd">
                                    <p:tmPct val="100000"/>
                                  </p:iterate>
                                  <p:childTnLst>
                                    <p:set>
                                      <p:cBhvr>
                                        <p:cTn id="97" dur="1" fill="hold">
                                          <p:stCondLst>
                                            <p:cond delay="0"/>
                                          </p:stCondLst>
                                        </p:cTn>
                                        <p:tgtEl>
                                          <p:spTgt spid="8198"/>
                                        </p:tgtEl>
                                        <p:attrNameLst>
                                          <p:attrName>style.visibility</p:attrName>
                                        </p:attrNameLst>
                                      </p:cBhvr>
                                      <p:to>
                                        <p:strVal val="visible"/>
                                      </p:to>
                                    </p:set>
                                    <p:anim calcmode="lin" valueType="num">
                                      <p:cBhvr>
                                        <p:cTn id="98" dur="300" fill="hold"/>
                                        <p:tgtEl>
                                          <p:spTgt spid="8198"/>
                                        </p:tgtEl>
                                        <p:attrNameLst>
                                          <p:attrName>ppt_x</p:attrName>
                                        </p:attrNameLst>
                                      </p:cBhvr>
                                      <p:tavLst>
                                        <p:tav tm="0">
                                          <p:val>
                                            <p:strVal val="#ppt_x-#ppt_w/2"/>
                                          </p:val>
                                        </p:tav>
                                        <p:tav tm="100000">
                                          <p:val>
                                            <p:strVal val="#ppt_x"/>
                                          </p:val>
                                        </p:tav>
                                      </p:tavLst>
                                    </p:anim>
                                    <p:anim calcmode="lin" valueType="num">
                                      <p:cBhvr>
                                        <p:cTn id="99" dur="300" fill="hold"/>
                                        <p:tgtEl>
                                          <p:spTgt spid="8198"/>
                                        </p:tgtEl>
                                        <p:attrNameLst>
                                          <p:attrName>ppt_y</p:attrName>
                                        </p:attrNameLst>
                                      </p:cBhvr>
                                      <p:tavLst>
                                        <p:tav tm="0">
                                          <p:val>
                                            <p:strVal val="#ppt_y"/>
                                          </p:val>
                                        </p:tav>
                                        <p:tav tm="100000">
                                          <p:val>
                                            <p:strVal val="#ppt_y"/>
                                          </p:val>
                                        </p:tav>
                                      </p:tavLst>
                                    </p:anim>
                                    <p:anim calcmode="lin" valueType="num">
                                      <p:cBhvr>
                                        <p:cTn id="100" dur="300" fill="hold"/>
                                        <p:tgtEl>
                                          <p:spTgt spid="8198"/>
                                        </p:tgtEl>
                                        <p:attrNameLst>
                                          <p:attrName>ppt_w</p:attrName>
                                        </p:attrNameLst>
                                      </p:cBhvr>
                                      <p:tavLst>
                                        <p:tav tm="0">
                                          <p:val>
                                            <p:fltVal val="0"/>
                                          </p:val>
                                        </p:tav>
                                        <p:tav tm="100000">
                                          <p:val>
                                            <p:strVal val="#ppt_w"/>
                                          </p:val>
                                        </p:tav>
                                      </p:tavLst>
                                    </p:anim>
                                    <p:anim calcmode="lin" valueType="num">
                                      <p:cBhvr>
                                        <p:cTn id="101" dur="300" fill="hold"/>
                                        <p:tgtEl>
                                          <p:spTgt spid="8198"/>
                                        </p:tgtEl>
                                        <p:attrNameLst>
                                          <p:attrName>ppt_h</p:attrName>
                                        </p:attrNameLst>
                                      </p:cBhvr>
                                      <p:tavLst>
                                        <p:tav tm="0">
                                          <p:val>
                                            <p:strVal val="#ppt_h"/>
                                          </p:val>
                                        </p:tav>
                                        <p:tav tm="100000">
                                          <p:val>
                                            <p:strVal val="#ppt_h"/>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7" presetClass="entr" presetSubtype="8" fill="hold" grpId="0" nodeType="clickEffect">
                                  <p:stCondLst>
                                    <p:cond delay="0"/>
                                  </p:stCondLst>
                                  <p:iterate type="wd">
                                    <p:tmPct val="100000"/>
                                  </p:iterate>
                                  <p:childTnLst>
                                    <p:set>
                                      <p:cBhvr>
                                        <p:cTn id="105" dur="1" fill="hold">
                                          <p:stCondLst>
                                            <p:cond delay="0"/>
                                          </p:stCondLst>
                                        </p:cTn>
                                        <p:tgtEl>
                                          <p:spTgt spid="8201"/>
                                        </p:tgtEl>
                                        <p:attrNameLst>
                                          <p:attrName>style.visibility</p:attrName>
                                        </p:attrNameLst>
                                      </p:cBhvr>
                                      <p:to>
                                        <p:strVal val="visible"/>
                                      </p:to>
                                    </p:set>
                                    <p:anim calcmode="lin" valueType="num">
                                      <p:cBhvr>
                                        <p:cTn id="106" dur="300" fill="hold"/>
                                        <p:tgtEl>
                                          <p:spTgt spid="8201"/>
                                        </p:tgtEl>
                                        <p:attrNameLst>
                                          <p:attrName>ppt_x</p:attrName>
                                        </p:attrNameLst>
                                      </p:cBhvr>
                                      <p:tavLst>
                                        <p:tav tm="0">
                                          <p:val>
                                            <p:strVal val="#ppt_x-#ppt_w/2"/>
                                          </p:val>
                                        </p:tav>
                                        <p:tav tm="100000">
                                          <p:val>
                                            <p:strVal val="#ppt_x"/>
                                          </p:val>
                                        </p:tav>
                                      </p:tavLst>
                                    </p:anim>
                                    <p:anim calcmode="lin" valueType="num">
                                      <p:cBhvr>
                                        <p:cTn id="107" dur="300" fill="hold"/>
                                        <p:tgtEl>
                                          <p:spTgt spid="8201"/>
                                        </p:tgtEl>
                                        <p:attrNameLst>
                                          <p:attrName>ppt_y</p:attrName>
                                        </p:attrNameLst>
                                      </p:cBhvr>
                                      <p:tavLst>
                                        <p:tav tm="0">
                                          <p:val>
                                            <p:strVal val="#ppt_y"/>
                                          </p:val>
                                        </p:tav>
                                        <p:tav tm="100000">
                                          <p:val>
                                            <p:strVal val="#ppt_y"/>
                                          </p:val>
                                        </p:tav>
                                      </p:tavLst>
                                    </p:anim>
                                    <p:anim calcmode="lin" valueType="num">
                                      <p:cBhvr>
                                        <p:cTn id="108" dur="300" fill="hold"/>
                                        <p:tgtEl>
                                          <p:spTgt spid="8201"/>
                                        </p:tgtEl>
                                        <p:attrNameLst>
                                          <p:attrName>ppt_w</p:attrName>
                                        </p:attrNameLst>
                                      </p:cBhvr>
                                      <p:tavLst>
                                        <p:tav tm="0">
                                          <p:val>
                                            <p:fltVal val="0"/>
                                          </p:val>
                                        </p:tav>
                                        <p:tav tm="100000">
                                          <p:val>
                                            <p:strVal val="#ppt_w"/>
                                          </p:val>
                                        </p:tav>
                                      </p:tavLst>
                                    </p:anim>
                                    <p:anim calcmode="lin" valueType="num">
                                      <p:cBhvr>
                                        <p:cTn id="109" dur="300" fill="hold"/>
                                        <p:tgtEl>
                                          <p:spTgt spid="8201"/>
                                        </p:tgtEl>
                                        <p:attrNameLst>
                                          <p:attrName>ppt_h</p:attrName>
                                        </p:attrNameLst>
                                      </p:cBhvr>
                                      <p:tavLst>
                                        <p:tav tm="0">
                                          <p:val>
                                            <p:strVal val="#ppt_h"/>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 presetClass="entr" presetSubtype="1" fill="hold" grpId="0" nodeType="clickEffect">
                                  <p:stCondLst>
                                    <p:cond delay="0"/>
                                  </p:stCondLst>
                                  <p:childTnLst>
                                    <p:set>
                                      <p:cBhvr>
                                        <p:cTn id="113" dur="1" fill="hold">
                                          <p:stCondLst>
                                            <p:cond delay="0"/>
                                          </p:stCondLst>
                                        </p:cTn>
                                        <p:tgtEl>
                                          <p:spTgt spid="8227"/>
                                        </p:tgtEl>
                                        <p:attrNameLst>
                                          <p:attrName>style.visibility</p:attrName>
                                        </p:attrNameLst>
                                      </p:cBhvr>
                                      <p:to>
                                        <p:strVal val="visible"/>
                                      </p:to>
                                    </p:set>
                                    <p:anim calcmode="lin" valueType="num">
                                      <p:cBhvr additive="base">
                                        <p:cTn id="114" dur="500" fill="hold"/>
                                        <p:tgtEl>
                                          <p:spTgt spid="8227"/>
                                        </p:tgtEl>
                                        <p:attrNameLst>
                                          <p:attrName>ppt_x</p:attrName>
                                        </p:attrNameLst>
                                      </p:cBhvr>
                                      <p:tavLst>
                                        <p:tav tm="0">
                                          <p:val>
                                            <p:strVal val="#ppt_x"/>
                                          </p:val>
                                        </p:tav>
                                        <p:tav tm="100000">
                                          <p:val>
                                            <p:strVal val="#ppt_x"/>
                                          </p:val>
                                        </p:tav>
                                      </p:tavLst>
                                    </p:anim>
                                    <p:anim calcmode="lin" valueType="num">
                                      <p:cBhvr additive="base">
                                        <p:cTn id="115" dur="500" fill="hold"/>
                                        <p:tgtEl>
                                          <p:spTgt spid="822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utoUpdateAnimBg="0"/>
      <p:bldP spid="8195" grpId="0" autoUpdateAnimBg="0"/>
      <p:bldP spid="8196" grpId="0" autoUpdateAnimBg="0"/>
      <p:bldP spid="8197" grpId="0" autoUpdateAnimBg="0"/>
      <p:bldP spid="8198" grpId="0" autoUpdateAnimBg="0"/>
      <p:bldP spid="8199" grpId="0" autoUpdateAnimBg="0"/>
      <p:bldP spid="8200" grpId="0" autoUpdateAnimBg="0"/>
      <p:bldP spid="8201" grpId="0" autoUpdateAnimBg="0"/>
      <p:bldP spid="8202" grpId="0" animBg="1"/>
      <p:bldP spid="8212" grpId="0" autoUpdateAnimBg="0"/>
      <p:bldP spid="8225" grpId="0" autoUpdateAnimBg="0"/>
      <p:bldP spid="8226" grpId="0" autoUpdateAnimBg="0"/>
      <p:bldP spid="822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1"/>
          <p:cNvSpPr>
            <a:spLocks noChangeArrowheads="1"/>
          </p:cNvSpPr>
          <p:nvPr/>
        </p:nvSpPr>
        <p:spPr bwMode="auto">
          <a:xfrm flipV="1">
            <a:off x="1595485" y="2379491"/>
            <a:ext cx="1166812" cy="1441450"/>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p>
        </p:txBody>
      </p:sp>
      <p:sp>
        <p:nvSpPr>
          <p:cNvPr id="3" name="Line 22"/>
          <p:cNvSpPr>
            <a:spLocks noChangeShapeType="1"/>
          </p:cNvSpPr>
          <p:nvPr/>
        </p:nvSpPr>
        <p:spPr bwMode="auto">
          <a:xfrm flipV="1">
            <a:off x="976360" y="2379491"/>
            <a:ext cx="74215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 name="AutoShape 23"/>
          <p:cNvSpPr>
            <a:spLocks noChangeArrowheads="1"/>
          </p:cNvSpPr>
          <p:nvPr/>
        </p:nvSpPr>
        <p:spPr bwMode="auto">
          <a:xfrm rot="18289785" flipV="1">
            <a:off x="3999754" y="2539034"/>
            <a:ext cx="1168400" cy="1443037"/>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p>
        </p:txBody>
      </p:sp>
      <p:sp>
        <p:nvSpPr>
          <p:cNvPr id="5" name="AutoShape 24"/>
          <p:cNvSpPr>
            <a:spLocks noChangeArrowheads="1"/>
          </p:cNvSpPr>
          <p:nvPr/>
        </p:nvSpPr>
        <p:spPr bwMode="auto">
          <a:xfrm rot="14846491" flipV="1">
            <a:off x="6130972" y="1931816"/>
            <a:ext cx="1166813" cy="1443037"/>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p>
        </p:txBody>
      </p:sp>
      <p:sp>
        <p:nvSpPr>
          <p:cNvPr id="6" name="Line 25"/>
          <p:cNvSpPr>
            <a:spLocks noChangeShapeType="1"/>
          </p:cNvSpPr>
          <p:nvPr/>
        </p:nvSpPr>
        <p:spPr bwMode="auto">
          <a:xfrm flipV="1">
            <a:off x="2179685" y="2276303"/>
            <a:ext cx="0" cy="1647825"/>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7" name="Line 26"/>
          <p:cNvSpPr>
            <a:spLocks noChangeShapeType="1"/>
          </p:cNvSpPr>
          <p:nvPr/>
        </p:nvSpPr>
        <p:spPr bwMode="auto">
          <a:xfrm rot="14888202" flipV="1">
            <a:off x="6690566" y="1831009"/>
            <a:ext cx="1588" cy="1647825"/>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8" name="Line 27"/>
          <p:cNvSpPr>
            <a:spLocks noChangeShapeType="1"/>
          </p:cNvSpPr>
          <p:nvPr/>
        </p:nvSpPr>
        <p:spPr bwMode="auto">
          <a:xfrm rot="18205500" flipV="1">
            <a:off x="4594272" y="2446166"/>
            <a:ext cx="1588" cy="164941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9" name="Text Box 28"/>
          <p:cNvSpPr txBox="1">
            <a:spLocks noChangeArrowheads="1"/>
          </p:cNvSpPr>
          <p:nvPr/>
        </p:nvSpPr>
        <p:spPr bwMode="auto">
          <a:xfrm>
            <a:off x="728134" y="4329437"/>
            <a:ext cx="25208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Axis perpendicular to </a:t>
            </a:r>
            <a:r>
              <a:rPr lang="en-US" altLang="en-US" dirty="0" err="1">
                <a:latin typeface="Times New Roman" panose="02020603050405020304" pitchFamily="18" charset="0"/>
              </a:rPr>
              <a:t>Vp</a:t>
            </a:r>
            <a:endParaRPr lang="en-US" altLang="en-US" dirty="0">
              <a:latin typeface="Times New Roman" panose="02020603050405020304" pitchFamily="18" charset="0"/>
            </a:endParaRPr>
          </a:p>
          <a:p>
            <a:pPr algn="ctr" eaLnBrk="1" hangingPunct="1"/>
            <a:r>
              <a:rPr lang="en-US" altLang="en-US" dirty="0">
                <a:latin typeface="Times New Roman" panose="02020603050405020304" pitchFamily="18" charset="0"/>
              </a:rPr>
              <a:t>And // to </a:t>
            </a:r>
            <a:r>
              <a:rPr lang="en-US" altLang="en-US" dirty="0" err="1">
                <a:latin typeface="Times New Roman" panose="02020603050405020304" pitchFamily="18" charset="0"/>
              </a:rPr>
              <a:t>Hp</a:t>
            </a:r>
            <a:endParaRPr lang="en-US" altLang="en-US" dirty="0">
              <a:latin typeface="Times New Roman" panose="02020603050405020304" pitchFamily="18" charset="0"/>
            </a:endParaRPr>
          </a:p>
        </p:txBody>
      </p:sp>
      <p:sp>
        <p:nvSpPr>
          <p:cNvPr id="10" name="Text Box 29"/>
          <p:cNvSpPr txBox="1">
            <a:spLocks noChangeArrowheads="1"/>
          </p:cNvSpPr>
          <p:nvPr/>
        </p:nvSpPr>
        <p:spPr bwMode="auto">
          <a:xfrm>
            <a:off x="3557551" y="4409130"/>
            <a:ext cx="20528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Axis inclined to </a:t>
            </a:r>
            <a:r>
              <a:rPr lang="en-US" altLang="en-US" dirty="0" err="1">
                <a:latin typeface="Times New Roman" panose="02020603050405020304" pitchFamily="18" charset="0"/>
              </a:rPr>
              <a:t>Vp</a:t>
            </a:r>
            <a:r>
              <a:rPr lang="en-US" altLang="en-US" dirty="0">
                <a:latin typeface="Times New Roman" panose="02020603050405020304" pitchFamily="18" charset="0"/>
              </a:rPr>
              <a:t> </a:t>
            </a:r>
          </a:p>
          <a:p>
            <a:pPr algn="ctr" eaLnBrk="1" hangingPunct="1"/>
            <a:r>
              <a:rPr lang="en-US" altLang="en-US" dirty="0">
                <a:latin typeface="Times New Roman" panose="02020603050405020304" pitchFamily="18" charset="0"/>
              </a:rPr>
              <a:t>And // to </a:t>
            </a:r>
            <a:r>
              <a:rPr lang="en-US" altLang="en-US" dirty="0" err="1">
                <a:latin typeface="Times New Roman" panose="02020603050405020304" pitchFamily="18" charset="0"/>
              </a:rPr>
              <a:t>Hp</a:t>
            </a:r>
            <a:endParaRPr lang="en-US" altLang="en-US" dirty="0">
              <a:latin typeface="Times New Roman" panose="02020603050405020304" pitchFamily="18" charset="0"/>
            </a:endParaRPr>
          </a:p>
        </p:txBody>
      </p:sp>
      <p:sp>
        <p:nvSpPr>
          <p:cNvPr id="11" name="Text Box 30"/>
          <p:cNvSpPr txBox="1">
            <a:spLocks noChangeArrowheads="1"/>
          </p:cNvSpPr>
          <p:nvPr/>
        </p:nvSpPr>
        <p:spPr bwMode="auto">
          <a:xfrm>
            <a:off x="6030623" y="4483633"/>
            <a:ext cx="199509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Axis inclined to </a:t>
            </a:r>
            <a:r>
              <a:rPr lang="en-US" altLang="en-US" dirty="0" err="1">
                <a:latin typeface="Times New Roman" panose="02020603050405020304" pitchFamily="18" charset="0"/>
              </a:rPr>
              <a:t>Vp</a:t>
            </a:r>
            <a:endParaRPr lang="en-US" altLang="en-US" dirty="0">
              <a:latin typeface="Times New Roman" panose="02020603050405020304" pitchFamily="18" charset="0"/>
            </a:endParaRPr>
          </a:p>
          <a:p>
            <a:pPr algn="ctr" eaLnBrk="1" hangingPunct="1"/>
            <a:r>
              <a:rPr lang="en-US" altLang="en-US" dirty="0">
                <a:latin typeface="Times New Roman" panose="02020603050405020304" pitchFamily="18" charset="0"/>
              </a:rPr>
              <a:t> And // to </a:t>
            </a:r>
            <a:r>
              <a:rPr lang="en-US" altLang="en-US" dirty="0" err="1">
                <a:latin typeface="Times New Roman" panose="02020603050405020304" pitchFamily="18" charset="0"/>
              </a:rPr>
              <a:t>Hp</a:t>
            </a:r>
            <a:endParaRPr lang="en-US" altLang="en-US" dirty="0">
              <a:latin typeface="Times New Roman" panose="02020603050405020304" pitchFamily="18" charset="0"/>
            </a:endParaRPr>
          </a:p>
        </p:txBody>
      </p:sp>
      <p:sp>
        <p:nvSpPr>
          <p:cNvPr id="12" name="Text Box 31"/>
          <p:cNvSpPr txBox="1">
            <a:spLocks noChangeArrowheads="1"/>
          </p:cNvSpPr>
          <p:nvPr/>
        </p:nvSpPr>
        <p:spPr bwMode="auto">
          <a:xfrm>
            <a:off x="625522" y="2069928"/>
            <a:ext cx="4812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200">
                <a:latin typeface="Times New Roman" panose="02020603050405020304" pitchFamily="18" charset="0"/>
              </a:rPr>
              <a:t>X</a:t>
            </a:r>
          </a:p>
        </p:txBody>
      </p:sp>
      <p:sp>
        <p:nvSpPr>
          <p:cNvPr id="13" name="Text Box 32"/>
          <p:cNvSpPr txBox="1">
            <a:spLocks noChangeArrowheads="1"/>
          </p:cNvSpPr>
          <p:nvPr/>
        </p:nvSpPr>
        <p:spPr bwMode="auto">
          <a:xfrm>
            <a:off x="7940722" y="2017541"/>
            <a:ext cx="4812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200">
                <a:latin typeface="Times New Roman" panose="02020603050405020304" pitchFamily="18" charset="0"/>
              </a:rPr>
              <a:t>Y</a:t>
            </a:r>
          </a:p>
        </p:txBody>
      </p:sp>
      <p:sp>
        <p:nvSpPr>
          <p:cNvPr id="14" name="Text Box 36"/>
          <p:cNvSpPr txBox="1">
            <a:spLocks noChangeArrowheads="1"/>
          </p:cNvSpPr>
          <p:nvPr/>
        </p:nvSpPr>
        <p:spPr bwMode="auto">
          <a:xfrm>
            <a:off x="1235122" y="3136728"/>
            <a:ext cx="7705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T.V.</a:t>
            </a:r>
          </a:p>
        </p:txBody>
      </p:sp>
      <p:sp>
        <p:nvSpPr>
          <p:cNvPr id="15" name="Text Box 37"/>
          <p:cNvSpPr txBox="1">
            <a:spLocks noChangeArrowheads="1"/>
          </p:cNvSpPr>
          <p:nvPr/>
        </p:nvSpPr>
        <p:spPr bwMode="auto">
          <a:xfrm>
            <a:off x="2911522" y="3136728"/>
            <a:ext cx="7705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T.V.</a:t>
            </a:r>
          </a:p>
        </p:txBody>
      </p:sp>
      <p:sp>
        <p:nvSpPr>
          <p:cNvPr id="16" name="Text Box 38"/>
          <p:cNvSpPr txBox="1">
            <a:spLocks noChangeArrowheads="1"/>
          </p:cNvSpPr>
          <p:nvPr/>
        </p:nvSpPr>
        <p:spPr bwMode="auto">
          <a:xfrm>
            <a:off x="5426122" y="3136728"/>
            <a:ext cx="7705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T.V.</a:t>
            </a:r>
          </a:p>
        </p:txBody>
      </p:sp>
      <p:sp>
        <p:nvSpPr>
          <p:cNvPr id="17" name="Text Box 39"/>
          <p:cNvSpPr txBox="1">
            <a:spLocks noChangeArrowheads="1"/>
          </p:cNvSpPr>
          <p:nvPr/>
        </p:nvSpPr>
        <p:spPr bwMode="auto">
          <a:xfrm>
            <a:off x="1152236" y="1803060"/>
            <a:ext cx="75653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latin typeface="Times New Roman" panose="02020603050405020304" pitchFamily="18" charset="0"/>
              </a:rPr>
              <a:t>While observing </a:t>
            </a:r>
            <a:r>
              <a:rPr lang="en-US" altLang="en-US" sz="2400" dirty="0" err="1">
                <a:latin typeface="Times New Roman" panose="02020603050405020304" pitchFamily="18" charset="0"/>
              </a:rPr>
              <a:t>Tv</a:t>
            </a:r>
            <a:r>
              <a:rPr lang="en-US" altLang="en-US" sz="2400" dirty="0">
                <a:latin typeface="Times New Roman" panose="02020603050405020304" pitchFamily="18" charset="0"/>
              </a:rPr>
              <a:t>, x-y line represents Vertical Plane. (</a:t>
            </a:r>
            <a:r>
              <a:rPr lang="en-US" altLang="en-US" sz="2400" dirty="0" err="1">
                <a:latin typeface="Times New Roman" panose="02020603050405020304" pitchFamily="18" charset="0"/>
              </a:rPr>
              <a:t>Vp</a:t>
            </a:r>
            <a:r>
              <a:rPr lang="en-US" altLang="en-US" sz="2400" dirty="0">
                <a:latin typeface="Times New Roman" panose="02020603050405020304" pitchFamily="18" charset="0"/>
              </a:rPr>
              <a:t>)</a:t>
            </a:r>
          </a:p>
        </p:txBody>
      </p:sp>
      <p:sp>
        <p:nvSpPr>
          <p:cNvPr id="18" name="Text Box 40"/>
          <p:cNvSpPr txBox="1">
            <a:spLocks noChangeArrowheads="1"/>
          </p:cNvSpPr>
          <p:nvPr/>
        </p:nvSpPr>
        <p:spPr bwMode="auto">
          <a:xfrm>
            <a:off x="931780" y="3807338"/>
            <a:ext cx="211359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STANDING ON V.P</a:t>
            </a:r>
          </a:p>
          <a:p>
            <a:pPr algn="ctr" eaLnBrk="1" hangingPunct="1"/>
            <a:r>
              <a:rPr lang="en-US" altLang="en-US" dirty="0">
                <a:latin typeface="Times New Roman" panose="02020603050405020304" pitchFamily="18" charset="0"/>
              </a:rPr>
              <a:t>On it’s base.</a:t>
            </a:r>
          </a:p>
        </p:txBody>
      </p:sp>
      <p:sp>
        <p:nvSpPr>
          <p:cNvPr id="19" name="Text Box 41"/>
          <p:cNvSpPr txBox="1">
            <a:spLocks noChangeArrowheads="1"/>
          </p:cNvSpPr>
          <p:nvPr/>
        </p:nvSpPr>
        <p:spPr bwMode="auto">
          <a:xfrm>
            <a:off x="3226742" y="3859655"/>
            <a:ext cx="27366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RESTING ON V.P</a:t>
            </a:r>
          </a:p>
          <a:p>
            <a:pPr algn="ctr" eaLnBrk="1" hangingPunct="1"/>
            <a:r>
              <a:rPr lang="en-US" altLang="en-US" dirty="0">
                <a:latin typeface="Times New Roman" panose="02020603050405020304" pitchFamily="18" charset="0"/>
              </a:rPr>
              <a:t>On one point of base circle.</a:t>
            </a:r>
          </a:p>
        </p:txBody>
      </p:sp>
      <p:sp>
        <p:nvSpPr>
          <p:cNvPr id="20" name="Text Box 42"/>
          <p:cNvSpPr txBox="1">
            <a:spLocks noChangeArrowheads="1"/>
          </p:cNvSpPr>
          <p:nvPr/>
        </p:nvSpPr>
        <p:spPr bwMode="auto">
          <a:xfrm>
            <a:off x="6030623" y="3849508"/>
            <a:ext cx="189032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latin typeface="Times New Roman" panose="02020603050405020304" pitchFamily="18" charset="0"/>
              </a:rPr>
              <a:t>LYING ON V.P</a:t>
            </a:r>
          </a:p>
          <a:p>
            <a:pPr algn="ctr" eaLnBrk="1" hangingPunct="1"/>
            <a:r>
              <a:rPr lang="en-US" altLang="en-US" dirty="0">
                <a:latin typeface="Times New Roman" panose="02020603050405020304" pitchFamily="18" charset="0"/>
              </a:rPr>
              <a:t>On one generator. </a:t>
            </a:r>
          </a:p>
        </p:txBody>
      </p:sp>
    </p:spTree>
    <p:extLst>
      <p:ext uri="{BB962C8B-B14F-4D97-AF65-F5344CB8AC3E}">
        <p14:creationId xmlns:p14="http://schemas.microsoft.com/office/powerpoint/2010/main" val="230919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8" fill="hold" grpId="0" nodeType="clickEffect">
                                  <p:stCondLst>
                                    <p:cond delay="0"/>
                                  </p:stCondLst>
                                  <p:iterate type="wd">
                                    <p:tmPct val="100000"/>
                                  </p:iterate>
                                  <p:childTnLst>
                                    <p:set>
                                      <p:cBhvr>
                                        <p:cTn id="24" dur="1" fill="hold">
                                          <p:stCondLst>
                                            <p:cond delay="0"/>
                                          </p:stCondLst>
                                        </p:cTn>
                                        <p:tgtEl>
                                          <p:spTgt spid="17"/>
                                        </p:tgtEl>
                                        <p:attrNameLst>
                                          <p:attrName>style.visibility</p:attrName>
                                        </p:attrNameLst>
                                      </p:cBhvr>
                                      <p:to>
                                        <p:strVal val="visible"/>
                                      </p:to>
                                    </p:set>
                                    <p:anim calcmode="lin" valueType="num">
                                      <p:cBhvr>
                                        <p:cTn id="25" dur="300" fill="hold"/>
                                        <p:tgtEl>
                                          <p:spTgt spid="17"/>
                                        </p:tgtEl>
                                        <p:attrNameLst>
                                          <p:attrName>ppt_x</p:attrName>
                                        </p:attrNameLst>
                                      </p:cBhvr>
                                      <p:tavLst>
                                        <p:tav tm="0">
                                          <p:val>
                                            <p:strVal val="#ppt_x-#ppt_w/2"/>
                                          </p:val>
                                        </p:tav>
                                        <p:tav tm="100000">
                                          <p:val>
                                            <p:strVal val="#ppt_x"/>
                                          </p:val>
                                        </p:tav>
                                      </p:tavLst>
                                    </p:anim>
                                    <p:anim calcmode="lin" valueType="num">
                                      <p:cBhvr>
                                        <p:cTn id="26" dur="300" fill="hold"/>
                                        <p:tgtEl>
                                          <p:spTgt spid="17"/>
                                        </p:tgtEl>
                                        <p:attrNameLst>
                                          <p:attrName>ppt_y</p:attrName>
                                        </p:attrNameLst>
                                      </p:cBhvr>
                                      <p:tavLst>
                                        <p:tav tm="0">
                                          <p:val>
                                            <p:strVal val="#ppt_y"/>
                                          </p:val>
                                        </p:tav>
                                        <p:tav tm="100000">
                                          <p:val>
                                            <p:strVal val="#ppt_y"/>
                                          </p:val>
                                        </p:tav>
                                      </p:tavLst>
                                    </p:anim>
                                    <p:anim calcmode="lin" valueType="num">
                                      <p:cBhvr>
                                        <p:cTn id="27" dur="300" fill="hold"/>
                                        <p:tgtEl>
                                          <p:spTgt spid="17"/>
                                        </p:tgtEl>
                                        <p:attrNameLst>
                                          <p:attrName>ppt_w</p:attrName>
                                        </p:attrNameLst>
                                      </p:cBhvr>
                                      <p:tavLst>
                                        <p:tav tm="0">
                                          <p:val>
                                            <p:fltVal val="0"/>
                                          </p:val>
                                        </p:tav>
                                        <p:tav tm="100000">
                                          <p:val>
                                            <p:strVal val="#ppt_w"/>
                                          </p:val>
                                        </p:tav>
                                      </p:tavLst>
                                    </p:anim>
                                    <p:anim calcmode="lin" valueType="num">
                                      <p:cBhvr>
                                        <p:cTn id="28" dur="3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7" presetClass="entr" presetSubtype="1"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p:cTn id="33" dur="500" fill="hold"/>
                                        <p:tgtEl>
                                          <p:spTgt spid="2"/>
                                        </p:tgtEl>
                                        <p:attrNameLst>
                                          <p:attrName>ppt_x</p:attrName>
                                        </p:attrNameLst>
                                      </p:cBhvr>
                                      <p:tavLst>
                                        <p:tav tm="0">
                                          <p:val>
                                            <p:strVal val="#ppt_x"/>
                                          </p:val>
                                        </p:tav>
                                        <p:tav tm="100000">
                                          <p:val>
                                            <p:strVal val="#ppt_x"/>
                                          </p:val>
                                        </p:tav>
                                      </p:tavLst>
                                    </p:anim>
                                    <p:anim calcmode="lin" valueType="num">
                                      <p:cBhvr>
                                        <p:cTn id="34" dur="500" fill="hold"/>
                                        <p:tgtEl>
                                          <p:spTgt spid="2"/>
                                        </p:tgtEl>
                                        <p:attrNameLst>
                                          <p:attrName>ppt_y</p:attrName>
                                        </p:attrNameLst>
                                      </p:cBhvr>
                                      <p:tavLst>
                                        <p:tav tm="0">
                                          <p:val>
                                            <p:strVal val="#ppt_y-#ppt_h/2"/>
                                          </p:val>
                                        </p:tav>
                                        <p:tav tm="100000">
                                          <p:val>
                                            <p:strVal val="#ppt_y"/>
                                          </p:val>
                                        </p:tav>
                                      </p:tavLst>
                                    </p:anim>
                                    <p:anim calcmode="lin" valueType="num">
                                      <p:cBhvr>
                                        <p:cTn id="35" dur="500" fill="hold"/>
                                        <p:tgtEl>
                                          <p:spTgt spid="2"/>
                                        </p:tgtEl>
                                        <p:attrNameLst>
                                          <p:attrName>ppt_w</p:attrName>
                                        </p:attrNameLst>
                                      </p:cBhvr>
                                      <p:tavLst>
                                        <p:tav tm="0">
                                          <p:val>
                                            <p:strVal val="#ppt_w"/>
                                          </p:val>
                                        </p:tav>
                                        <p:tav tm="100000">
                                          <p:val>
                                            <p:strVal val="#ppt_w"/>
                                          </p:val>
                                        </p:tav>
                                      </p:tavLst>
                                    </p:anim>
                                    <p:anim calcmode="lin" valueType="num">
                                      <p:cBhvr>
                                        <p:cTn id="36"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1"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500" fill="hold"/>
                                        <p:tgtEl>
                                          <p:spTgt spid="6"/>
                                        </p:tgtEl>
                                        <p:attrNameLst>
                                          <p:attrName>ppt_x</p:attrName>
                                        </p:attrNameLst>
                                      </p:cBhvr>
                                      <p:tavLst>
                                        <p:tav tm="0">
                                          <p:val>
                                            <p:strVal val="#ppt_x"/>
                                          </p:val>
                                        </p:tav>
                                        <p:tav tm="100000">
                                          <p:val>
                                            <p:strVal val="#ppt_x"/>
                                          </p:val>
                                        </p:tav>
                                      </p:tavLst>
                                    </p:anim>
                                    <p:anim calcmode="lin" valueType="num">
                                      <p:cBhvr>
                                        <p:cTn id="42" dur="500" fill="hold"/>
                                        <p:tgtEl>
                                          <p:spTgt spid="6"/>
                                        </p:tgtEl>
                                        <p:attrNameLst>
                                          <p:attrName>ppt_y</p:attrName>
                                        </p:attrNameLst>
                                      </p:cBhvr>
                                      <p:tavLst>
                                        <p:tav tm="0">
                                          <p:val>
                                            <p:strVal val="#ppt_y-#ppt_h/2"/>
                                          </p:val>
                                        </p:tav>
                                        <p:tav tm="100000">
                                          <p:val>
                                            <p:strVal val="#ppt_y"/>
                                          </p:val>
                                        </p:tav>
                                      </p:tavLst>
                                    </p:anim>
                                    <p:anim calcmode="lin" valueType="num">
                                      <p:cBhvr>
                                        <p:cTn id="43" dur="500" fill="hold"/>
                                        <p:tgtEl>
                                          <p:spTgt spid="6"/>
                                        </p:tgtEl>
                                        <p:attrNameLst>
                                          <p:attrName>ppt_w</p:attrName>
                                        </p:attrNameLst>
                                      </p:cBhvr>
                                      <p:tavLst>
                                        <p:tav tm="0">
                                          <p:val>
                                            <p:strVal val="#ppt_w"/>
                                          </p:val>
                                        </p:tav>
                                        <p:tav tm="100000">
                                          <p:val>
                                            <p:strVal val="#ppt_w"/>
                                          </p:val>
                                        </p:tav>
                                      </p:tavLst>
                                    </p:anim>
                                    <p:anim calcmode="lin" valueType="num">
                                      <p:cBhvr>
                                        <p:cTn id="44"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8"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p:cTn id="49" dur="500" fill="hold"/>
                                        <p:tgtEl>
                                          <p:spTgt spid="18"/>
                                        </p:tgtEl>
                                        <p:attrNameLst>
                                          <p:attrName>ppt_x</p:attrName>
                                        </p:attrNameLst>
                                      </p:cBhvr>
                                      <p:tavLst>
                                        <p:tav tm="0">
                                          <p:val>
                                            <p:strVal val="#ppt_x-#ppt_w/2"/>
                                          </p:val>
                                        </p:tav>
                                        <p:tav tm="100000">
                                          <p:val>
                                            <p:strVal val="#ppt_x"/>
                                          </p:val>
                                        </p:tav>
                                      </p:tavLst>
                                    </p:anim>
                                    <p:anim calcmode="lin" valueType="num">
                                      <p:cBhvr>
                                        <p:cTn id="50" dur="500" fill="hold"/>
                                        <p:tgtEl>
                                          <p:spTgt spid="18"/>
                                        </p:tgtEl>
                                        <p:attrNameLst>
                                          <p:attrName>ppt_y</p:attrName>
                                        </p:attrNameLst>
                                      </p:cBhvr>
                                      <p:tavLst>
                                        <p:tav tm="0">
                                          <p:val>
                                            <p:strVal val="#ppt_y"/>
                                          </p:val>
                                        </p:tav>
                                        <p:tav tm="100000">
                                          <p:val>
                                            <p:strVal val="#ppt_y"/>
                                          </p:val>
                                        </p:tav>
                                      </p:tavLst>
                                    </p:anim>
                                    <p:anim calcmode="lin" valueType="num">
                                      <p:cBhvr>
                                        <p:cTn id="51" dur="500" fill="hold"/>
                                        <p:tgtEl>
                                          <p:spTgt spid="18"/>
                                        </p:tgtEl>
                                        <p:attrNameLst>
                                          <p:attrName>ppt_w</p:attrName>
                                        </p:attrNameLst>
                                      </p:cBhvr>
                                      <p:tavLst>
                                        <p:tav tm="0">
                                          <p:val>
                                            <p:fltVal val="0"/>
                                          </p:val>
                                        </p:tav>
                                        <p:tav tm="100000">
                                          <p:val>
                                            <p:strVal val="#ppt_w"/>
                                          </p:val>
                                        </p:tav>
                                      </p:tavLst>
                                    </p:anim>
                                    <p:anim calcmode="lin" valueType="num">
                                      <p:cBhvr>
                                        <p:cTn id="52" dur="5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7" presetClass="entr" presetSubtype="8" fill="hold" grpId="0" nodeType="clickEffect">
                                  <p:stCondLst>
                                    <p:cond delay="0"/>
                                  </p:stCondLst>
                                  <p:iterate type="wd">
                                    <p:tmPct val="100000"/>
                                  </p:iterate>
                                  <p:childTnLst>
                                    <p:set>
                                      <p:cBhvr>
                                        <p:cTn id="56" dur="1" fill="hold">
                                          <p:stCondLst>
                                            <p:cond delay="0"/>
                                          </p:stCondLst>
                                        </p:cTn>
                                        <p:tgtEl>
                                          <p:spTgt spid="9"/>
                                        </p:tgtEl>
                                        <p:attrNameLst>
                                          <p:attrName>style.visibility</p:attrName>
                                        </p:attrNameLst>
                                      </p:cBhvr>
                                      <p:to>
                                        <p:strVal val="visible"/>
                                      </p:to>
                                    </p:set>
                                    <p:anim calcmode="lin" valueType="num">
                                      <p:cBhvr>
                                        <p:cTn id="57" dur="300" fill="hold"/>
                                        <p:tgtEl>
                                          <p:spTgt spid="9"/>
                                        </p:tgtEl>
                                        <p:attrNameLst>
                                          <p:attrName>ppt_x</p:attrName>
                                        </p:attrNameLst>
                                      </p:cBhvr>
                                      <p:tavLst>
                                        <p:tav tm="0">
                                          <p:val>
                                            <p:strVal val="#ppt_x-#ppt_w/2"/>
                                          </p:val>
                                        </p:tav>
                                        <p:tav tm="100000">
                                          <p:val>
                                            <p:strVal val="#ppt_x"/>
                                          </p:val>
                                        </p:tav>
                                      </p:tavLst>
                                    </p:anim>
                                    <p:anim calcmode="lin" valueType="num">
                                      <p:cBhvr>
                                        <p:cTn id="58" dur="300" fill="hold"/>
                                        <p:tgtEl>
                                          <p:spTgt spid="9"/>
                                        </p:tgtEl>
                                        <p:attrNameLst>
                                          <p:attrName>ppt_y</p:attrName>
                                        </p:attrNameLst>
                                      </p:cBhvr>
                                      <p:tavLst>
                                        <p:tav tm="0">
                                          <p:val>
                                            <p:strVal val="#ppt_y"/>
                                          </p:val>
                                        </p:tav>
                                        <p:tav tm="100000">
                                          <p:val>
                                            <p:strVal val="#ppt_y"/>
                                          </p:val>
                                        </p:tav>
                                      </p:tavLst>
                                    </p:anim>
                                    <p:anim calcmode="lin" valueType="num">
                                      <p:cBhvr>
                                        <p:cTn id="59" dur="300" fill="hold"/>
                                        <p:tgtEl>
                                          <p:spTgt spid="9"/>
                                        </p:tgtEl>
                                        <p:attrNameLst>
                                          <p:attrName>ppt_w</p:attrName>
                                        </p:attrNameLst>
                                      </p:cBhvr>
                                      <p:tavLst>
                                        <p:tav tm="0">
                                          <p:val>
                                            <p:fltVal val="0"/>
                                          </p:val>
                                        </p:tav>
                                        <p:tav tm="100000">
                                          <p:val>
                                            <p:strVal val="#ppt_w"/>
                                          </p:val>
                                        </p:tav>
                                      </p:tavLst>
                                    </p:anim>
                                    <p:anim calcmode="lin" valueType="num">
                                      <p:cBhvr>
                                        <p:cTn id="60" dur="3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 calcmode="lin" valueType="num">
                                      <p:cBhvr additive="base">
                                        <p:cTn id="65" dur="500" fill="hold"/>
                                        <p:tgtEl>
                                          <p:spTgt spid="14"/>
                                        </p:tgtEl>
                                        <p:attrNameLst>
                                          <p:attrName>ppt_x</p:attrName>
                                        </p:attrNameLst>
                                      </p:cBhvr>
                                      <p:tavLst>
                                        <p:tav tm="0">
                                          <p:val>
                                            <p:strVal val="0-#ppt_w/2"/>
                                          </p:val>
                                        </p:tav>
                                        <p:tav tm="100000">
                                          <p:val>
                                            <p:strVal val="#ppt_x"/>
                                          </p:val>
                                        </p:tav>
                                      </p:tavLst>
                                    </p:anim>
                                    <p:anim calcmode="lin" valueType="num">
                                      <p:cBhvr additive="base">
                                        <p:cTn id="66"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8" presetClass="entr" presetSubtype="6"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animEffect transition="in" filter="strips(downRight)">
                                      <p:cBhvr>
                                        <p:cTn id="71" dur="500"/>
                                        <p:tgtEl>
                                          <p:spTgt spid="4"/>
                                        </p:tgtEl>
                                      </p:cBhvr>
                                    </p:animEffect>
                                  </p:childTnLst>
                                </p:cTn>
                              </p:par>
                            </p:childTnLst>
                          </p:cTn>
                        </p:par>
                      </p:childTnLst>
                    </p:cTn>
                  </p:par>
                  <p:par>
                    <p:cTn id="72" fill="hold">
                      <p:stCondLst>
                        <p:cond delay="indefinite"/>
                      </p:stCondLst>
                      <p:childTnLst>
                        <p:par>
                          <p:cTn id="73" fill="hold">
                            <p:stCondLst>
                              <p:cond delay="0"/>
                            </p:stCondLst>
                            <p:childTnLst>
                              <p:par>
                                <p:cTn id="74" presetID="18" presetClass="entr" presetSubtype="6" fill="hold" grpId="0" nodeType="click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strips(downRight)">
                                      <p:cBhvr>
                                        <p:cTn id="76" dur="500"/>
                                        <p:tgtEl>
                                          <p:spTgt spid="8"/>
                                        </p:tgtEl>
                                      </p:cBhvr>
                                    </p:animEffect>
                                  </p:childTnLst>
                                </p:cTn>
                              </p:par>
                            </p:childTnLst>
                          </p:cTn>
                        </p:par>
                      </p:childTnLst>
                    </p:cTn>
                  </p:par>
                  <p:par>
                    <p:cTn id="77" fill="hold">
                      <p:stCondLst>
                        <p:cond delay="indefinite"/>
                      </p:stCondLst>
                      <p:childTnLst>
                        <p:par>
                          <p:cTn id="78" fill="hold">
                            <p:stCondLst>
                              <p:cond delay="0"/>
                            </p:stCondLst>
                            <p:childTnLst>
                              <p:par>
                                <p:cTn id="79" presetID="17" presetClass="entr" presetSubtype="8" fill="hold" grpId="0" nodeType="click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p:cTn id="81" dur="500" fill="hold"/>
                                        <p:tgtEl>
                                          <p:spTgt spid="19"/>
                                        </p:tgtEl>
                                        <p:attrNameLst>
                                          <p:attrName>ppt_x</p:attrName>
                                        </p:attrNameLst>
                                      </p:cBhvr>
                                      <p:tavLst>
                                        <p:tav tm="0">
                                          <p:val>
                                            <p:strVal val="#ppt_x-#ppt_w/2"/>
                                          </p:val>
                                        </p:tav>
                                        <p:tav tm="100000">
                                          <p:val>
                                            <p:strVal val="#ppt_x"/>
                                          </p:val>
                                        </p:tav>
                                      </p:tavLst>
                                    </p:anim>
                                    <p:anim calcmode="lin" valueType="num">
                                      <p:cBhvr>
                                        <p:cTn id="82" dur="500" fill="hold"/>
                                        <p:tgtEl>
                                          <p:spTgt spid="19"/>
                                        </p:tgtEl>
                                        <p:attrNameLst>
                                          <p:attrName>ppt_y</p:attrName>
                                        </p:attrNameLst>
                                      </p:cBhvr>
                                      <p:tavLst>
                                        <p:tav tm="0">
                                          <p:val>
                                            <p:strVal val="#ppt_y"/>
                                          </p:val>
                                        </p:tav>
                                        <p:tav tm="100000">
                                          <p:val>
                                            <p:strVal val="#ppt_y"/>
                                          </p:val>
                                        </p:tav>
                                      </p:tavLst>
                                    </p:anim>
                                    <p:anim calcmode="lin" valueType="num">
                                      <p:cBhvr>
                                        <p:cTn id="83" dur="500" fill="hold"/>
                                        <p:tgtEl>
                                          <p:spTgt spid="19"/>
                                        </p:tgtEl>
                                        <p:attrNameLst>
                                          <p:attrName>ppt_w</p:attrName>
                                        </p:attrNameLst>
                                      </p:cBhvr>
                                      <p:tavLst>
                                        <p:tav tm="0">
                                          <p:val>
                                            <p:fltVal val="0"/>
                                          </p:val>
                                        </p:tav>
                                        <p:tav tm="100000">
                                          <p:val>
                                            <p:strVal val="#ppt_w"/>
                                          </p:val>
                                        </p:tav>
                                      </p:tavLst>
                                    </p:anim>
                                    <p:anim calcmode="lin" valueType="num">
                                      <p:cBhvr>
                                        <p:cTn id="84" dur="5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17" presetClass="entr" presetSubtype="8" fill="hold" grpId="0" nodeType="clickEffect">
                                  <p:stCondLst>
                                    <p:cond delay="0"/>
                                  </p:stCondLst>
                                  <p:childTnLst>
                                    <p:set>
                                      <p:cBhvr>
                                        <p:cTn id="88" dur="1" fill="hold">
                                          <p:stCondLst>
                                            <p:cond delay="0"/>
                                          </p:stCondLst>
                                        </p:cTn>
                                        <p:tgtEl>
                                          <p:spTgt spid="10"/>
                                        </p:tgtEl>
                                        <p:attrNameLst>
                                          <p:attrName>style.visibility</p:attrName>
                                        </p:attrNameLst>
                                      </p:cBhvr>
                                      <p:to>
                                        <p:strVal val="visible"/>
                                      </p:to>
                                    </p:set>
                                    <p:anim calcmode="lin" valueType="num">
                                      <p:cBhvr>
                                        <p:cTn id="89" dur="500" fill="hold"/>
                                        <p:tgtEl>
                                          <p:spTgt spid="10"/>
                                        </p:tgtEl>
                                        <p:attrNameLst>
                                          <p:attrName>ppt_x</p:attrName>
                                        </p:attrNameLst>
                                      </p:cBhvr>
                                      <p:tavLst>
                                        <p:tav tm="0">
                                          <p:val>
                                            <p:strVal val="#ppt_x-#ppt_w/2"/>
                                          </p:val>
                                        </p:tav>
                                        <p:tav tm="100000">
                                          <p:val>
                                            <p:strVal val="#ppt_x"/>
                                          </p:val>
                                        </p:tav>
                                      </p:tavLst>
                                    </p:anim>
                                    <p:anim calcmode="lin" valueType="num">
                                      <p:cBhvr>
                                        <p:cTn id="90" dur="500" fill="hold"/>
                                        <p:tgtEl>
                                          <p:spTgt spid="10"/>
                                        </p:tgtEl>
                                        <p:attrNameLst>
                                          <p:attrName>ppt_y</p:attrName>
                                        </p:attrNameLst>
                                      </p:cBhvr>
                                      <p:tavLst>
                                        <p:tav tm="0">
                                          <p:val>
                                            <p:strVal val="#ppt_y"/>
                                          </p:val>
                                        </p:tav>
                                        <p:tav tm="100000">
                                          <p:val>
                                            <p:strVal val="#ppt_y"/>
                                          </p:val>
                                        </p:tav>
                                      </p:tavLst>
                                    </p:anim>
                                    <p:anim calcmode="lin" valueType="num">
                                      <p:cBhvr>
                                        <p:cTn id="91" dur="500" fill="hold"/>
                                        <p:tgtEl>
                                          <p:spTgt spid="10"/>
                                        </p:tgtEl>
                                        <p:attrNameLst>
                                          <p:attrName>ppt_w</p:attrName>
                                        </p:attrNameLst>
                                      </p:cBhvr>
                                      <p:tavLst>
                                        <p:tav tm="0">
                                          <p:val>
                                            <p:fltVal val="0"/>
                                          </p:val>
                                        </p:tav>
                                        <p:tav tm="100000">
                                          <p:val>
                                            <p:strVal val="#ppt_w"/>
                                          </p:val>
                                        </p:tav>
                                      </p:tavLst>
                                    </p:anim>
                                    <p:anim calcmode="lin" valueType="num">
                                      <p:cBhvr>
                                        <p:cTn id="92"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5"/>
                                        </p:tgtEl>
                                        <p:attrNameLst>
                                          <p:attrName>style.visibility</p:attrName>
                                        </p:attrNameLst>
                                      </p:cBhvr>
                                      <p:to>
                                        <p:strVal val="visible"/>
                                      </p:to>
                                    </p:set>
                                    <p:anim calcmode="lin" valueType="num">
                                      <p:cBhvr additive="base">
                                        <p:cTn id="97" dur="500" fill="hold"/>
                                        <p:tgtEl>
                                          <p:spTgt spid="15"/>
                                        </p:tgtEl>
                                        <p:attrNameLst>
                                          <p:attrName>ppt_x</p:attrName>
                                        </p:attrNameLst>
                                      </p:cBhvr>
                                      <p:tavLst>
                                        <p:tav tm="0">
                                          <p:val>
                                            <p:strVal val="#ppt_x"/>
                                          </p:val>
                                        </p:tav>
                                        <p:tav tm="100000">
                                          <p:val>
                                            <p:strVal val="#ppt_x"/>
                                          </p:val>
                                        </p:tav>
                                      </p:tavLst>
                                    </p:anim>
                                    <p:anim calcmode="lin" valueType="num">
                                      <p:cBhvr additive="base">
                                        <p:cTn id="9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8" presetClass="entr" presetSubtype="3" fill="hold" grpId="0" nodeType="clickEffect">
                                  <p:stCondLst>
                                    <p:cond delay="0"/>
                                  </p:stCondLst>
                                  <p:childTnLst>
                                    <p:set>
                                      <p:cBhvr>
                                        <p:cTn id="102" dur="1" fill="hold">
                                          <p:stCondLst>
                                            <p:cond delay="0"/>
                                          </p:stCondLst>
                                        </p:cTn>
                                        <p:tgtEl>
                                          <p:spTgt spid="5"/>
                                        </p:tgtEl>
                                        <p:attrNameLst>
                                          <p:attrName>style.visibility</p:attrName>
                                        </p:attrNameLst>
                                      </p:cBhvr>
                                      <p:to>
                                        <p:strVal val="visible"/>
                                      </p:to>
                                    </p:set>
                                    <p:animEffect transition="in" filter="strips(upRight)">
                                      <p:cBhvr>
                                        <p:cTn id="103" dur="500"/>
                                        <p:tgtEl>
                                          <p:spTgt spid="5"/>
                                        </p:tgtEl>
                                      </p:cBhvr>
                                    </p:animEffect>
                                  </p:childTnLst>
                                </p:cTn>
                              </p:par>
                            </p:childTnLst>
                          </p:cTn>
                        </p:par>
                      </p:childTnLst>
                    </p:cTn>
                  </p:par>
                  <p:par>
                    <p:cTn id="104" fill="hold">
                      <p:stCondLst>
                        <p:cond delay="indefinite"/>
                      </p:stCondLst>
                      <p:childTnLst>
                        <p:par>
                          <p:cTn id="105" fill="hold">
                            <p:stCondLst>
                              <p:cond delay="0"/>
                            </p:stCondLst>
                            <p:childTnLst>
                              <p:par>
                                <p:cTn id="106" presetID="18" presetClass="entr" presetSubtype="3" fill="hold" grpId="0" nodeType="clickEffect">
                                  <p:stCondLst>
                                    <p:cond delay="0"/>
                                  </p:stCondLst>
                                  <p:childTnLst>
                                    <p:set>
                                      <p:cBhvr>
                                        <p:cTn id="107" dur="1" fill="hold">
                                          <p:stCondLst>
                                            <p:cond delay="0"/>
                                          </p:stCondLst>
                                        </p:cTn>
                                        <p:tgtEl>
                                          <p:spTgt spid="7"/>
                                        </p:tgtEl>
                                        <p:attrNameLst>
                                          <p:attrName>style.visibility</p:attrName>
                                        </p:attrNameLst>
                                      </p:cBhvr>
                                      <p:to>
                                        <p:strVal val="visible"/>
                                      </p:to>
                                    </p:set>
                                    <p:animEffect transition="in" filter="strips(upRight)">
                                      <p:cBhvr>
                                        <p:cTn id="108" dur="500"/>
                                        <p:tgtEl>
                                          <p:spTgt spid="7"/>
                                        </p:tgtEl>
                                      </p:cBhvr>
                                    </p:animEffect>
                                  </p:childTnLst>
                                </p:cTn>
                              </p:par>
                            </p:childTnLst>
                          </p:cTn>
                        </p:par>
                      </p:childTnLst>
                    </p:cTn>
                  </p:par>
                  <p:par>
                    <p:cTn id="109" fill="hold">
                      <p:stCondLst>
                        <p:cond delay="indefinite"/>
                      </p:stCondLst>
                      <p:childTnLst>
                        <p:par>
                          <p:cTn id="110" fill="hold">
                            <p:stCondLst>
                              <p:cond delay="0"/>
                            </p:stCondLst>
                            <p:childTnLst>
                              <p:par>
                                <p:cTn id="111" presetID="17" presetClass="entr" presetSubtype="8" fill="hold" grpId="0" nodeType="clickEffect">
                                  <p:stCondLst>
                                    <p:cond delay="0"/>
                                  </p:stCondLst>
                                  <p:childTnLst>
                                    <p:set>
                                      <p:cBhvr>
                                        <p:cTn id="112" dur="1" fill="hold">
                                          <p:stCondLst>
                                            <p:cond delay="0"/>
                                          </p:stCondLst>
                                        </p:cTn>
                                        <p:tgtEl>
                                          <p:spTgt spid="20"/>
                                        </p:tgtEl>
                                        <p:attrNameLst>
                                          <p:attrName>style.visibility</p:attrName>
                                        </p:attrNameLst>
                                      </p:cBhvr>
                                      <p:to>
                                        <p:strVal val="visible"/>
                                      </p:to>
                                    </p:set>
                                    <p:anim calcmode="lin" valueType="num">
                                      <p:cBhvr>
                                        <p:cTn id="113" dur="500" fill="hold"/>
                                        <p:tgtEl>
                                          <p:spTgt spid="20"/>
                                        </p:tgtEl>
                                        <p:attrNameLst>
                                          <p:attrName>ppt_x</p:attrName>
                                        </p:attrNameLst>
                                      </p:cBhvr>
                                      <p:tavLst>
                                        <p:tav tm="0">
                                          <p:val>
                                            <p:strVal val="#ppt_x-#ppt_w/2"/>
                                          </p:val>
                                        </p:tav>
                                        <p:tav tm="100000">
                                          <p:val>
                                            <p:strVal val="#ppt_x"/>
                                          </p:val>
                                        </p:tav>
                                      </p:tavLst>
                                    </p:anim>
                                    <p:anim calcmode="lin" valueType="num">
                                      <p:cBhvr>
                                        <p:cTn id="114" dur="500" fill="hold"/>
                                        <p:tgtEl>
                                          <p:spTgt spid="20"/>
                                        </p:tgtEl>
                                        <p:attrNameLst>
                                          <p:attrName>ppt_y</p:attrName>
                                        </p:attrNameLst>
                                      </p:cBhvr>
                                      <p:tavLst>
                                        <p:tav tm="0">
                                          <p:val>
                                            <p:strVal val="#ppt_y"/>
                                          </p:val>
                                        </p:tav>
                                        <p:tav tm="100000">
                                          <p:val>
                                            <p:strVal val="#ppt_y"/>
                                          </p:val>
                                        </p:tav>
                                      </p:tavLst>
                                    </p:anim>
                                    <p:anim calcmode="lin" valueType="num">
                                      <p:cBhvr>
                                        <p:cTn id="115" dur="500" fill="hold"/>
                                        <p:tgtEl>
                                          <p:spTgt spid="20"/>
                                        </p:tgtEl>
                                        <p:attrNameLst>
                                          <p:attrName>ppt_w</p:attrName>
                                        </p:attrNameLst>
                                      </p:cBhvr>
                                      <p:tavLst>
                                        <p:tav tm="0">
                                          <p:val>
                                            <p:fltVal val="0"/>
                                          </p:val>
                                        </p:tav>
                                        <p:tav tm="100000">
                                          <p:val>
                                            <p:strVal val="#ppt_w"/>
                                          </p:val>
                                        </p:tav>
                                      </p:tavLst>
                                    </p:anim>
                                    <p:anim calcmode="lin" valueType="num">
                                      <p:cBhvr>
                                        <p:cTn id="116" dur="5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17" presetClass="entr" presetSubtype="8" fill="hold" grpId="0" nodeType="clickEffect">
                                  <p:stCondLst>
                                    <p:cond delay="0"/>
                                  </p:stCondLst>
                                  <p:childTnLst>
                                    <p:set>
                                      <p:cBhvr>
                                        <p:cTn id="120" dur="1" fill="hold">
                                          <p:stCondLst>
                                            <p:cond delay="0"/>
                                          </p:stCondLst>
                                        </p:cTn>
                                        <p:tgtEl>
                                          <p:spTgt spid="11"/>
                                        </p:tgtEl>
                                        <p:attrNameLst>
                                          <p:attrName>style.visibility</p:attrName>
                                        </p:attrNameLst>
                                      </p:cBhvr>
                                      <p:to>
                                        <p:strVal val="visible"/>
                                      </p:to>
                                    </p:set>
                                    <p:anim calcmode="lin" valueType="num">
                                      <p:cBhvr>
                                        <p:cTn id="121" dur="500" fill="hold"/>
                                        <p:tgtEl>
                                          <p:spTgt spid="11"/>
                                        </p:tgtEl>
                                        <p:attrNameLst>
                                          <p:attrName>ppt_x</p:attrName>
                                        </p:attrNameLst>
                                      </p:cBhvr>
                                      <p:tavLst>
                                        <p:tav tm="0">
                                          <p:val>
                                            <p:strVal val="#ppt_x-#ppt_w/2"/>
                                          </p:val>
                                        </p:tav>
                                        <p:tav tm="100000">
                                          <p:val>
                                            <p:strVal val="#ppt_x"/>
                                          </p:val>
                                        </p:tav>
                                      </p:tavLst>
                                    </p:anim>
                                    <p:anim calcmode="lin" valueType="num">
                                      <p:cBhvr>
                                        <p:cTn id="122" dur="500" fill="hold"/>
                                        <p:tgtEl>
                                          <p:spTgt spid="11"/>
                                        </p:tgtEl>
                                        <p:attrNameLst>
                                          <p:attrName>ppt_y</p:attrName>
                                        </p:attrNameLst>
                                      </p:cBhvr>
                                      <p:tavLst>
                                        <p:tav tm="0">
                                          <p:val>
                                            <p:strVal val="#ppt_y"/>
                                          </p:val>
                                        </p:tav>
                                        <p:tav tm="100000">
                                          <p:val>
                                            <p:strVal val="#ppt_y"/>
                                          </p:val>
                                        </p:tav>
                                      </p:tavLst>
                                    </p:anim>
                                    <p:anim calcmode="lin" valueType="num">
                                      <p:cBhvr>
                                        <p:cTn id="123" dur="500" fill="hold"/>
                                        <p:tgtEl>
                                          <p:spTgt spid="11"/>
                                        </p:tgtEl>
                                        <p:attrNameLst>
                                          <p:attrName>ppt_w</p:attrName>
                                        </p:attrNameLst>
                                      </p:cBhvr>
                                      <p:tavLst>
                                        <p:tav tm="0">
                                          <p:val>
                                            <p:fltVal val="0"/>
                                          </p:val>
                                        </p:tav>
                                        <p:tav tm="100000">
                                          <p:val>
                                            <p:strVal val="#ppt_w"/>
                                          </p:val>
                                        </p:tav>
                                      </p:tavLst>
                                    </p:anim>
                                    <p:anim calcmode="lin" valueType="num">
                                      <p:cBhvr>
                                        <p:cTn id="124"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2" fill="hold" grpId="0" nodeType="clickEffect">
                                  <p:stCondLst>
                                    <p:cond delay="0"/>
                                  </p:stCondLst>
                                  <p:childTnLst>
                                    <p:set>
                                      <p:cBhvr>
                                        <p:cTn id="128" dur="1" fill="hold">
                                          <p:stCondLst>
                                            <p:cond delay="0"/>
                                          </p:stCondLst>
                                        </p:cTn>
                                        <p:tgtEl>
                                          <p:spTgt spid="16"/>
                                        </p:tgtEl>
                                        <p:attrNameLst>
                                          <p:attrName>style.visibility</p:attrName>
                                        </p:attrNameLst>
                                      </p:cBhvr>
                                      <p:to>
                                        <p:strVal val="visible"/>
                                      </p:to>
                                    </p:set>
                                    <p:anim calcmode="lin" valueType="num">
                                      <p:cBhvr additive="base">
                                        <p:cTn id="129" dur="500" fill="hold"/>
                                        <p:tgtEl>
                                          <p:spTgt spid="16"/>
                                        </p:tgtEl>
                                        <p:attrNameLst>
                                          <p:attrName>ppt_x</p:attrName>
                                        </p:attrNameLst>
                                      </p:cBhvr>
                                      <p:tavLst>
                                        <p:tav tm="0">
                                          <p:val>
                                            <p:strVal val="1+#ppt_w/2"/>
                                          </p:val>
                                        </p:tav>
                                        <p:tav tm="100000">
                                          <p:val>
                                            <p:strVal val="#ppt_x"/>
                                          </p:val>
                                        </p:tav>
                                      </p:tavLst>
                                    </p:anim>
                                    <p:anim calcmode="lin" valueType="num">
                                      <p:cBhvr additive="base">
                                        <p:cTn id="130"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utoUpdateAnimBg="0"/>
      <p:bldP spid="10" grpId="0" autoUpdateAnimBg="0"/>
      <p:bldP spid="11" grpId="0" autoUpdateAnimBg="0"/>
      <p:bldP spid="12" grpId="0" autoUpdateAnimBg="0"/>
      <p:bldP spid="13" grpId="0" autoUpdateAnimBg="0"/>
      <p:bldP spid="14" grpId="0" autoUpdateAnimBg="0"/>
      <p:bldP spid="15" grpId="0" autoUpdateAnimBg="0"/>
      <p:bldP spid="16" grpId="0" autoUpdateAnimBg="0"/>
      <p:bldP spid="17" grpId="0" autoUpdateAnimBg="0"/>
      <p:bldP spid="18" grpId="0" autoUpdateAnimBg="0"/>
      <p:bldP spid="19" grpId="0" autoUpdateAnimBg="0"/>
      <p:bldP spid="20"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ChangeArrowheads="1"/>
          </p:cNvSpPr>
          <p:nvPr/>
        </p:nvSpPr>
        <p:spPr bwMode="auto">
          <a:xfrm>
            <a:off x="0" y="12700"/>
            <a:ext cx="9144000" cy="5334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9225" name="Text Box 9"/>
          <p:cNvSpPr txBox="1">
            <a:spLocks noChangeArrowheads="1"/>
          </p:cNvSpPr>
          <p:nvPr/>
        </p:nvSpPr>
        <p:spPr bwMode="auto">
          <a:xfrm>
            <a:off x="2057400" y="38100"/>
            <a:ext cx="61580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a:solidFill>
                  <a:schemeClr val="accent2"/>
                </a:solidFill>
                <a:latin typeface="Times New Roman" panose="02020603050405020304" pitchFamily="18" charset="0"/>
              </a:rPr>
              <a:t>STEPS TO SOLVE PROBLEMS IN SOLIDS</a:t>
            </a:r>
          </a:p>
        </p:txBody>
      </p:sp>
      <p:sp>
        <p:nvSpPr>
          <p:cNvPr id="9226" name="Text Box 10"/>
          <p:cNvSpPr txBox="1">
            <a:spLocks noChangeArrowheads="1"/>
          </p:cNvSpPr>
          <p:nvPr/>
        </p:nvSpPr>
        <p:spPr bwMode="auto">
          <a:xfrm>
            <a:off x="191069" y="731461"/>
            <a:ext cx="8475260"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b="1" dirty="0" smtClean="0">
                <a:solidFill>
                  <a:srgbClr val="FF0000"/>
                </a:solidFill>
                <a:latin typeface="Times New Roman" panose="02020603050405020304" pitchFamily="18" charset="0"/>
              </a:rPr>
              <a:t>Problem </a:t>
            </a:r>
            <a:r>
              <a:rPr lang="en-US" altLang="en-US" sz="2200" b="1" dirty="0">
                <a:solidFill>
                  <a:srgbClr val="FF0000"/>
                </a:solidFill>
                <a:latin typeface="Times New Roman" panose="02020603050405020304" pitchFamily="18" charset="0"/>
              </a:rPr>
              <a:t>is solved in three steps:</a:t>
            </a:r>
          </a:p>
          <a:p>
            <a:pPr eaLnBrk="1" hangingPunct="1"/>
            <a:r>
              <a:rPr lang="en-US" altLang="en-US" sz="2200" b="1" dirty="0">
                <a:solidFill>
                  <a:srgbClr val="FF0000"/>
                </a:solidFill>
                <a:latin typeface="Times New Roman" panose="02020603050405020304" pitchFamily="18" charset="0"/>
              </a:rPr>
              <a:t>STEP 1</a:t>
            </a:r>
            <a:r>
              <a:rPr lang="en-US" altLang="en-US" sz="2200" dirty="0">
                <a:solidFill>
                  <a:srgbClr val="FF0000"/>
                </a:solidFill>
                <a:latin typeface="Times New Roman" panose="02020603050405020304" pitchFamily="18" charset="0"/>
              </a:rPr>
              <a:t>:</a:t>
            </a:r>
            <a:r>
              <a:rPr lang="en-US" altLang="en-US" sz="2200" dirty="0">
                <a:latin typeface="Times New Roman" panose="02020603050405020304" pitchFamily="18" charset="0"/>
              </a:rPr>
              <a:t> </a:t>
            </a:r>
            <a:r>
              <a:rPr lang="en-US" altLang="en-US" sz="2200" dirty="0" smtClean="0">
                <a:latin typeface="Times New Roman" panose="02020603050405020304" pitchFamily="18" charset="0"/>
              </a:rPr>
              <a:t>Assume solid standing on the plane with which it is making inclination.</a:t>
            </a:r>
          </a:p>
          <a:p>
            <a:pPr eaLnBrk="1" hangingPunct="1"/>
            <a:r>
              <a:rPr lang="en-US" altLang="en-US" sz="2200" dirty="0" smtClean="0">
                <a:latin typeface="Times New Roman" panose="02020603050405020304" pitchFamily="18" charset="0"/>
              </a:rPr>
              <a:t> ( If it is inclined to </a:t>
            </a:r>
            <a:r>
              <a:rPr lang="en-US" altLang="en-US" sz="2200" dirty="0" err="1" smtClean="0">
                <a:latin typeface="Times New Roman" panose="02020603050405020304" pitchFamily="18" charset="0"/>
              </a:rPr>
              <a:t>hp</a:t>
            </a:r>
            <a:r>
              <a:rPr lang="en-US" altLang="en-US" sz="2200" dirty="0" smtClean="0">
                <a:latin typeface="Times New Roman" panose="02020603050405020304" pitchFamily="18" charset="0"/>
              </a:rPr>
              <a:t>, assume it standing on </a:t>
            </a:r>
            <a:r>
              <a:rPr lang="en-US" altLang="en-US" sz="2200" dirty="0" err="1" smtClean="0">
                <a:latin typeface="Times New Roman" panose="02020603050405020304" pitchFamily="18" charset="0"/>
              </a:rPr>
              <a:t>hp</a:t>
            </a:r>
            <a:r>
              <a:rPr lang="en-US" altLang="en-US" sz="2200" dirty="0" smtClean="0">
                <a:latin typeface="Times New Roman" panose="02020603050405020304" pitchFamily="18" charset="0"/>
              </a:rPr>
              <a:t>)</a:t>
            </a:r>
          </a:p>
          <a:p>
            <a:pPr eaLnBrk="1" hangingPunct="1"/>
            <a:r>
              <a:rPr lang="en-US" altLang="en-US" sz="2200" dirty="0" smtClean="0">
                <a:latin typeface="Times New Roman" panose="02020603050405020304" pitchFamily="18" charset="0"/>
                <a:sym typeface="Wingdings" panose="05000000000000000000" pitchFamily="2" charset="2"/>
              </a:rPr>
              <a:t> ( If it is inclined to </a:t>
            </a:r>
            <a:r>
              <a:rPr lang="en-US" altLang="en-US" sz="2200" dirty="0" err="1" smtClean="0">
                <a:latin typeface="Times New Roman" panose="02020603050405020304" pitchFamily="18" charset="0"/>
                <a:sym typeface="Wingdings" panose="05000000000000000000" pitchFamily="2" charset="2"/>
              </a:rPr>
              <a:t>vp</a:t>
            </a:r>
            <a:r>
              <a:rPr lang="en-US" altLang="en-US" sz="2200" dirty="0" smtClean="0">
                <a:latin typeface="Times New Roman" panose="02020603050405020304" pitchFamily="18" charset="0"/>
                <a:sym typeface="Wingdings" panose="05000000000000000000" pitchFamily="2" charset="2"/>
              </a:rPr>
              <a:t>, assume it standing on </a:t>
            </a:r>
            <a:r>
              <a:rPr lang="en-US" altLang="en-US" sz="2200" dirty="0" err="1" smtClean="0">
                <a:latin typeface="Times New Roman" panose="02020603050405020304" pitchFamily="18" charset="0"/>
                <a:sym typeface="Wingdings" panose="05000000000000000000" pitchFamily="2" charset="2"/>
              </a:rPr>
              <a:t>vp</a:t>
            </a:r>
            <a:r>
              <a:rPr lang="en-US" altLang="en-US" sz="2200" dirty="0" smtClean="0">
                <a:latin typeface="Times New Roman" panose="02020603050405020304" pitchFamily="18" charset="0"/>
                <a:sym typeface="Wingdings" panose="05000000000000000000" pitchFamily="2" charset="2"/>
              </a:rPr>
              <a:t>)</a:t>
            </a:r>
          </a:p>
          <a:p>
            <a:pPr eaLnBrk="1" hangingPunct="1"/>
            <a:r>
              <a:rPr lang="en-US" altLang="en-US" sz="2200" dirty="0" smtClean="0">
                <a:latin typeface="Times New Roman" panose="02020603050405020304" pitchFamily="18" charset="0"/>
                <a:sym typeface="Wingdings" panose="05000000000000000000" pitchFamily="2" charset="2"/>
              </a:rPr>
              <a:t>	If standing on </a:t>
            </a:r>
            <a:r>
              <a:rPr lang="en-US" altLang="en-US" sz="2200" dirty="0" err="1" smtClean="0">
                <a:latin typeface="Times New Roman" panose="02020603050405020304" pitchFamily="18" charset="0"/>
                <a:sym typeface="Wingdings" panose="05000000000000000000" pitchFamily="2" charset="2"/>
              </a:rPr>
              <a:t>hp</a:t>
            </a:r>
            <a:r>
              <a:rPr lang="en-US" altLang="en-US" sz="2200" dirty="0" smtClean="0">
                <a:latin typeface="Times New Roman" panose="02020603050405020304" pitchFamily="18" charset="0"/>
                <a:sym typeface="Wingdings" panose="05000000000000000000" pitchFamily="2" charset="2"/>
              </a:rPr>
              <a:t> - it’s </a:t>
            </a:r>
            <a:r>
              <a:rPr lang="en-US" altLang="en-US" sz="2200" dirty="0" err="1" smtClean="0">
                <a:latin typeface="Times New Roman" panose="02020603050405020304" pitchFamily="18" charset="0"/>
                <a:sym typeface="Wingdings" panose="05000000000000000000" pitchFamily="2" charset="2"/>
              </a:rPr>
              <a:t>tv</a:t>
            </a:r>
            <a:r>
              <a:rPr lang="en-US" altLang="en-US" sz="2200" dirty="0" smtClean="0">
                <a:latin typeface="Times New Roman" panose="02020603050405020304" pitchFamily="18" charset="0"/>
                <a:sym typeface="Wingdings" panose="05000000000000000000" pitchFamily="2" charset="2"/>
              </a:rPr>
              <a:t> will be true shape of it’s base or top:</a:t>
            </a:r>
          </a:p>
          <a:p>
            <a:pPr eaLnBrk="1" hangingPunct="1"/>
            <a:r>
              <a:rPr lang="en-US" altLang="en-US" sz="2200" dirty="0" smtClean="0">
                <a:latin typeface="Times New Roman" panose="02020603050405020304" pitchFamily="18" charset="0"/>
                <a:sym typeface="Wingdings" panose="05000000000000000000" pitchFamily="2" charset="2"/>
              </a:rPr>
              <a:t>             If standing on </a:t>
            </a:r>
            <a:r>
              <a:rPr lang="en-US" altLang="en-US" sz="2200" dirty="0" err="1" smtClean="0">
                <a:latin typeface="Times New Roman" panose="02020603050405020304" pitchFamily="18" charset="0"/>
                <a:sym typeface="Wingdings" panose="05000000000000000000" pitchFamily="2" charset="2"/>
              </a:rPr>
              <a:t>vp</a:t>
            </a:r>
            <a:r>
              <a:rPr lang="en-US" altLang="en-US" sz="2200" dirty="0" smtClean="0">
                <a:latin typeface="Times New Roman" panose="02020603050405020304" pitchFamily="18" charset="0"/>
                <a:sym typeface="Wingdings" panose="05000000000000000000" pitchFamily="2" charset="2"/>
              </a:rPr>
              <a:t> - it’s </a:t>
            </a:r>
            <a:r>
              <a:rPr lang="en-US" altLang="en-US" sz="2200" dirty="0" err="1" smtClean="0">
                <a:latin typeface="Times New Roman" panose="02020603050405020304" pitchFamily="18" charset="0"/>
                <a:sym typeface="Wingdings" panose="05000000000000000000" pitchFamily="2" charset="2"/>
              </a:rPr>
              <a:t>fv</a:t>
            </a:r>
            <a:r>
              <a:rPr lang="en-US" altLang="en-US" sz="2200" dirty="0" smtClean="0">
                <a:latin typeface="Times New Roman" panose="02020603050405020304" pitchFamily="18" charset="0"/>
                <a:sym typeface="Wingdings" panose="05000000000000000000" pitchFamily="2" charset="2"/>
              </a:rPr>
              <a:t> will be true shape of it’s base or top.</a:t>
            </a:r>
          </a:p>
          <a:p>
            <a:pPr eaLnBrk="1" hangingPunct="1"/>
            <a:r>
              <a:rPr lang="en-US" altLang="en-US" sz="2200" dirty="0" smtClean="0">
                <a:latin typeface="Times New Roman" panose="02020603050405020304" pitchFamily="18" charset="0"/>
                <a:sym typeface="Wingdings" panose="05000000000000000000" pitchFamily="2" charset="2"/>
              </a:rPr>
              <a:t>	Begin with this view:</a:t>
            </a:r>
          </a:p>
          <a:p>
            <a:pPr eaLnBrk="1" hangingPunct="1"/>
            <a:r>
              <a:rPr lang="en-US" altLang="en-US" sz="2200" dirty="0" smtClean="0">
                <a:latin typeface="Times New Roman" panose="02020603050405020304" pitchFamily="18" charset="0"/>
                <a:sym typeface="Wingdings" panose="05000000000000000000" pitchFamily="2" charset="2"/>
              </a:rPr>
              <a:t>      It’s other view will be a rectangle (if solid is </a:t>
            </a:r>
            <a:r>
              <a:rPr lang="en-US" altLang="en-US" sz="2200" b="1" i="1" dirty="0" smtClean="0">
                <a:solidFill>
                  <a:schemeClr val="accent2"/>
                </a:solidFill>
                <a:latin typeface="Times New Roman" panose="02020603050405020304" pitchFamily="18" charset="0"/>
                <a:sym typeface="Wingdings" panose="05000000000000000000" pitchFamily="2" charset="2"/>
              </a:rPr>
              <a:t>cylinder or one of the prisms)</a:t>
            </a:r>
            <a:r>
              <a:rPr lang="en-US" altLang="en-US" sz="2200" dirty="0" smtClean="0">
                <a:latin typeface="Times New Roman" panose="02020603050405020304" pitchFamily="18" charset="0"/>
                <a:sym typeface="Wingdings" panose="05000000000000000000" pitchFamily="2" charset="2"/>
              </a:rPr>
              <a:t>,</a:t>
            </a:r>
            <a:r>
              <a:rPr lang="en-US" altLang="en-US" sz="2200" dirty="0" smtClean="0">
                <a:latin typeface="Times New Roman" panose="02020603050405020304" pitchFamily="18" charset="0"/>
                <a:sym typeface="Wingdings" panose="05000000000000000000" pitchFamily="2" charset="2"/>
              </a:rPr>
              <a:t> It’s other view will be a triangle (if solid is </a:t>
            </a:r>
            <a:r>
              <a:rPr lang="en-US" altLang="en-US" sz="2200" b="1" i="1" dirty="0" smtClean="0">
                <a:solidFill>
                  <a:srgbClr val="FF0000"/>
                </a:solidFill>
                <a:latin typeface="Times New Roman" panose="02020603050405020304" pitchFamily="18" charset="0"/>
                <a:sym typeface="Wingdings" panose="05000000000000000000" pitchFamily="2" charset="2"/>
              </a:rPr>
              <a:t>cone or one of the pyramids):</a:t>
            </a:r>
          </a:p>
          <a:p>
            <a:pPr eaLnBrk="1" hangingPunct="1"/>
            <a:r>
              <a:rPr lang="en-US" altLang="en-US" sz="2200" dirty="0" smtClean="0">
                <a:latin typeface="Times New Roman" panose="02020603050405020304" pitchFamily="18" charset="0"/>
                <a:sym typeface="Wingdings" panose="05000000000000000000" pitchFamily="2" charset="2"/>
              </a:rPr>
              <a:t>	Draw </a:t>
            </a:r>
            <a:r>
              <a:rPr lang="en-US" altLang="en-US" sz="2200" dirty="0" err="1" smtClean="0">
                <a:latin typeface="Times New Roman" panose="02020603050405020304" pitchFamily="18" charset="0"/>
                <a:sym typeface="Wingdings" panose="05000000000000000000" pitchFamily="2" charset="2"/>
              </a:rPr>
              <a:t>fv</a:t>
            </a:r>
            <a:r>
              <a:rPr lang="en-US" altLang="en-US" sz="2200" dirty="0" smtClean="0">
                <a:latin typeface="Times New Roman" panose="02020603050405020304" pitchFamily="18" charset="0"/>
                <a:sym typeface="Wingdings" panose="05000000000000000000" pitchFamily="2" charset="2"/>
              </a:rPr>
              <a:t> &amp; </a:t>
            </a:r>
            <a:r>
              <a:rPr lang="en-US" altLang="en-US" sz="2200" dirty="0" err="1" smtClean="0">
                <a:latin typeface="Times New Roman" panose="02020603050405020304" pitchFamily="18" charset="0"/>
                <a:sym typeface="Wingdings" panose="05000000000000000000" pitchFamily="2" charset="2"/>
              </a:rPr>
              <a:t>tv</a:t>
            </a:r>
            <a:r>
              <a:rPr lang="en-US" altLang="en-US" sz="2200" dirty="0" smtClean="0">
                <a:latin typeface="Times New Roman" panose="02020603050405020304" pitchFamily="18" charset="0"/>
                <a:sym typeface="Wingdings" panose="05000000000000000000" pitchFamily="2" charset="2"/>
              </a:rPr>
              <a:t> of that solid in standing position</a:t>
            </a:r>
          </a:p>
          <a:p>
            <a:pPr eaLnBrk="1" hangingPunct="1"/>
            <a:endParaRPr lang="en-US" altLang="en-US" sz="2200" dirty="0" smtClean="0">
              <a:latin typeface="Times New Roman" panose="02020603050405020304" pitchFamily="18" charset="0"/>
              <a:sym typeface="Wingdings" panose="05000000000000000000" pitchFamily="2" charset="2"/>
            </a:endParaRPr>
          </a:p>
          <a:p>
            <a:pPr eaLnBrk="1" hangingPunct="1"/>
            <a:r>
              <a:rPr lang="en-US" altLang="en-US" sz="2200" b="1" dirty="0" smtClean="0">
                <a:solidFill>
                  <a:srgbClr val="FF0000"/>
                </a:solidFill>
                <a:latin typeface="Times New Roman" panose="02020603050405020304" pitchFamily="18" charset="0"/>
                <a:sym typeface="Wingdings" panose="05000000000000000000" pitchFamily="2" charset="2"/>
              </a:rPr>
              <a:t>STEP 2</a:t>
            </a:r>
            <a:r>
              <a:rPr lang="en-US" altLang="en-US" sz="2200" b="1" dirty="0" smtClean="0">
                <a:latin typeface="Times New Roman" panose="02020603050405020304" pitchFamily="18" charset="0"/>
                <a:sym typeface="Wingdings" panose="05000000000000000000" pitchFamily="2" charset="2"/>
              </a:rPr>
              <a:t>:</a:t>
            </a:r>
            <a:r>
              <a:rPr lang="en-US" altLang="en-US" sz="2200" dirty="0" smtClean="0">
                <a:latin typeface="Times New Roman" panose="02020603050405020304" pitchFamily="18" charset="0"/>
                <a:sym typeface="Wingdings" panose="05000000000000000000" pitchFamily="2" charset="2"/>
              </a:rPr>
              <a:t> considering solid’s inclination ( axis position ) draw it’s </a:t>
            </a:r>
            <a:r>
              <a:rPr lang="en-US" altLang="en-US" sz="2200" dirty="0" err="1" smtClean="0">
                <a:latin typeface="Times New Roman" panose="02020603050405020304" pitchFamily="18" charset="0"/>
                <a:sym typeface="Wingdings" panose="05000000000000000000" pitchFamily="2" charset="2"/>
              </a:rPr>
              <a:t>fv</a:t>
            </a:r>
            <a:r>
              <a:rPr lang="en-US" altLang="en-US" sz="2200" dirty="0" smtClean="0">
                <a:latin typeface="Times New Roman" panose="02020603050405020304" pitchFamily="18" charset="0"/>
                <a:sym typeface="Wingdings" panose="05000000000000000000" pitchFamily="2" charset="2"/>
              </a:rPr>
              <a:t> &amp; </a:t>
            </a:r>
            <a:r>
              <a:rPr lang="en-US" altLang="en-US" sz="2200" dirty="0" err="1" smtClean="0">
                <a:latin typeface="Times New Roman" panose="02020603050405020304" pitchFamily="18" charset="0"/>
                <a:sym typeface="Wingdings" panose="05000000000000000000" pitchFamily="2" charset="2"/>
              </a:rPr>
              <a:t>tv</a:t>
            </a:r>
            <a:r>
              <a:rPr lang="en-US" altLang="en-US" sz="2200" dirty="0" smtClean="0">
                <a:latin typeface="Times New Roman" panose="02020603050405020304" pitchFamily="18" charset="0"/>
                <a:sym typeface="Wingdings" panose="05000000000000000000" pitchFamily="2" charset="2"/>
              </a:rPr>
              <a:t>.</a:t>
            </a:r>
          </a:p>
          <a:p>
            <a:pPr eaLnBrk="1" hangingPunct="1"/>
            <a:endParaRPr lang="en-US" altLang="en-US" sz="2200" dirty="0" smtClean="0">
              <a:latin typeface="Times New Roman" panose="02020603050405020304" pitchFamily="18" charset="0"/>
              <a:sym typeface="Wingdings" panose="05000000000000000000" pitchFamily="2" charset="2"/>
            </a:endParaRPr>
          </a:p>
          <a:p>
            <a:pPr eaLnBrk="1" hangingPunct="1"/>
            <a:r>
              <a:rPr lang="en-US" altLang="en-US" sz="2200" b="1" dirty="0" smtClean="0">
                <a:solidFill>
                  <a:srgbClr val="FF0000"/>
                </a:solidFill>
                <a:latin typeface="Times New Roman" panose="02020603050405020304" pitchFamily="18" charset="0"/>
                <a:sym typeface="Wingdings" panose="05000000000000000000" pitchFamily="2" charset="2"/>
              </a:rPr>
              <a:t>STEP 3</a:t>
            </a:r>
            <a:r>
              <a:rPr lang="en-US" altLang="en-US" sz="2200" b="1" dirty="0" smtClean="0">
                <a:latin typeface="Times New Roman" panose="02020603050405020304" pitchFamily="18" charset="0"/>
                <a:sym typeface="Wingdings" panose="05000000000000000000" pitchFamily="2" charset="2"/>
              </a:rPr>
              <a:t>:</a:t>
            </a:r>
            <a:r>
              <a:rPr lang="en-US" altLang="en-US" sz="2200" dirty="0" smtClean="0">
                <a:latin typeface="Times New Roman" panose="02020603050405020304" pitchFamily="18" charset="0"/>
                <a:sym typeface="Wingdings" panose="05000000000000000000" pitchFamily="2" charset="2"/>
              </a:rPr>
              <a:t> in last step, considering remaining inclination, draw it’s final </a:t>
            </a:r>
            <a:r>
              <a:rPr lang="en-US" altLang="en-US" sz="2200" dirty="0" err="1" smtClean="0">
                <a:latin typeface="Times New Roman" panose="02020603050405020304" pitchFamily="18" charset="0"/>
                <a:sym typeface="Wingdings" panose="05000000000000000000" pitchFamily="2" charset="2"/>
              </a:rPr>
              <a:t>fv</a:t>
            </a:r>
            <a:r>
              <a:rPr lang="en-US" altLang="en-US" sz="2200" dirty="0" smtClean="0">
                <a:latin typeface="Times New Roman" panose="02020603050405020304" pitchFamily="18" charset="0"/>
                <a:sym typeface="Wingdings" panose="05000000000000000000" pitchFamily="2" charset="2"/>
              </a:rPr>
              <a:t> &amp; </a:t>
            </a:r>
            <a:r>
              <a:rPr lang="en-US" altLang="en-US" sz="2200" dirty="0" err="1" smtClean="0">
                <a:latin typeface="Times New Roman" panose="02020603050405020304" pitchFamily="18" charset="0"/>
                <a:sym typeface="Wingdings" panose="05000000000000000000" pitchFamily="2" charset="2"/>
              </a:rPr>
              <a:t>tv</a:t>
            </a:r>
            <a:r>
              <a:rPr lang="en-US" altLang="en-US" sz="2200" dirty="0" smtClean="0">
                <a:latin typeface="Times New Roman" panose="02020603050405020304" pitchFamily="18" charset="0"/>
                <a:sym typeface="Wingdings" panose="05000000000000000000" pitchFamily="2" charset="2"/>
              </a:rPr>
              <a:t>.</a:t>
            </a:r>
            <a:endParaRPr lang="en-US" altLang="en-US" sz="2200" b="1" i="1" dirty="0">
              <a:solidFill>
                <a:srgbClr val="FF0000"/>
              </a:solidFill>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1"/>
          <p:cNvSpPr>
            <a:spLocks noChangeArrowheads="1"/>
          </p:cNvSpPr>
          <p:nvPr/>
        </p:nvSpPr>
        <p:spPr bwMode="auto">
          <a:xfrm>
            <a:off x="4037562" y="1162392"/>
            <a:ext cx="2295525" cy="1922463"/>
          </a:xfrm>
          <a:prstGeom prst="rect">
            <a:avLst/>
          </a:prstGeom>
          <a:solidFill>
            <a:srgbClr val="CC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1" name="Rectangle 12"/>
          <p:cNvSpPr>
            <a:spLocks noChangeArrowheads="1"/>
          </p:cNvSpPr>
          <p:nvPr/>
        </p:nvSpPr>
        <p:spPr bwMode="auto">
          <a:xfrm>
            <a:off x="121838" y="1189380"/>
            <a:ext cx="2165350" cy="1922463"/>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2" name="AutoShape 13"/>
          <p:cNvSpPr>
            <a:spLocks noChangeArrowheads="1"/>
          </p:cNvSpPr>
          <p:nvPr/>
        </p:nvSpPr>
        <p:spPr bwMode="auto">
          <a:xfrm>
            <a:off x="332976" y="1646580"/>
            <a:ext cx="388937" cy="549275"/>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3" name="Oval 14"/>
          <p:cNvSpPr>
            <a:spLocks noChangeArrowheads="1"/>
          </p:cNvSpPr>
          <p:nvPr/>
        </p:nvSpPr>
        <p:spPr bwMode="auto">
          <a:xfrm>
            <a:off x="332976" y="2287930"/>
            <a:ext cx="388937" cy="4111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5" name="Line 16"/>
          <p:cNvSpPr>
            <a:spLocks noChangeShapeType="1"/>
          </p:cNvSpPr>
          <p:nvPr/>
        </p:nvSpPr>
        <p:spPr bwMode="auto">
          <a:xfrm>
            <a:off x="528238" y="1600543"/>
            <a:ext cx="0" cy="64135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16" name="Group 17"/>
          <p:cNvGrpSpPr>
            <a:grpSpLocks/>
          </p:cNvGrpSpPr>
          <p:nvPr/>
        </p:nvGrpSpPr>
        <p:grpSpPr bwMode="auto">
          <a:xfrm>
            <a:off x="809226" y="1665630"/>
            <a:ext cx="685800" cy="1068388"/>
            <a:chOff x="1008" y="2660"/>
            <a:chExt cx="760" cy="1120"/>
          </a:xfrm>
        </p:grpSpPr>
        <p:sp>
          <p:nvSpPr>
            <p:cNvPr id="17" name="AutoShape 18"/>
            <p:cNvSpPr>
              <a:spLocks noChangeArrowheads="1"/>
            </p:cNvSpPr>
            <p:nvPr/>
          </p:nvSpPr>
          <p:spPr bwMode="auto">
            <a:xfrm rot="3082504">
              <a:off x="1264" y="2588"/>
              <a:ext cx="432" cy="576"/>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 name="Oval 19"/>
            <p:cNvSpPr>
              <a:spLocks noChangeArrowheads="1"/>
            </p:cNvSpPr>
            <p:nvPr/>
          </p:nvSpPr>
          <p:spPr bwMode="auto">
            <a:xfrm>
              <a:off x="1104" y="3324"/>
              <a:ext cx="288" cy="4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9" name="Line 20"/>
            <p:cNvSpPr>
              <a:spLocks noChangeShapeType="1"/>
            </p:cNvSpPr>
            <p:nvPr/>
          </p:nvSpPr>
          <p:spPr bwMode="auto">
            <a:xfrm>
              <a:off x="1296" y="3336"/>
              <a:ext cx="432"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 name="Line 21"/>
            <p:cNvSpPr>
              <a:spLocks noChangeShapeType="1"/>
            </p:cNvSpPr>
            <p:nvPr/>
          </p:nvSpPr>
          <p:spPr bwMode="auto">
            <a:xfrm flipV="1">
              <a:off x="1296" y="3552"/>
              <a:ext cx="432"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1" name="Line 22"/>
            <p:cNvSpPr>
              <a:spLocks noChangeShapeType="1"/>
            </p:cNvSpPr>
            <p:nvPr/>
          </p:nvSpPr>
          <p:spPr bwMode="auto">
            <a:xfrm flipH="1">
              <a:off x="1008" y="2680"/>
              <a:ext cx="720" cy="54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22" name="Group 23"/>
          <p:cNvGrpSpPr>
            <a:grpSpLocks/>
          </p:cNvGrpSpPr>
          <p:nvPr/>
        </p:nvGrpSpPr>
        <p:grpSpPr bwMode="auto">
          <a:xfrm>
            <a:off x="1556938" y="1692618"/>
            <a:ext cx="508000" cy="1052512"/>
            <a:chOff x="1836" y="2688"/>
            <a:chExt cx="564" cy="1104"/>
          </a:xfrm>
        </p:grpSpPr>
        <p:grpSp>
          <p:nvGrpSpPr>
            <p:cNvPr id="23" name="Group 24"/>
            <p:cNvGrpSpPr>
              <a:grpSpLocks/>
            </p:cNvGrpSpPr>
            <p:nvPr/>
          </p:nvGrpSpPr>
          <p:grpSpPr bwMode="auto">
            <a:xfrm rot="-2766602">
              <a:off x="1836" y="3252"/>
              <a:ext cx="624" cy="456"/>
              <a:chOff x="1488" y="2988"/>
              <a:chExt cx="624" cy="456"/>
            </a:xfrm>
          </p:grpSpPr>
          <p:sp>
            <p:nvSpPr>
              <p:cNvPr id="28" name="Oval 25"/>
              <p:cNvSpPr>
                <a:spLocks noChangeArrowheads="1"/>
              </p:cNvSpPr>
              <p:nvPr/>
            </p:nvSpPr>
            <p:spPr bwMode="auto">
              <a:xfrm>
                <a:off x="1488" y="2988"/>
                <a:ext cx="288" cy="4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9" name="Line 26"/>
              <p:cNvSpPr>
                <a:spLocks noChangeShapeType="1"/>
              </p:cNvSpPr>
              <p:nvPr/>
            </p:nvSpPr>
            <p:spPr bwMode="auto">
              <a:xfrm>
                <a:off x="1680" y="3000"/>
                <a:ext cx="432"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 name="Line 27"/>
              <p:cNvSpPr>
                <a:spLocks noChangeShapeType="1"/>
              </p:cNvSpPr>
              <p:nvPr/>
            </p:nvSpPr>
            <p:spPr bwMode="auto">
              <a:xfrm flipV="1">
                <a:off x="1680" y="3216"/>
                <a:ext cx="432"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24" name="Oval 28"/>
            <p:cNvSpPr>
              <a:spLocks noChangeArrowheads="1"/>
            </p:cNvSpPr>
            <p:nvPr/>
          </p:nvSpPr>
          <p:spPr bwMode="auto">
            <a:xfrm>
              <a:off x="1836" y="2880"/>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5" name="Line 29"/>
            <p:cNvSpPr>
              <a:spLocks noChangeShapeType="1"/>
            </p:cNvSpPr>
            <p:nvPr/>
          </p:nvSpPr>
          <p:spPr bwMode="auto">
            <a:xfrm flipH="1">
              <a:off x="1968" y="2688"/>
              <a:ext cx="384"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 name="Line 30"/>
            <p:cNvSpPr>
              <a:spLocks noChangeShapeType="1"/>
            </p:cNvSpPr>
            <p:nvPr/>
          </p:nvSpPr>
          <p:spPr bwMode="auto">
            <a:xfrm flipH="1">
              <a:off x="2208" y="2688"/>
              <a:ext cx="14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7" name="Line 31"/>
            <p:cNvSpPr>
              <a:spLocks noChangeShapeType="1"/>
            </p:cNvSpPr>
            <p:nvPr/>
          </p:nvSpPr>
          <p:spPr bwMode="auto">
            <a:xfrm flipH="1">
              <a:off x="1872" y="3216"/>
              <a:ext cx="52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1" name="Line 32"/>
          <p:cNvSpPr>
            <a:spLocks noChangeShapeType="1"/>
          </p:cNvSpPr>
          <p:nvPr/>
        </p:nvSpPr>
        <p:spPr bwMode="auto">
          <a:xfrm flipV="1">
            <a:off x="1741088" y="306580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 name="Line 33"/>
          <p:cNvSpPr>
            <a:spLocks noChangeShapeType="1"/>
          </p:cNvSpPr>
          <p:nvPr/>
        </p:nvSpPr>
        <p:spPr bwMode="auto">
          <a:xfrm>
            <a:off x="1229913" y="109730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3" name="Line 34"/>
          <p:cNvSpPr>
            <a:spLocks noChangeShapeType="1"/>
          </p:cNvSpPr>
          <p:nvPr/>
        </p:nvSpPr>
        <p:spPr bwMode="auto">
          <a:xfrm>
            <a:off x="528238" y="109730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4" name="Rectangle 35"/>
          <p:cNvSpPr>
            <a:spLocks noChangeArrowheads="1"/>
          </p:cNvSpPr>
          <p:nvPr/>
        </p:nvSpPr>
        <p:spPr bwMode="auto">
          <a:xfrm>
            <a:off x="6819900" y="3986213"/>
            <a:ext cx="2295525" cy="1922462"/>
          </a:xfrm>
          <a:prstGeom prst="rect">
            <a:avLst/>
          </a:prstGeom>
          <a:solidFill>
            <a:srgbClr val="CC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5" name="Rectangle 36"/>
          <p:cNvSpPr>
            <a:spLocks noChangeArrowheads="1"/>
          </p:cNvSpPr>
          <p:nvPr/>
        </p:nvSpPr>
        <p:spPr bwMode="auto">
          <a:xfrm>
            <a:off x="2251573" y="4424172"/>
            <a:ext cx="2165350" cy="1922462"/>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37" name="Group 38"/>
          <p:cNvGrpSpPr>
            <a:grpSpLocks/>
          </p:cNvGrpSpPr>
          <p:nvPr/>
        </p:nvGrpSpPr>
        <p:grpSpPr bwMode="auto">
          <a:xfrm rot="10792971">
            <a:off x="2440485" y="4811522"/>
            <a:ext cx="390525" cy="1098550"/>
            <a:chOff x="2784" y="2688"/>
            <a:chExt cx="432" cy="1152"/>
          </a:xfrm>
        </p:grpSpPr>
        <p:sp>
          <p:nvSpPr>
            <p:cNvPr id="38" name="AutoShape 39"/>
            <p:cNvSpPr>
              <a:spLocks noChangeArrowheads="1"/>
            </p:cNvSpPr>
            <p:nvPr/>
          </p:nvSpPr>
          <p:spPr bwMode="auto">
            <a:xfrm>
              <a:off x="2784" y="2736"/>
              <a:ext cx="432" cy="576"/>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9" name="Oval 40"/>
            <p:cNvSpPr>
              <a:spLocks noChangeArrowheads="1"/>
            </p:cNvSpPr>
            <p:nvPr/>
          </p:nvSpPr>
          <p:spPr bwMode="auto">
            <a:xfrm>
              <a:off x="2784" y="3408"/>
              <a:ext cx="432" cy="43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0" name="Line 41"/>
            <p:cNvSpPr>
              <a:spLocks noChangeShapeType="1"/>
            </p:cNvSpPr>
            <p:nvPr/>
          </p:nvSpPr>
          <p:spPr bwMode="auto">
            <a:xfrm>
              <a:off x="3000" y="2688"/>
              <a:ext cx="0" cy="67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41" name="Group 42"/>
          <p:cNvGrpSpPr>
            <a:grpSpLocks/>
          </p:cNvGrpSpPr>
          <p:nvPr/>
        </p:nvGrpSpPr>
        <p:grpSpPr bwMode="auto">
          <a:xfrm rot="10800000" flipH="1">
            <a:off x="3015160" y="4811522"/>
            <a:ext cx="700088" cy="1068387"/>
            <a:chOff x="1008" y="2660"/>
            <a:chExt cx="760" cy="1120"/>
          </a:xfrm>
        </p:grpSpPr>
        <p:sp>
          <p:nvSpPr>
            <p:cNvPr id="42" name="AutoShape 43"/>
            <p:cNvSpPr>
              <a:spLocks noChangeArrowheads="1"/>
            </p:cNvSpPr>
            <p:nvPr/>
          </p:nvSpPr>
          <p:spPr bwMode="auto">
            <a:xfrm rot="3082504">
              <a:off x="1264" y="2588"/>
              <a:ext cx="432" cy="576"/>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3" name="Oval 44"/>
            <p:cNvSpPr>
              <a:spLocks noChangeArrowheads="1"/>
            </p:cNvSpPr>
            <p:nvPr/>
          </p:nvSpPr>
          <p:spPr bwMode="auto">
            <a:xfrm>
              <a:off x="1104" y="3324"/>
              <a:ext cx="288" cy="4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4" name="Line 45"/>
            <p:cNvSpPr>
              <a:spLocks noChangeShapeType="1"/>
            </p:cNvSpPr>
            <p:nvPr/>
          </p:nvSpPr>
          <p:spPr bwMode="auto">
            <a:xfrm>
              <a:off x="1296" y="3336"/>
              <a:ext cx="432"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 name="Line 46"/>
            <p:cNvSpPr>
              <a:spLocks noChangeShapeType="1"/>
            </p:cNvSpPr>
            <p:nvPr/>
          </p:nvSpPr>
          <p:spPr bwMode="auto">
            <a:xfrm flipV="1">
              <a:off x="1296" y="3552"/>
              <a:ext cx="432"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6" name="Line 47"/>
            <p:cNvSpPr>
              <a:spLocks noChangeShapeType="1"/>
            </p:cNvSpPr>
            <p:nvPr/>
          </p:nvSpPr>
          <p:spPr bwMode="auto">
            <a:xfrm flipH="1">
              <a:off x="1008" y="2680"/>
              <a:ext cx="720" cy="54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47" name="Group 48"/>
          <p:cNvGrpSpPr>
            <a:grpSpLocks/>
          </p:cNvGrpSpPr>
          <p:nvPr/>
        </p:nvGrpSpPr>
        <p:grpSpPr bwMode="auto">
          <a:xfrm>
            <a:off x="3832723" y="5360797"/>
            <a:ext cx="465137" cy="503237"/>
            <a:chOff x="4176" y="2688"/>
            <a:chExt cx="516" cy="528"/>
          </a:xfrm>
        </p:grpSpPr>
        <p:sp>
          <p:nvSpPr>
            <p:cNvPr id="48" name="Oval 49"/>
            <p:cNvSpPr>
              <a:spLocks noChangeArrowheads="1"/>
            </p:cNvSpPr>
            <p:nvPr/>
          </p:nvSpPr>
          <p:spPr bwMode="auto">
            <a:xfrm>
              <a:off x="4176" y="2880"/>
              <a:ext cx="384"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9" name="Line 50"/>
            <p:cNvSpPr>
              <a:spLocks noChangeShapeType="1"/>
            </p:cNvSpPr>
            <p:nvPr/>
          </p:nvSpPr>
          <p:spPr bwMode="auto">
            <a:xfrm flipH="1">
              <a:off x="4308" y="2688"/>
              <a:ext cx="384"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0" name="Line 51"/>
            <p:cNvSpPr>
              <a:spLocks noChangeShapeType="1"/>
            </p:cNvSpPr>
            <p:nvPr/>
          </p:nvSpPr>
          <p:spPr bwMode="auto">
            <a:xfrm flipH="1">
              <a:off x="4548" y="2688"/>
              <a:ext cx="14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51" name="Group 52"/>
          <p:cNvGrpSpPr>
            <a:grpSpLocks/>
          </p:cNvGrpSpPr>
          <p:nvPr/>
        </p:nvGrpSpPr>
        <p:grpSpPr bwMode="auto">
          <a:xfrm>
            <a:off x="3843835" y="4673409"/>
            <a:ext cx="476250" cy="595313"/>
            <a:chOff x="4212" y="3168"/>
            <a:chExt cx="528" cy="624"/>
          </a:xfrm>
        </p:grpSpPr>
        <p:grpSp>
          <p:nvGrpSpPr>
            <p:cNvPr id="52" name="Group 53"/>
            <p:cNvGrpSpPr>
              <a:grpSpLocks/>
            </p:cNvGrpSpPr>
            <p:nvPr/>
          </p:nvGrpSpPr>
          <p:grpSpPr bwMode="auto">
            <a:xfrm rot="-2766602">
              <a:off x="4176" y="3252"/>
              <a:ext cx="624" cy="456"/>
              <a:chOff x="1488" y="2988"/>
              <a:chExt cx="624" cy="456"/>
            </a:xfrm>
          </p:grpSpPr>
          <p:sp>
            <p:nvSpPr>
              <p:cNvPr id="54" name="Oval 54"/>
              <p:cNvSpPr>
                <a:spLocks noChangeArrowheads="1"/>
              </p:cNvSpPr>
              <p:nvPr/>
            </p:nvSpPr>
            <p:spPr bwMode="auto">
              <a:xfrm>
                <a:off x="1488" y="2988"/>
                <a:ext cx="288" cy="45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5" name="Line 55"/>
              <p:cNvSpPr>
                <a:spLocks noChangeShapeType="1"/>
              </p:cNvSpPr>
              <p:nvPr/>
            </p:nvSpPr>
            <p:spPr bwMode="auto">
              <a:xfrm>
                <a:off x="1680" y="3000"/>
                <a:ext cx="432"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6" name="Line 56"/>
              <p:cNvSpPr>
                <a:spLocks noChangeShapeType="1"/>
              </p:cNvSpPr>
              <p:nvPr/>
            </p:nvSpPr>
            <p:spPr bwMode="auto">
              <a:xfrm flipV="1">
                <a:off x="1680" y="3216"/>
                <a:ext cx="432"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53" name="Line 57"/>
            <p:cNvSpPr>
              <a:spLocks noChangeShapeType="1"/>
            </p:cNvSpPr>
            <p:nvPr/>
          </p:nvSpPr>
          <p:spPr bwMode="auto">
            <a:xfrm flipH="1">
              <a:off x="4212" y="3216"/>
              <a:ext cx="52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57" name="Line 58"/>
          <p:cNvSpPr>
            <a:spLocks noChangeShapeType="1"/>
          </p:cNvSpPr>
          <p:nvPr/>
        </p:nvSpPr>
        <p:spPr bwMode="auto">
          <a:xfrm flipV="1">
            <a:off x="2669085" y="6229159"/>
            <a:ext cx="0" cy="1825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8" name="Line 59"/>
          <p:cNvSpPr>
            <a:spLocks noChangeShapeType="1"/>
          </p:cNvSpPr>
          <p:nvPr/>
        </p:nvSpPr>
        <p:spPr bwMode="auto">
          <a:xfrm flipV="1">
            <a:off x="3294560" y="5771959"/>
            <a:ext cx="0" cy="2301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9" name="Line 60"/>
          <p:cNvSpPr>
            <a:spLocks noChangeShapeType="1"/>
          </p:cNvSpPr>
          <p:nvPr/>
        </p:nvSpPr>
        <p:spPr bwMode="auto">
          <a:xfrm>
            <a:off x="3940673" y="4628959"/>
            <a:ext cx="0" cy="1825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0" name="Oval 61"/>
          <p:cNvSpPr>
            <a:spLocks noChangeArrowheads="1"/>
          </p:cNvSpPr>
          <p:nvPr/>
        </p:nvSpPr>
        <p:spPr bwMode="auto">
          <a:xfrm>
            <a:off x="5467899" y="1833905"/>
            <a:ext cx="292100" cy="3333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61" name="Oval 62"/>
          <p:cNvSpPr>
            <a:spLocks noChangeArrowheads="1"/>
          </p:cNvSpPr>
          <p:nvPr/>
        </p:nvSpPr>
        <p:spPr bwMode="auto">
          <a:xfrm>
            <a:off x="4234412" y="2214905"/>
            <a:ext cx="376237" cy="37623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62" name="Group 63"/>
          <p:cNvGrpSpPr>
            <a:grpSpLocks/>
          </p:cNvGrpSpPr>
          <p:nvPr/>
        </p:nvGrpSpPr>
        <p:grpSpPr bwMode="auto">
          <a:xfrm>
            <a:off x="4234412" y="1586255"/>
            <a:ext cx="376237" cy="587375"/>
            <a:chOff x="744" y="2592"/>
            <a:chExt cx="432" cy="672"/>
          </a:xfrm>
        </p:grpSpPr>
        <p:sp>
          <p:nvSpPr>
            <p:cNvPr id="63" name="Rectangle 64"/>
            <p:cNvSpPr>
              <a:spLocks noChangeArrowheads="1"/>
            </p:cNvSpPr>
            <p:nvPr/>
          </p:nvSpPr>
          <p:spPr bwMode="auto">
            <a:xfrm>
              <a:off x="744" y="2640"/>
              <a:ext cx="432" cy="62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64" name="Line 65"/>
            <p:cNvSpPr>
              <a:spLocks noChangeShapeType="1"/>
            </p:cNvSpPr>
            <p:nvPr/>
          </p:nvSpPr>
          <p:spPr bwMode="auto">
            <a:xfrm>
              <a:off x="960" y="2592"/>
              <a:ext cx="0" cy="67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65" name="Line 66"/>
          <p:cNvSpPr>
            <a:spLocks noChangeShapeType="1"/>
          </p:cNvSpPr>
          <p:nvPr/>
        </p:nvSpPr>
        <p:spPr bwMode="auto">
          <a:xfrm flipV="1">
            <a:off x="5772699" y="3057867"/>
            <a:ext cx="0" cy="2095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66" name="Group 67"/>
          <p:cNvGrpSpPr>
            <a:grpSpLocks/>
          </p:cNvGrpSpPr>
          <p:nvPr/>
        </p:nvGrpSpPr>
        <p:grpSpPr bwMode="auto">
          <a:xfrm rot="3289504">
            <a:off x="4901955" y="1566411"/>
            <a:ext cx="377825" cy="585788"/>
            <a:chOff x="744" y="2592"/>
            <a:chExt cx="432" cy="672"/>
          </a:xfrm>
        </p:grpSpPr>
        <p:sp>
          <p:nvSpPr>
            <p:cNvPr id="67" name="Rectangle 68"/>
            <p:cNvSpPr>
              <a:spLocks noChangeArrowheads="1"/>
            </p:cNvSpPr>
            <p:nvPr/>
          </p:nvSpPr>
          <p:spPr bwMode="auto">
            <a:xfrm>
              <a:off x="744" y="2640"/>
              <a:ext cx="432" cy="62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68" name="Line 69"/>
            <p:cNvSpPr>
              <a:spLocks noChangeShapeType="1"/>
            </p:cNvSpPr>
            <p:nvPr/>
          </p:nvSpPr>
          <p:spPr bwMode="auto">
            <a:xfrm>
              <a:off x="960" y="2592"/>
              <a:ext cx="0" cy="67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69" name="Line 70"/>
          <p:cNvSpPr>
            <a:spLocks noChangeShapeType="1"/>
          </p:cNvSpPr>
          <p:nvPr/>
        </p:nvSpPr>
        <p:spPr bwMode="auto">
          <a:xfrm>
            <a:off x="4129637" y="2173630"/>
            <a:ext cx="19240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70" name="Group 71"/>
          <p:cNvGrpSpPr>
            <a:grpSpLocks/>
          </p:cNvGrpSpPr>
          <p:nvPr/>
        </p:nvGrpSpPr>
        <p:grpSpPr bwMode="auto">
          <a:xfrm>
            <a:off x="4715424" y="2238717"/>
            <a:ext cx="642938" cy="358775"/>
            <a:chOff x="1296" y="3339"/>
            <a:chExt cx="738" cy="411"/>
          </a:xfrm>
        </p:grpSpPr>
        <p:sp>
          <p:nvSpPr>
            <p:cNvPr id="71" name="Oval 72"/>
            <p:cNvSpPr>
              <a:spLocks noChangeArrowheads="1"/>
            </p:cNvSpPr>
            <p:nvPr/>
          </p:nvSpPr>
          <p:spPr bwMode="auto">
            <a:xfrm>
              <a:off x="1296" y="3342"/>
              <a:ext cx="210" cy="4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72" name="Rectangle 73"/>
            <p:cNvSpPr>
              <a:spLocks noChangeArrowheads="1"/>
            </p:cNvSpPr>
            <p:nvPr/>
          </p:nvSpPr>
          <p:spPr bwMode="auto">
            <a:xfrm>
              <a:off x="1392" y="3339"/>
              <a:ext cx="528" cy="40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73" name="Oval 74"/>
            <p:cNvSpPr>
              <a:spLocks noChangeArrowheads="1"/>
            </p:cNvSpPr>
            <p:nvPr/>
          </p:nvSpPr>
          <p:spPr bwMode="auto">
            <a:xfrm>
              <a:off x="1824" y="3342"/>
              <a:ext cx="210" cy="40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74" name="Oval 75"/>
            <p:cNvSpPr>
              <a:spLocks noChangeArrowheads="1"/>
            </p:cNvSpPr>
            <p:nvPr/>
          </p:nvSpPr>
          <p:spPr bwMode="auto">
            <a:xfrm>
              <a:off x="1320" y="3348"/>
              <a:ext cx="210" cy="396"/>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75" name="Group 76"/>
          <p:cNvGrpSpPr>
            <a:grpSpLocks/>
          </p:cNvGrpSpPr>
          <p:nvPr/>
        </p:nvGrpSpPr>
        <p:grpSpPr bwMode="auto">
          <a:xfrm rot="2472940">
            <a:off x="5467899" y="2341905"/>
            <a:ext cx="642938" cy="357187"/>
            <a:chOff x="1296" y="3339"/>
            <a:chExt cx="738" cy="411"/>
          </a:xfrm>
        </p:grpSpPr>
        <p:sp>
          <p:nvSpPr>
            <p:cNvPr id="76" name="Oval 77"/>
            <p:cNvSpPr>
              <a:spLocks noChangeArrowheads="1"/>
            </p:cNvSpPr>
            <p:nvPr/>
          </p:nvSpPr>
          <p:spPr bwMode="auto">
            <a:xfrm>
              <a:off x="1296" y="3342"/>
              <a:ext cx="210" cy="4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77" name="Rectangle 78"/>
            <p:cNvSpPr>
              <a:spLocks noChangeArrowheads="1"/>
            </p:cNvSpPr>
            <p:nvPr/>
          </p:nvSpPr>
          <p:spPr bwMode="auto">
            <a:xfrm>
              <a:off x="1392" y="3339"/>
              <a:ext cx="528" cy="40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78" name="Oval 79"/>
            <p:cNvSpPr>
              <a:spLocks noChangeArrowheads="1"/>
            </p:cNvSpPr>
            <p:nvPr/>
          </p:nvSpPr>
          <p:spPr bwMode="auto">
            <a:xfrm>
              <a:off x="1824" y="3342"/>
              <a:ext cx="210" cy="40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79" name="Oval 80"/>
            <p:cNvSpPr>
              <a:spLocks noChangeArrowheads="1"/>
            </p:cNvSpPr>
            <p:nvPr/>
          </p:nvSpPr>
          <p:spPr bwMode="auto">
            <a:xfrm>
              <a:off x="1320" y="3348"/>
              <a:ext cx="210" cy="396"/>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sp>
        <p:nvSpPr>
          <p:cNvPr id="80" name="Oval 81"/>
          <p:cNvSpPr>
            <a:spLocks noChangeArrowheads="1"/>
          </p:cNvSpPr>
          <p:nvPr/>
        </p:nvSpPr>
        <p:spPr bwMode="auto">
          <a:xfrm>
            <a:off x="5802862" y="1544980"/>
            <a:ext cx="292100" cy="3349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81" name="Line 82"/>
          <p:cNvSpPr>
            <a:spLocks noChangeShapeType="1"/>
          </p:cNvSpPr>
          <p:nvPr/>
        </p:nvSpPr>
        <p:spPr bwMode="auto">
          <a:xfrm flipH="1">
            <a:off x="5498062" y="1560855"/>
            <a:ext cx="377825" cy="334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82" name="Line 83"/>
          <p:cNvSpPr>
            <a:spLocks noChangeShapeType="1"/>
          </p:cNvSpPr>
          <p:nvPr/>
        </p:nvSpPr>
        <p:spPr bwMode="auto">
          <a:xfrm flipH="1">
            <a:off x="5702849" y="1806917"/>
            <a:ext cx="376238" cy="334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83" name="Oval 84"/>
          <p:cNvSpPr>
            <a:spLocks noChangeArrowheads="1"/>
          </p:cNvSpPr>
          <p:nvPr/>
        </p:nvSpPr>
        <p:spPr bwMode="auto">
          <a:xfrm>
            <a:off x="5509174" y="1813267"/>
            <a:ext cx="276225" cy="333375"/>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84" name="Line 85"/>
          <p:cNvSpPr>
            <a:spLocks noChangeShapeType="1"/>
          </p:cNvSpPr>
          <p:nvPr/>
        </p:nvSpPr>
        <p:spPr bwMode="auto">
          <a:xfrm>
            <a:off x="4966249" y="1460842"/>
            <a:ext cx="0" cy="1682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85" name="Line 86"/>
          <p:cNvSpPr>
            <a:spLocks noChangeShapeType="1"/>
          </p:cNvSpPr>
          <p:nvPr/>
        </p:nvSpPr>
        <p:spPr bwMode="auto">
          <a:xfrm>
            <a:off x="4393162" y="1424330"/>
            <a:ext cx="0" cy="1666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86" name="Oval 87"/>
          <p:cNvSpPr>
            <a:spLocks noChangeArrowheads="1"/>
          </p:cNvSpPr>
          <p:nvPr/>
        </p:nvSpPr>
        <p:spPr bwMode="auto">
          <a:xfrm flipV="1">
            <a:off x="8267700" y="4881563"/>
            <a:ext cx="292100" cy="3333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87" name="Oval 88"/>
          <p:cNvSpPr>
            <a:spLocks noChangeArrowheads="1"/>
          </p:cNvSpPr>
          <p:nvPr/>
        </p:nvSpPr>
        <p:spPr bwMode="auto">
          <a:xfrm flipV="1">
            <a:off x="7034213" y="4457700"/>
            <a:ext cx="376237" cy="3762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88" name="Group 89"/>
          <p:cNvGrpSpPr>
            <a:grpSpLocks/>
          </p:cNvGrpSpPr>
          <p:nvPr/>
        </p:nvGrpSpPr>
        <p:grpSpPr bwMode="auto">
          <a:xfrm flipV="1">
            <a:off x="7034213" y="4875213"/>
            <a:ext cx="376237" cy="587375"/>
            <a:chOff x="744" y="2592"/>
            <a:chExt cx="432" cy="672"/>
          </a:xfrm>
        </p:grpSpPr>
        <p:sp>
          <p:nvSpPr>
            <p:cNvPr id="89" name="Rectangle 90"/>
            <p:cNvSpPr>
              <a:spLocks noChangeArrowheads="1"/>
            </p:cNvSpPr>
            <p:nvPr/>
          </p:nvSpPr>
          <p:spPr bwMode="auto">
            <a:xfrm>
              <a:off x="744" y="2640"/>
              <a:ext cx="432" cy="62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90" name="Line 91"/>
            <p:cNvSpPr>
              <a:spLocks noChangeShapeType="1"/>
            </p:cNvSpPr>
            <p:nvPr/>
          </p:nvSpPr>
          <p:spPr bwMode="auto">
            <a:xfrm>
              <a:off x="960" y="2592"/>
              <a:ext cx="0" cy="67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91" name="Line 92"/>
          <p:cNvSpPr>
            <a:spLocks noChangeShapeType="1"/>
          </p:cNvSpPr>
          <p:nvPr/>
        </p:nvSpPr>
        <p:spPr bwMode="auto">
          <a:xfrm>
            <a:off x="8382000" y="4210050"/>
            <a:ext cx="0" cy="2095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92" name="Group 93"/>
          <p:cNvGrpSpPr>
            <a:grpSpLocks/>
          </p:cNvGrpSpPr>
          <p:nvPr/>
        </p:nvGrpSpPr>
        <p:grpSpPr bwMode="auto">
          <a:xfrm rot="18310496" flipV="1">
            <a:off x="7701756" y="4896644"/>
            <a:ext cx="377825" cy="585788"/>
            <a:chOff x="744" y="2592"/>
            <a:chExt cx="432" cy="672"/>
          </a:xfrm>
        </p:grpSpPr>
        <p:sp>
          <p:nvSpPr>
            <p:cNvPr id="93" name="Rectangle 94"/>
            <p:cNvSpPr>
              <a:spLocks noChangeArrowheads="1"/>
            </p:cNvSpPr>
            <p:nvPr/>
          </p:nvSpPr>
          <p:spPr bwMode="auto">
            <a:xfrm>
              <a:off x="744" y="2640"/>
              <a:ext cx="432" cy="62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94" name="Line 95"/>
            <p:cNvSpPr>
              <a:spLocks noChangeShapeType="1"/>
            </p:cNvSpPr>
            <p:nvPr/>
          </p:nvSpPr>
          <p:spPr bwMode="auto">
            <a:xfrm>
              <a:off x="960" y="2592"/>
              <a:ext cx="0" cy="67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95" name="Line 96"/>
          <p:cNvSpPr>
            <a:spLocks noChangeShapeType="1"/>
          </p:cNvSpPr>
          <p:nvPr/>
        </p:nvSpPr>
        <p:spPr bwMode="auto">
          <a:xfrm flipV="1">
            <a:off x="6929438" y="4875213"/>
            <a:ext cx="19240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96" name="Group 97"/>
          <p:cNvGrpSpPr>
            <a:grpSpLocks/>
          </p:cNvGrpSpPr>
          <p:nvPr/>
        </p:nvGrpSpPr>
        <p:grpSpPr bwMode="auto">
          <a:xfrm flipV="1">
            <a:off x="7515225" y="4451350"/>
            <a:ext cx="642938" cy="358775"/>
            <a:chOff x="1296" y="3339"/>
            <a:chExt cx="738" cy="411"/>
          </a:xfrm>
        </p:grpSpPr>
        <p:sp>
          <p:nvSpPr>
            <p:cNvPr id="97" name="Oval 98"/>
            <p:cNvSpPr>
              <a:spLocks noChangeArrowheads="1"/>
            </p:cNvSpPr>
            <p:nvPr/>
          </p:nvSpPr>
          <p:spPr bwMode="auto">
            <a:xfrm>
              <a:off x="1296" y="3342"/>
              <a:ext cx="210" cy="4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98" name="Rectangle 99"/>
            <p:cNvSpPr>
              <a:spLocks noChangeArrowheads="1"/>
            </p:cNvSpPr>
            <p:nvPr/>
          </p:nvSpPr>
          <p:spPr bwMode="auto">
            <a:xfrm>
              <a:off x="1392" y="3339"/>
              <a:ext cx="528" cy="40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99" name="Oval 100"/>
            <p:cNvSpPr>
              <a:spLocks noChangeArrowheads="1"/>
            </p:cNvSpPr>
            <p:nvPr/>
          </p:nvSpPr>
          <p:spPr bwMode="auto">
            <a:xfrm>
              <a:off x="1824" y="3342"/>
              <a:ext cx="210" cy="40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00" name="Oval 101"/>
            <p:cNvSpPr>
              <a:spLocks noChangeArrowheads="1"/>
            </p:cNvSpPr>
            <p:nvPr/>
          </p:nvSpPr>
          <p:spPr bwMode="auto">
            <a:xfrm>
              <a:off x="1320" y="3348"/>
              <a:ext cx="210" cy="396"/>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101" name="Group 102"/>
          <p:cNvGrpSpPr>
            <a:grpSpLocks/>
          </p:cNvGrpSpPr>
          <p:nvPr/>
        </p:nvGrpSpPr>
        <p:grpSpPr bwMode="auto">
          <a:xfrm rot="19127060" flipV="1">
            <a:off x="8267700" y="4349750"/>
            <a:ext cx="642938" cy="357188"/>
            <a:chOff x="1296" y="3339"/>
            <a:chExt cx="738" cy="411"/>
          </a:xfrm>
        </p:grpSpPr>
        <p:sp>
          <p:nvSpPr>
            <p:cNvPr id="102" name="Oval 103"/>
            <p:cNvSpPr>
              <a:spLocks noChangeArrowheads="1"/>
            </p:cNvSpPr>
            <p:nvPr/>
          </p:nvSpPr>
          <p:spPr bwMode="auto">
            <a:xfrm>
              <a:off x="1296" y="3342"/>
              <a:ext cx="210" cy="40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03" name="Rectangle 104"/>
            <p:cNvSpPr>
              <a:spLocks noChangeArrowheads="1"/>
            </p:cNvSpPr>
            <p:nvPr/>
          </p:nvSpPr>
          <p:spPr bwMode="auto">
            <a:xfrm>
              <a:off x="1392" y="3339"/>
              <a:ext cx="528" cy="40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04" name="Oval 105"/>
            <p:cNvSpPr>
              <a:spLocks noChangeArrowheads="1"/>
            </p:cNvSpPr>
            <p:nvPr/>
          </p:nvSpPr>
          <p:spPr bwMode="auto">
            <a:xfrm>
              <a:off x="1824" y="3342"/>
              <a:ext cx="210" cy="40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05" name="Oval 106"/>
            <p:cNvSpPr>
              <a:spLocks noChangeArrowheads="1"/>
            </p:cNvSpPr>
            <p:nvPr/>
          </p:nvSpPr>
          <p:spPr bwMode="auto">
            <a:xfrm>
              <a:off x="1320" y="3348"/>
              <a:ext cx="210" cy="396"/>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sp>
        <p:nvSpPr>
          <p:cNvPr id="106" name="Oval 107"/>
          <p:cNvSpPr>
            <a:spLocks noChangeArrowheads="1"/>
          </p:cNvSpPr>
          <p:nvPr/>
        </p:nvSpPr>
        <p:spPr bwMode="auto">
          <a:xfrm flipV="1">
            <a:off x="8602663" y="5168900"/>
            <a:ext cx="292100" cy="3349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07" name="Line 108"/>
          <p:cNvSpPr>
            <a:spLocks noChangeShapeType="1"/>
          </p:cNvSpPr>
          <p:nvPr/>
        </p:nvSpPr>
        <p:spPr bwMode="auto">
          <a:xfrm flipH="1" flipV="1">
            <a:off x="8297863" y="5153025"/>
            <a:ext cx="377825" cy="334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08" name="Line 109"/>
          <p:cNvSpPr>
            <a:spLocks noChangeShapeType="1"/>
          </p:cNvSpPr>
          <p:nvPr/>
        </p:nvSpPr>
        <p:spPr bwMode="auto">
          <a:xfrm flipH="1" flipV="1">
            <a:off x="8502650" y="4906963"/>
            <a:ext cx="376238" cy="334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09" name="Oval 110"/>
          <p:cNvSpPr>
            <a:spLocks noChangeArrowheads="1"/>
          </p:cNvSpPr>
          <p:nvPr/>
        </p:nvSpPr>
        <p:spPr bwMode="auto">
          <a:xfrm flipV="1">
            <a:off x="8308975" y="4902200"/>
            <a:ext cx="276225" cy="333375"/>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10" name="Line 111"/>
          <p:cNvSpPr>
            <a:spLocks noChangeShapeType="1"/>
          </p:cNvSpPr>
          <p:nvPr/>
        </p:nvSpPr>
        <p:spPr bwMode="auto">
          <a:xfrm flipV="1">
            <a:off x="7924800" y="5791200"/>
            <a:ext cx="0" cy="1682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11" name="Line 112"/>
          <p:cNvSpPr>
            <a:spLocks noChangeShapeType="1"/>
          </p:cNvSpPr>
          <p:nvPr/>
        </p:nvSpPr>
        <p:spPr bwMode="auto">
          <a:xfrm flipV="1">
            <a:off x="7239000" y="5791200"/>
            <a:ext cx="0" cy="1666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12" name="Text Box 113"/>
          <p:cNvSpPr txBox="1">
            <a:spLocks noChangeArrowheads="1"/>
          </p:cNvSpPr>
          <p:nvPr/>
        </p:nvSpPr>
        <p:spPr bwMode="auto">
          <a:xfrm>
            <a:off x="162961" y="1294155"/>
            <a:ext cx="8194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00">
                <a:latin typeface="Times New Roman" panose="02020603050405020304" pitchFamily="18" charset="0"/>
              </a:rPr>
              <a:t>AXIS </a:t>
            </a:r>
          </a:p>
          <a:p>
            <a:pPr algn="ctr" eaLnBrk="1" hangingPunct="1"/>
            <a:r>
              <a:rPr lang="en-US" altLang="en-US" sz="1000">
                <a:solidFill>
                  <a:srgbClr val="FF0000"/>
                </a:solidFill>
                <a:latin typeface="Times New Roman" panose="02020603050405020304" pitchFamily="18" charset="0"/>
              </a:rPr>
              <a:t>VERTICAL</a:t>
            </a:r>
            <a:endParaRPr lang="en-US" altLang="en-US" sz="1000">
              <a:latin typeface="Times New Roman" panose="02020603050405020304" pitchFamily="18" charset="0"/>
            </a:endParaRPr>
          </a:p>
        </p:txBody>
      </p:sp>
      <p:sp>
        <p:nvSpPr>
          <p:cNvPr id="113" name="Text Box 114"/>
          <p:cNvSpPr txBox="1">
            <a:spLocks noChangeArrowheads="1"/>
          </p:cNvSpPr>
          <p:nvPr/>
        </p:nvSpPr>
        <p:spPr bwMode="auto">
          <a:xfrm>
            <a:off x="929795" y="1254758"/>
            <a:ext cx="9877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00" dirty="0">
                <a:latin typeface="Times New Roman" panose="02020603050405020304" pitchFamily="18" charset="0"/>
              </a:rPr>
              <a:t>AXIS </a:t>
            </a:r>
          </a:p>
          <a:p>
            <a:pPr algn="ctr" eaLnBrk="1" hangingPunct="1"/>
            <a:r>
              <a:rPr lang="en-US" altLang="en-US" sz="1000" dirty="0">
                <a:solidFill>
                  <a:srgbClr val="FF0000"/>
                </a:solidFill>
                <a:latin typeface="Times New Roman" panose="02020603050405020304" pitchFamily="18" charset="0"/>
              </a:rPr>
              <a:t>INCLINED HP</a:t>
            </a:r>
          </a:p>
        </p:txBody>
      </p:sp>
      <p:sp>
        <p:nvSpPr>
          <p:cNvPr id="114" name="Text Box 115"/>
          <p:cNvSpPr txBox="1">
            <a:spLocks noChangeArrowheads="1"/>
          </p:cNvSpPr>
          <p:nvPr/>
        </p:nvSpPr>
        <p:spPr bwMode="auto">
          <a:xfrm>
            <a:off x="1248790" y="2703855"/>
            <a:ext cx="9877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00">
                <a:latin typeface="Times New Roman" panose="02020603050405020304" pitchFamily="18" charset="0"/>
              </a:rPr>
              <a:t>AXIS </a:t>
            </a:r>
          </a:p>
          <a:p>
            <a:pPr algn="ctr" eaLnBrk="1" hangingPunct="1"/>
            <a:r>
              <a:rPr lang="en-US" altLang="en-US" sz="1000">
                <a:solidFill>
                  <a:srgbClr val="FF0000"/>
                </a:solidFill>
                <a:latin typeface="Times New Roman" panose="02020603050405020304" pitchFamily="18" charset="0"/>
              </a:rPr>
              <a:t>INCLINED VP</a:t>
            </a:r>
          </a:p>
        </p:txBody>
      </p:sp>
      <p:sp>
        <p:nvSpPr>
          <p:cNvPr id="115" name="Text Box 116"/>
          <p:cNvSpPr txBox="1">
            <a:spLocks noChangeArrowheads="1"/>
          </p:cNvSpPr>
          <p:nvPr/>
        </p:nvSpPr>
        <p:spPr bwMode="auto">
          <a:xfrm>
            <a:off x="4004072" y="1149692"/>
            <a:ext cx="8194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00">
                <a:latin typeface="Times New Roman" panose="02020603050405020304" pitchFamily="18" charset="0"/>
              </a:rPr>
              <a:t>AXIS </a:t>
            </a:r>
          </a:p>
          <a:p>
            <a:pPr algn="ctr" eaLnBrk="1" hangingPunct="1"/>
            <a:r>
              <a:rPr lang="en-US" altLang="en-US" sz="1000">
                <a:solidFill>
                  <a:srgbClr val="FF0000"/>
                </a:solidFill>
                <a:latin typeface="Times New Roman" panose="02020603050405020304" pitchFamily="18" charset="0"/>
              </a:rPr>
              <a:t>VERTICAL</a:t>
            </a:r>
            <a:endParaRPr lang="en-US" altLang="en-US" sz="1000">
              <a:latin typeface="Times New Roman" panose="02020603050405020304" pitchFamily="18" charset="0"/>
            </a:endParaRPr>
          </a:p>
        </p:txBody>
      </p:sp>
      <p:sp>
        <p:nvSpPr>
          <p:cNvPr id="116" name="Text Box 117"/>
          <p:cNvSpPr txBox="1">
            <a:spLocks noChangeArrowheads="1"/>
          </p:cNvSpPr>
          <p:nvPr/>
        </p:nvSpPr>
        <p:spPr bwMode="auto">
          <a:xfrm>
            <a:off x="4607301" y="1149692"/>
            <a:ext cx="9877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00">
                <a:latin typeface="Times New Roman" panose="02020603050405020304" pitchFamily="18" charset="0"/>
              </a:rPr>
              <a:t>AXIS </a:t>
            </a:r>
          </a:p>
          <a:p>
            <a:pPr algn="ctr" eaLnBrk="1" hangingPunct="1"/>
            <a:r>
              <a:rPr lang="en-US" altLang="en-US" sz="1000">
                <a:solidFill>
                  <a:srgbClr val="FF0000"/>
                </a:solidFill>
                <a:latin typeface="Times New Roman" panose="02020603050405020304" pitchFamily="18" charset="0"/>
              </a:rPr>
              <a:t>INCLINED HP</a:t>
            </a:r>
          </a:p>
        </p:txBody>
      </p:sp>
      <p:sp>
        <p:nvSpPr>
          <p:cNvPr id="117" name="Text Box 118"/>
          <p:cNvSpPr txBox="1">
            <a:spLocks noChangeArrowheads="1"/>
          </p:cNvSpPr>
          <p:nvPr/>
        </p:nvSpPr>
        <p:spPr bwMode="auto">
          <a:xfrm>
            <a:off x="5280401" y="2762592"/>
            <a:ext cx="9877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00">
                <a:latin typeface="Times New Roman" panose="02020603050405020304" pitchFamily="18" charset="0"/>
              </a:rPr>
              <a:t>AXIS </a:t>
            </a:r>
          </a:p>
          <a:p>
            <a:pPr algn="ctr" eaLnBrk="1" hangingPunct="1"/>
            <a:r>
              <a:rPr lang="en-US" altLang="en-US" sz="1000">
                <a:solidFill>
                  <a:srgbClr val="FF0000"/>
                </a:solidFill>
                <a:latin typeface="Times New Roman" panose="02020603050405020304" pitchFamily="18" charset="0"/>
              </a:rPr>
              <a:t>INCLINED VP</a:t>
            </a:r>
          </a:p>
        </p:txBody>
      </p:sp>
      <p:grpSp>
        <p:nvGrpSpPr>
          <p:cNvPr id="118" name="Group 119"/>
          <p:cNvGrpSpPr>
            <a:grpSpLocks/>
          </p:cNvGrpSpPr>
          <p:nvPr/>
        </p:nvGrpSpPr>
        <p:grpSpPr bwMode="auto">
          <a:xfrm>
            <a:off x="2173785" y="5810059"/>
            <a:ext cx="1066800" cy="542925"/>
            <a:chOff x="2016" y="3750"/>
            <a:chExt cx="672" cy="342"/>
          </a:xfrm>
        </p:grpSpPr>
        <p:sp>
          <p:nvSpPr>
            <p:cNvPr id="119" name="Text Box 120"/>
            <p:cNvSpPr txBox="1">
              <a:spLocks noChangeArrowheads="1"/>
            </p:cNvSpPr>
            <p:nvPr/>
          </p:nvSpPr>
          <p:spPr bwMode="auto">
            <a:xfrm>
              <a:off x="2016" y="3840"/>
              <a:ext cx="67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000">
                  <a:latin typeface="Times New Roman" panose="02020603050405020304" pitchFamily="18" charset="0"/>
                </a:rPr>
                <a:t>AXIS         </a:t>
              </a:r>
              <a:r>
                <a:rPr lang="en-US" altLang="en-US" sz="1000">
                  <a:solidFill>
                    <a:srgbClr val="FF0000"/>
                  </a:solidFill>
                  <a:latin typeface="Times New Roman" panose="02020603050405020304" pitchFamily="18" charset="0"/>
                </a:rPr>
                <a:t>TO VP</a:t>
              </a:r>
              <a:endParaRPr lang="en-US" altLang="en-US" sz="1000">
                <a:latin typeface="Times New Roman" panose="02020603050405020304" pitchFamily="18" charset="0"/>
              </a:endParaRPr>
            </a:p>
          </p:txBody>
        </p:sp>
        <p:grpSp>
          <p:nvGrpSpPr>
            <p:cNvPr id="120" name="Group 121"/>
            <p:cNvGrpSpPr>
              <a:grpSpLocks/>
            </p:cNvGrpSpPr>
            <p:nvPr/>
          </p:nvGrpSpPr>
          <p:grpSpPr bwMode="auto">
            <a:xfrm>
              <a:off x="2268" y="3750"/>
              <a:ext cx="216" cy="194"/>
              <a:chOff x="2496" y="4032"/>
              <a:chExt cx="216" cy="194"/>
            </a:xfrm>
          </p:grpSpPr>
          <p:grpSp>
            <p:nvGrpSpPr>
              <p:cNvPr id="121" name="Group 122"/>
              <p:cNvGrpSpPr>
                <a:grpSpLocks/>
              </p:cNvGrpSpPr>
              <p:nvPr/>
            </p:nvGrpSpPr>
            <p:grpSpPr bwMode="auto">
              <a:xfrm>
                <a:off x="2496" y="4128"/>
                <a:ext cx="96" cy="96"/>
                <a:chOff x="2688" y="3888"/>
                <a:chExt cx="96" cy="96"/>
              </a:xfrm>
            </p:grpSpPr>
            <p:sp>
              <p:nvSpPr>
                <p:cNvPr id="123" name="Line 123"/>
                <p:cNvSpPr>
                  <a:spLocks noChangeShapeType="1"/>
                </p:cNvSpPr>
                <p:nvPr/>
              </p:nvSpPr>
              <p:spPr bwMode="auto">
                <a:xfrm>
                  <a:off x="2736" y="3888"/>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24" name="Line 124"/>
                <p:cNvSpPr>
                  <a:spLocks noChangeShapeType="1"/>
                </p:cNvSpPr>
                <p:nvPr/>
              </p:nvSpPr>
              <p:spPr bwMode="auto">
                <a:xfrm>
                  <a:off x="2688" y="3984"/>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122" name="Text Box 125"/>
              <p:cNvSpPr txBox="1">
                <a:spLocks noChangeArrowheads="1"/>
              </p:cNvSpPr>
              <p:nvPr/>
            </p:nvSpPr>
            <p:spPr bwMode="auto">
              <a:xfrm>
                <a:off x="2508" y="4032"/>
                <a:ext cx="20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er</a:t>
                </a:r>
              </a:p>
            </p:txBody>
          </p:sp>
        </p:grpSp>
      </p:grpSp>
      <p:sp>
        <p:nvSpPr>
          <p:cNvPr id="125" name="Text Box 126"/>
          <p:cNvSpPr txBox="1">
            <a:spLocks noChangeArrowheads="1"/>
          </p:cNvSpPr>
          <p:nvPr/>
        </p:nvSpPr>
        <p:spPr bwMode="auto">
          <a:xfrm>
            <a:off x="3106265" y="5924359"/>
            <a:ext cx="8242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00" dirty="0">
                <a:latin typeface="Times New Roman" panose="02020603050405020304" pitchFamily="18" charset="0"/>
              </a:rPr>
              <a:t>AXIS </a:t>
            </a:r>
          </a:p>
          <a:p>
            <a:pPr algn="ctr" eaLnBrk="1" hangingPunct="1"/>
            <a:r>
              <a:rPr lang="en-US" altLang="en-US" sz="1000" dirty="0">
                <a:solidFill>
                  <a:srgbClr val="FF0000"/>
                </a:solidFill>
                <a:latin typeface="Times New Roman" panose="02020603050405020304" pitchFamily="18" charset="0"/>
              </a:rPr>
              <a:t>INCLINED</a:t>
            </a:r>
            <a:r>
              <a:rPr lang="en-US" altLang="en-US" sz="1000" dirty="0">
                <a:latin typeface="Times New Roman" panose="02020603050405020304" pitchFamily="18" charset="0"/>
              </a:rPr>
              <a:t> </a:t>
            </a:r>
          </a:p>
          <a:p>
            <a:pPr algn="ctr" eaLnBrk="1" hangingPunct="1"/>
            <a:r>
              <a:rPr lang="en-US" altLang="en-US" sz="1000" dirty="0">
                <a:solidFill>
                  <a:srgbClr val="FF0000"/>
                </a:solidFill>
                <a:latin typeface="Times New Roman" panose="02020603050405020304" pitchFamily="18" charset="0"/>
              </a:rPr>
              <a:t>VP</a:t>
            </a:r>
          </a:p>
        </p:txBody>
      </p:sp>
      <p:sp>
        <p:nvSpPr>
          <p:cNvPr id="126" name="Text Box 127"/>
          <p:cNvSpPr txBox="1">
            <a:spLocks noChangeArrowheads="1"/>
          </p:cNvSpPr>
          <p:nvPr/>
        </p:nvSpPr>
        <p:spPr bwMode="auto">
          <a:xfrm>
            <a:off x="3478537" y="4257484"/>
            <a:ext cx="9877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00">
                <a:latin typeface="Times New Roman" panose="02020603050405020304" pitchFamily="18" charset="0"/>
              </a:rPr>
              <a:t>AXIS </a:t>
            </a:r>
          </a:p>
          <a:p>
            <a:pPr algn="ctr" eaLnBrk="1" hangingPunct="1"/>
            <a:r>
              <a:rPr lang="en-US" altLang="en-US" sz="1000">
                <a:solidFill>
                  <a:srgbClr val="FF0000"/>
                </a:solidFill>
                <a:latin typeface="Times New Roman" panose="02020603050405020304" pitchFamily="18" charset="0"/>
              </a:rPr>
              <a:t>INCLINED HP</a:t>
            </a:r>
          </a:p>
        </p:txBody>
      </p:sp>
      <p:grpSp>
        <p:nvGrpSpPr>
          <p:cNvPr id="127" name="Group 128"/>
          <p:cNvGrpSpPr>
            <a:grpSpLocks/>
          </p:cNvGrpSpPr>
          <p:nvPr/>
        </p:nvGrpSpPr>
        <p:grpSpPr bwMode="auto">
          <a:xfrm>
            <a:off x="6778625" y="5403850"/>
            <a:ext cx="1066800" cy="542925"/>
            <a:chOff x="2016" y="3750"/>
            <a:chExt cx="672" cy="342"/>
          </a:xfrm>
        </p:grpSpPr>
        <p:sp>
          <p:nvSpPr>
            <p:cNvPr id="128" name="Text Box 129"/>
            <p:cNvSpPr txBox="1">
              <a:spLocks noChangeArrowheads="1"/>
            </p:cNvSpPr>
            <p:nvPr/>
          </p:nvSpPr>
          <p:spPr bwMode="auto">
            <a:xfrm>
              <a:off x="2016" y="3840"/>
              <a:ext cx="67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000">
                  <a:latin typeface="Times New Roman" panose="02020603050405020304" pitchFamily="18" charset="0"/>
                </a:rPr>
                <a:t>AXIS         </a:t>
              </a:r>
              <a:r>
                <a:rPr lang="en-US" altLang="en-US" sz="1000">
                  <a:solidFill>
                    <a:srgbClr val="FF0000"/>
                  </a:solidFill>
                  <a:latin typeface="Times New Roman" panose="02020603050405020304" pitchFamily="18" charset="0"/>
                </a:rPr>
                <a:t>TO VP</a:t>
              </a:r>
              <a:endParaRPr lang="en-US" altLang="en-US" sz="1000">
                <a:latin typeface="Times New Roman" panose="02020603050405020304" pitchFamily="18" charset="0"/>
              </a:endParaRPr>
            </a:p>
          </p:txBody>
        </p:sp>
        <p:grpSp>
          <p:nvGrpSpPr>
            <p:cNvPr id="129" name="Group 130"/>
            <p:cNvGrpSpPr>
              <a:grpSpLocks/>
            </p:cNvGrpSpPr>
            <p:nvPr/>
          </p:nvGrpSpPr>
          <p:grpSpPr bwMode="auto">
            <a:xfrm>
              <a:off x="2268" y="3750"/>
              <a:ext cx="216" cy="194"/>
              <a:chOff x="2496" y="4032"/>
              <a:chExt cx="216" cy="194"/>
            </a:xfrm>
          </p:grpSpPr>
          <p:grpSp>
            <p:nvGrpSpPr>
              <p:cNvPr id="130" name="Group 131"/>
              <p:cNvGrpSpPr>
                <a:grpSpLocks/>
              </p:cNvGrpSpPr>
              <p:nvPr/>
            </p:nvGrpSpPr>
            <p:grpSpPr bwMode="auto">
              <a:xfrm>
                <a:off x="2496" y="4128"/>
                <a:ext cx="96" cy="96"/>
                <a:chOff x="2688" y="3888"/>
                <a:chExt cx="96" cy="96"/>
              </a:xfrm>
            </p:grpSpPr>
            <p:sp>
              <p:nvSpPr>
                <p:cNvPr id="132" name="Line 132"/>
                <p:cNvSpPr>
                  <a:spLocks noChangeShapeType="1"/>
                </p:cNvSpPr>
                <p:nvPr/>
              </p:nvSpPr>
              <p:spPr bwMode="auto">
                <a:xfrm>
                  <a:off x="2736" y="3888"/>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3" name="Line 133"/>
                <p:cNvSpPr>
                  <a:spLocks noChangeShapeType="1"/>
                </p:cNvSpPr>
                <p:nvPr/>
              </p:nvSpPr>
              <p:spPr bwMode="auto">
                <a:xfrm>
                  <a:off x="2688" y="3984"/>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131" name="Text Box 134"/>
              <p:cNvSpPr txBox="1">
                <a:spLocks noChangeArrowheads="1"/>
              </p:cNvSpPr>
              <p:nvPr/>
            </p:nvSpPr>
            <p:spPr bwMode="auto">
              <a:xfrm>
                <a:off x="2508" y="4032"/>
                <a:ext cx="20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er</a:t>
                </a:r>
              </a:p>
            </p:txBody>
          </p:sp>
        </p:grpSp>
      </p:grpSp>
      <p:sp>
        <p:nvSpPr>
          <p:cNvPr id="134" name="Text Box 135"/>
          <p:cNvSpPr txBox="1">
            <a:spLocks noChangeArrowheads="1"/>
          </p:cNvSpPr>
          <p:nvPr/>
        </p:nvSpPr>
        <p:spPr bwMode="auto">
          <a:xfrm>
            <a:off x="7657130" y="5480050"/>
            <a:ext cx="8242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00">
                <a:latin typeface="Times New Roman" panose="02020603050405020304" pitchFamily="18" charset="0"/>
              </a:rPr>
              <a:t>AXIS </a:t>
            </a:r>
          </a:p>
          <a:p>
            <a:pPr algn="ctr" eaLnBrk="1" hangingPunct="1"/>
            <a:r>
              <a:rPr lang="en-US" altLang="en-US" sz="1000">
                <a:solidFill>
                  <a:srgbClr val="FF0000"/>
                </a:solidFill>
                <a:latin typeface="Times New Roman" panose="02020603050405020304" pitchFamily="18" charset="0"/>
              </a:rPr>
              <a:t>INCLINED</a:t>
            </a:r>
            <a:r>
              <a:rPr lang="en-US" altLang="en-US" sz="1000">
                <a:latin typeface="Times New Roman" panose="02020603050405020304" pitchFamily="18" charset="0"/>
              </a:rPr>
              <a:t> </a:t>
            </a:r>
          </a:p>
          <a:p>
            <a:pPr algn="ctr" eaLnBrk="1" hangingPunct="1"/>
            <a:r>
              <a:rPr lang="en-US" altLang="en-US" sz="1000">
                <a:solidFill>
                  <a:srgbClr val="FF0000"/>
                </a:solidFill>
                <a:latin typeface="Times New Roman" panose="02020603050405020304" pitchFamily="18" charset="0"/>
              </a:rPr>
              <a:t>VP</a:t>
            </a:r>
          </a:p>
        </p:txBody>
      </p:sp>
      <p:sp>
        <p:nvSpPr>
          <p:cNvPr id="135" name="Text Box 136"/>
          <p:cNvSpPr txBox="1">
            <a:spLocks noChangeArrowheads="1"/>
          </p:cNvSpPr>
          <p:nvPr/>
        </p:nvSpPr>
        <p:spPr bwMode="auto">
          <a:xfrm>
            <a:off x="8029402" y="3822700"/>
            <a:ext cx="9877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00">
                <a:latin typeface="Times New Roman" panose="02020603050405020304" pitchFamily="18" charset="0"/>
              </a:rPr>
              <a:t>AXIS </a:t>
            </a:r>
          </a:p>
          <a:p>
            <a:pPr algn="ctr" eaLnBrk="1" hangingPunct="1"/>
            <a:r>
              <a:rPr lang="en-US" altLang="en-US" sz="1000">
                <a:solidFill>
                  <a:srgbClr val="FF0000"/>
                </a:solidFill>
                <a:latin typeface="Times New Roman" panose="02020603050405020304" pitchFamily="18" charset="0"/>
              </a:rPr>
              <a:t>INCLINED HP</a:t>
            </a:r>
          </a:p>
        </p:txBody>
      </p:sp>
      <p:sp>
        <p:nvSpPr>
          <p:cNvPr id="136" name="Text Box 137"/>
          <p:cNvSpPr txBox="1">
            <a:spLocks noChangeArrowheads="1"/>
          </p:cNvSpPr>
          <p:nvPr/>
        </p:nvSpPr>
        <p:spPr bwMode="auto">
          <a:xfrm>
            <a:off x="822067" y="176853"/>
            <a:ext cx="80158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dirty="0">
                <a:solidFill>
                  <a:schemeClr val="accent2"/>
                </a:solidFill>
                <a:latin typeface="Times New Roman" panose="02020603050405020304" pitchFamily="18" charset="0"/>
              </a:rPr>
              <a:t>GENERAL PATTERN ( THREE STEPS ) OF SOLUTION:</a:t>
            </a:r>
          </a:p>
        </p:txBody>
      </p:sp>
      <p:sp>
        <p:nvSpPr>
          <p:cNvPr id="137" name="Text Box 138"/>
          <p:cNvSpPr txBox="1">
            <a:spLocks noChangeArrowheads="1"/>
          </p:cNvSpPr>
          <p:nvPr/>
        </p:nvSpPr>
        <p:spPr bwMode="auto">
          <a:xfrm>
            <a:off x="242217" y="638518"/>
            <a:ext cx="184204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dirty="0">
                <a:latin typeface="Times New Roman" panose="02020603050405020304" pitchFamily="18" charset="0"/>
              </a:rPr>
              <a:t>GROUP B SOLID.</a:t>
            </a:r>
          </a:p>
          <a:p>
            <a:pPr algn="ctr" eaLnBrk="1" hangingPunct="1"/>
            <a:r>
              <a:rPr lang="en-US" altLang="en-US" sz="1600" b="1" dirty="0">
                <a:latin typeface="Times New Roman" panose="02020603050405020304" pitchFamily="18" charset="0"/>
              </a:rPr>
              <a:t>CONE</a:t>
            </a:r>
          </a:p>
        </p:txBody>
      </p:sp>
      <p:sp>
        <p:nvSpPr>
          <p:cNvPr id="138" name="Text Box 139"/>
          <p:cNvSpPr txBox="1">
            <a:spLocks noChangeArrowheads="1"/>
          </p:cNvSpPr>
          <p:nvPr/>
        </p:nvSpPr>
        <p:spPr bwMode="auto">
          <a:xfrm>
            <a:off x="4152017" y="613078"/>
            <a:ext cx="18305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dirty="0">
                <a:latin typeface="Times New Roman" panose="02020603050405020304" pitchFamily="18" charset="0"/>
              </a:rPr>
              <a:t>GROUP A SOLID.</a:t>
            </a:r>
          </a:p>
          <a:p>
            <a:pPr algn="ctr" eaLnBrk="1" hangingPunct="1"/>
            <a:r>
              <a:rPr lang="en-US" altLang="en-US" sz="1600" b="1" dirty="0">
                <a:latin typeface="Times New Roman" panose="02020603050405020304" pitchFamily="18" charset="0"/>
              </a:rPr>
              <a:t>CYLINDER</a:t>
            </a:r>
          </a:p>
        </p:txBody>
      </p:sp>
      <p:sp>
        <p:nvSpPr>
          <p:cNvPr id="139" name="Text Box 140"/>
          <p:cNvSpPr txBox="1">
            <a:spLocks noChangeArrowheads="1"/>
          </p:cNvSpPr>
          <p:nvPr/>
        </p:nvSpPr>
        <p:spPr bwMode="auto">
          <a:xfrm>
            <a:off x="2346812" y="3773443"/>
            <a:ext cx="184204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dirty="0">
                <a:latin typeface="Times New Roman" panose="02020603050405020304" pitchFamily="18" charset="0"/>
              </a:rPr>
              <a:t>GROUP B SOLID.</a:t>
            </a:r>
          </a:p>
          <a:p>
            <a:pPr algn="ctr" eaLnBrk="1" hangingPunct="1"/>
            <a:r>
              <a:rPr lang="en-US" altLang="en-US" sz="1600" b="1" dirty="0">
                <a:latin typeface="Times New Roman" panose="02020603050405020304" pitchFamily="18" charset="0"/>
              </a:rPr>
              <a:t>CONE</a:t>
            </a:r>
          </a:p>
        </p:txBody>
      </p:sp>
      <p:sp>
        <p:nvSpPr>
          <p:cNvPr id="140" name="Text Box 141"/>
          <p:cNvSpPr txBox="1">
            <a:spLocks noChangeArrowheads="1"/>
          </p:cNvSpPr>
          <p:nvPr/>
        </p:nvSpPr>
        <p:spPr bwMode="auto">
          <a:xfrm>
            <a:off x="7060318" y="3406775"/>
            <a:ext cx="183056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a:latin typeface="Times New Roman" panose="02020603050405020304" pitchFamily="18" charset="0"/>
              </a:rPr>
              <a:t>GROUP A SOLID.</a:t>
            </a:r>
          </a:p>
          <a:p>
            <a:pPr algn="ctr" eaLnBrk="1" hangingPunct="1"/>
            <a:r>
              <a:rPr lang="en-US" altLang="en-US" sz="1600" b="1">
                <a:latin typeface="Times New Roman" panose="02020603050405020304" pitchFamily="18" charset="0"/>
              </a:rPr>
              <a:t>CYLINDER</a:t>
            </a:r>
          </a:p>
        </p:txBody>
      </p:sp>
      <p:sp>
        <p:nvSpPr>
          <p:cNvPr id="141" name="Text Box 142"/>
          <p:cNvSpPr txBox="1">
            <a:spLocks noChangeArrowheads="1"/>
          </p:cNvSpPr>
          <p:nvPr/>
        </p:nvSpPr>
        <p:spPr bwMode="auto">
          <a:xfrm>
            <a:off x="39208" y="3208452"/>
            <a:ext cx="228299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dirty="0">
                <a:latin typeface="Times New Roman" panose="02020603050405020304" pitchFamily="18" charset="0"/>
              </a:rPr>
              <a:t>Three steps</a:t>
            </a:r>
          </a:p>
          <a:p>
            <a:pPr algn="ctr" eaLnBrk="1" hangingPunct="1"/>
            <a:r>
              <a:rPr lang="en-US" altLang="en-US" sz="1600" b="1" dirty="0">
                <a:latin typeface="Times New Roman" panose="02020603050405020304" pitchFamily="18" charset="0"/>
              </a:rPr>
              <a:t>If solid is inclined to </a:t>
            </a:r>
            <a:r>
              <a:rPr lang="en-US" altLang="en-US" sz="1600" b="1" dirty="0" err="1">
                <a:latin typeface="Times New Roman" panose="02020603050405020304" pitchFamily="18" charset="0"/>
              </a:rPr>
              <a:t>Hp</a:t>
            </a:r>
            <a:endParaRPr lang="en-US" altLang="en-US" sz="1600" b="1" dirty="0">
              <a:latin typeface="Times New Roman" panose="02020603050405020304" pitchFamily="18" charset="0"/>
            </a:endParaRPr>
          </a:p>
        </p:txBody>
      </p:sp>
      <p:sp>
        <p:nvSpPr>
          <p:cNvPr id="142" name="Text Box 143"/>
          <p:cNvSpPr txBox="1">
            <a:spLocks noChangeArrowheads="1"/>
          </p:cNvSpPr>
          <p:nvPr/>
        </p:nvSpPr>
        <p:spPr bwMode="auto">
          <a:xfrm>
            <a:off x="3981120" y="3194392"/>
            <a:ext cx="228299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a:latin typeface="Times New Roman" panose="02020603050405020304" pitchFamily="18" charset="0"/>
              </a:rPr>
              <a:t>Three steps</a:t>
            </a:r>
          </a:p>
          <a:p>
            <a:pPr algn="ctr" eaLnBrk="1" hangingPunct="1"/>
            <a:r>
              <a:rPr lang="en-US" altLang="en-US" sz="1600" b="1">
                <a:latin typeface="Times New Roman" panose="02020603050405020304" pitchFamily="18" charset="0"/>
              </a:rPr>
              <a:t>If solid is inclined to Hp</a:t>
            </a:r>
          </a:p>
        </p:txBody>
      </p:sp>
      <p:sp>
        <p:nvSpPr>
          <p:cNvPr id="143" name="Text Box 144"/>
          <p:cNvSpPr txBox="1">
            <a:spLocks noChangeArrowheads="1"/>
          </p:cNvSpPr>
          <p:nvPr/>
        </p:nvSpPr>
        <p:spPr bwMode="auto">
          <a:xfrm>
            <a:off x="6913017" y="5997575"/>
            <a:ext cx="226645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a:latin typeface="Times New Roman" panose="02020603050405020304" pitchFamily="18" charset="0"/>
              </a:rPr>
              <a:t>Three steps</a:t>
            </a:r>
          </a:p>
          <a:p>
            <a:pPr algn="ctr" eaLnBrk="1" hangingPunct="1"/>
            <a:r>
              <a:rPr lang="en-US" altLang="en-US" sz="1600" b="1">
                <a:latin typeface="Times New Roman" panose="02020603050405020304" pitchFamily="18" charset="0"/>
              </a:rPr>
              <a:t>If solid is inclined to Vp</a:t>
            </a:r>
          </a:p>
        </p:txBody>
      </p:sp>
      <p:sp>
        <p:nvSpPr>
          <p:cNvPr id="144" name="Text Box 146"/>
          <p:cNvSpPr txBox="1">
            <a:spLocks noChangeArrowheads="1"/>
          </p:cNvSpPr>
          <p:nvPr/>
        </p:nvSpPr>
        <p:spPr bwMode="auto">
          <a:xfrm>
            <a:off x="2287188" y="6338932"/>
            <a:ext cx="274601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b="1" dirty="0">
                <a:latin typeface="Times New Roman" panose="02020603050405020304" pitchFamily="18" charset="0"/>
              </a:rPr>
              <a:t>Three steps</a:t>
            </a:r>
          </a:p>
          <a:p>
            <a:pPr algn="ctr" eaLnBrk="1" hangingPunct="1"/>
            <a:r>
              <a:rPr lang="en-US" altLang="en-US" sz="1600" b="1" dirty="0">
                <a:latin typeface="Times New Roman" panose="02020603050405020304" pitchFamily="18" charset="0"/>
              </a:rPr>
              <a:t>If solid is inclined to </a:t>
            </a:r>
            <a:r>
              <a:rPr lang="en-US" altLang="en-US" sz="1600" b="1" dirty="0" err="1">
                <a:latin typeface="Times New Roman" panose="02020603050405020304" pitchFamily="18" charset="0"/>
              </a:rPr>
              <a:t>Vp</a:t>
            </a:r>
            <a:endParaRPr lang="en-US" altLang="en-US" sz="1600" b="1" dirty="0">
              <a:latin typeface="Times New Roman" panose="02020603050405020304" pitchFamily="18" charset="0"/>
            </a:endParaRPr>
          </a:p>
        </p:txBody>
      </p:sp>
    </p:spTree>
    <p:extLst>
      <p:ext uri="{BB962C8B-B14F-4D97-AF65-F5344CB8AC3E}">
        <p14:creationId xmlns:p14="http://schemas.microsoft.com/office/powerpoint/2010/main" val="525198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Line 2"/>
          <p:cNvSpPr>
            <a:spLocks noChangeShapeType="1"/>
          </p:cNvSpPr>
          <p:nvPr/>
        </p:nvSpPr>
        <p:spPr bwMode="auto">
          <a:xfrm>
            <a:off x="457200" y="4114800"/>
            <a:ext cx="7315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39" name="Text Box 3"/>
          <p:cNvSpPr txBox="1">
            <a:spLocks noChangeArrowheads="1"/>
          </p:cNvSpPr>
          <p:nvPr/>
        </p:nvSpPr>
        <p:spPr bwMode="auto">
          <a:xfrm>
            <a:off x="0" y="3733800"/>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X</a:t>
            </a:r>
          </a:p>
        </p:txBody>
      </p:sp>
      <p:sp>
        <p:nvSpPr>
          <p:cNvPr id="14340" name="Text Box 4"/>
          <p:cNvSpPr txBox="1">
            <a:spLocks noChangeArrowheads="1"/>
          </p:cNvSpPr>
          <p:nvPr/>
        </p:nvSpPr>
        <p:spPr bwMode="auto">
          <a:xfrm>
            <a:off x="7543800" y="3581400"/>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Y</a:t>
            </a:r>
          </a:p>
        </p:txBody>
      </p:sp>
      <p:sp>
        <p:nvSpPr>
          <p:cNvPr id="14341" name="Line 5"/>
          <p:cNvSpPr>
            <a:spLocks noChangeShapeType="1"/>
          </p:cNvSpPr>
          <p:nvPr/>
        </p:nvSpPr>
        <p:spPr bwMode="auto">
          <a:xfrm flipH="1">
            <a:off x="990600" y="4591050"/>
            <a:ext cx="11430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42" name="Line 6"/>
          <p:cNvSpPr>
            <a:spLocks noChangeShapeType="1"/>
          </p:cNvSpPr>
          <p:nvPr/>
        </p:nvSpPr>
        <p:spPr bwMode="auto">
          <a:xfrm>
            <a:off x="990600" y="4572000"/>
            <a:ext cx="11430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43" name="Text Box 7"/>
          <p:cNvSpPr txBox="1">
            <a:spLocks noChangeArrowheads="1"/>
          </p:cNvSpPr>
          <p:nvPr/>
        </p:nvSpPr>
        <p:spPr bwMode="auto">
          <a:xfrm>
            <a:off x="685800" y="4343400"/>
            <a:ext cx="3433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a</a:t>
            </a:r>
          </a:p>
        </p:txBody>
      </p:sp>
      <p:sp>
        <p:nvSpPr>
          <p:cNvPr id="14344" name="Text Box 8"/>
          <p:cNvSpPr txBox="1">
            <a:spLocks noChangeArrowheads="1"/>
          </p:cNvSpPr>
          <p:nvPr/>
        </p:nvSpPr>
        <p:spPr bwMode="auto">
          <a:xfrm>
            <a:off x="685800" y="5334000"/>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b</a:t>
            </a:r>
          </a:p>
        </p:txBody>
      </p:sp>
      <p:sp>
        <p:nvSpPr>
          <p:cNvPr id="14345" name="Text Box 9"/>
          <p:cNvSpPr txBox="1">
            <a:spLocks noChangeArrowheads="1"/>
          </p:cNvSpPr>
          <p:nvPr/>
        </p:nvSpPr>
        <p:spPr bwMode="auto">
          <a:xfrm>
            <a:off x="2095500" y="5353050"/>
            <a:ext cx="3433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c</a:t>
            </a:r>
          </a:p>
        </p:txBody>
      </p:sp>
      <p:sp>
        <p:nvSpPr>
          <p:cNvPr id="14346" name="Text Box 10"/>
          <p:cNvSpPr txBox="1">
            <a:spLocks noChangeArrowheads="1"/>
          </p:cNvSpPr>
          <p:nvPr/>
        </p:nvSpPr>
        <p:spPr bwMode="auto">
          <a:xfrm>
            <a:off x="2076450" y="4343400"/>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d</a:t>
            </a:r>
          </a:p>
        </p:txBody>
      </p:sp>
      <p:sp>
        <p:nvSpPr>
          <p:cNvPr id="14347" name="Text Box 11"/>
          <p:cNvSpPr txBox="1">
            <a:spLocks noChangeArrowheads="1"/>
          </p:cNvSpPr>
          <p:nvPr/>
        </p:nvSpPr>
        <p:spPr bwMode="auto">
          <a:xfrm>
            <a:off x="1409700" y="5048250"/>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o</a:t>
            </a:r>
          </a:p>
        </p:txBody>
      </p:sp>
      <p:sp>
        <p:nvSpPr>
          <p:cNvPr id="14348" name="Line 12"/>
          <p:cNvSpPr>
            <a:spLocks noChangeShapeType="1"/>
          </p:cNvSpPr>
          <p:nvPr/>
        </p:nvSpPr>
        <p:spPr bwMode="auto">
          <a:xfrm flipV="1">
            <a:off x="990600" y="41148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49" name="Line 13"/>
          <p:cNvSpPr>
            <a:spLocks noChangeShapeType="1"/>
          </p:cNvSpPr>
          <p:nvPr/>
        </p:nvSpPr>
        <p:spPr bwMode="auto">
          <a:xfrm flipV="1">
            <a:off x="2133600" y="41148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50" name="Line 14"/>
          <p:cNvSpPr>
            <a:spLocks noChangeShapeType="1"/>
          </p:cNvSpPr>
          <p:nvPr/>
        </p:nvSpPr>
        <p:spPr bwMode="auto">
          <a:xfrm flipH="1" flipV="1">
            <a:off x="1581150" y="2209800"/>
            <a:ext cx="0" cy="198120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51" name="Line 15"/>
          <p:cNvSpPr>
            <a:spLocks noChangeShapeType="1"/>
          </p:cNvSpPr>
          <p:nvPr/>
        </p:nvSpPr>
        <p:spPr bwMode="auto">
          <a:xfrm flipH="1">
            <a:off x="990600" y="2438400"/>
            <a:ext cx="609600" cy="167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52" name="Line 16"/>
          <p:cNvSpPr>
            <a:spLocks noChangeShapeType="1"/>
          </p:cNvSpPr>
          <p:nvPr/>
        </p:nvSpPr>
        <p:spPr bwMode="auto">
          <a:xfrm>
            <a:off x="1562100" y="2476500"/>
            <a:ext cx="609600" cy="167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53" name="Line 17"/>
          <p:cNvSpPr>
            <a:spLocks noChangeShapeType="1"/>
          </p:cNvSpPr>
          <p:nvPr/>
        </p:nvSpPr>
        <p:spPr bwMode="auto">
          <a:xfrm>
            <a:off x="990600" y="4591050"/>
            <a:ext cx="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54" name="Line 18"/>
          <p:cNvSpPr>
            <a:spLocks noChangeShapeType="1"/>
          </p:cNvSpPr>
          <p:nvPr/>
        </p:nvSpPr>
        <p:spPr bwMode="auto">
          <a:xfrm>
            <a:off x="990600" y="5657850"/>
            <a:ext cx="1143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55" name="Line 19"/>
          <p:cNvSpPr>
            <a:spLocks noChangeShapeType="1"/>
          </p:cNvSpPr>
          <p:nvPr/>
        </p:nvSpPr>
        <p:spPr bwMode="auto">
          <a:xfrm>
            <a:off x="990600" y="4591050"/>
            <a:ext cx="1143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56" name="Line 20"/>
          <p:cNvSpPr>
            <a:spLocks noChangeShapeType="1"/>
          </p:cNvSpPr>
          <p:nvPr/>
        </p:nvSpPr>
        <p:spPr bwMode="auto">
          <a:xfrm>
            <a:off x="2133600" y="4591050"/>
            <a:ext cx="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57" name="Text Box 21"/>
          <p:cNvSpPr txBox="1">
            <a:spLocks noChangeArrowheads="1"/>
          </p:cNvSpPr>
          <p:nvPr/>
        </p:nvSpPr>
        <p:spPr bwMode="auto">
          <a:xfrm>
            <a:off x="1543050" y="2209800"/>
            <a:ext cx="484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o’</a:t>
            </a:r>
          </a:p>
        </p:txBody>
      </p:sp>
      <p:sp>
        <p:nvSpPr>
          <p:cNvPr id="14358" name="Text Box 22"/>
          <p:cNvSpPr txBox="1">
            <a:spLocks noChangeArrowheads="1"/>
          </p:cNvSpPr>
          <p:nvPr/>
        </p:nvSpPr>
        <p:spPr bwMode="auto">
          <a:xfrm>
            <a:off x="2228850" y="3733800"/>
            <a:ext cx="484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d’</a:t>
            </a:r>
          </a:p>
        </p:txBody>
      </p:sp>
      <p:sp>
        <p:nvSpPr>
          <p:cNvPr id="14359" name="Text Box 23"/>
          <p:cNvSpPr txBox="1">
            <a:spLocks noChangeArrowheads="1"/>
          </p:cNvSpPr>
          <p:nvPr/>
        </p:nvSpPr>
        <p:spPr bwMode="auto">
          <a:xfrm>
            <a:off x="2057400" y="3733800"/>
            <a:ext cx="4635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c’</a:t>
            </a:r>
          </a:p>
        </p:txBody>
      </p:sp>
      <p:sp>
        <p:nvSpPr>
          <p:cNvPr id="14360" name="Text Box 24"/>
          <p:cNvSpPr txBox="1">
            <a:spLocks noChangeArrowheads="1"/>
          </p:cNvSpPr>
          <p:nvPr/>
        </p:nvSpPr>
        <p:spPr bwMode="auto">
          <a:xfrm>
            <a:off x="723900" y="3733800"/>
            <a:ext cx="484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b’</a:t>
            </a:r>
          </a:p>
        </p:txBody>
      </p:sp>
      <p:sp>
        <p:nvSpPr>
          <p:cNvPr id="14361" name="Text Box 25"/>
          <p:cNvSpPr txBox="1">
            <a:spLocks noChangeArrowheads="1"/>
          </p:cNvSpPr>
          <p:nvPr/>
        </p:nvSpPr>
        <p:spPr bwMode="auto">
          <a:xfrm>
            <a:off x="495300" y="3714750"/>
            <a:ext cx="4635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a’</a:t>
            </a:r>
          </a:p>
        </p:txBody>
      </p:sp>
      <p:grpSp>
        <p:nvGrpSpPr>
          <p:cNvPr id="14362" name="Group 26"/>
          <p:cNvGrpSpPr>
            <a:grpSpLocks/>
          </p:cNvGrpSpPr>
          <p:nvPr/>
        </p:nvGrpSpPr>
        <p:grpSpPr bwMode="auto">
          <a:xfrm>
            <a:off x="2895601" y="2776538"/>
            <a:ext cx="2090738" cy="2216150"/>
            <a:chOff x="1824" y="1557"/>
            <a:chExt cx="1317" cy="1396"/>
          </a:xfrm>
        </p:grpSpPr>
        <p:grpSp>
          <p:nvGrpSpPr>
            <p:cNvPr id="13424" name="Group 27"/>
            <p:cNvGrpSpPr>
              <a:grpSpLocks/>
            </p:cNvGrpSpPr>
            <p:nvPr/>
          </p:nvGrpSpPr>
          <p:grpSpPr bwMode="auto">
            <a:xfrm rot="6624581">
              <a:off x="1798" y="1610"/>
              <a:ext cx="1396" cy="1290"/>
              <a:chOff x="394" y="1275"/>
              <a:chExt cx="1396" cy="1290"/>
            </a:xfrm>
          </p:grpSpPr>
          <p:sp>
            <p:nvSpPr>
              <p:cNvPr id="13426" name="Line 28"/>
              <p:cNvSpPr>
                <a:spLocks noChangeShapeType="1"/>
              </p:cNvSpPr>
              <p:nvPr/>
            </p:nvSpPr>
            <p:spPr bwMode="auto">
              <a:xfrm flipH="1" flipV="1">
                <a:off x="1092" y="1296"/>
                <a:ext cx="0" cy="1248"/>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27" name="Line 29"/>
              <p:cNvSpPr>
                <a:spLocks noChangeShapeType="1"/>
              </p:cNvSpPr>
              <p:nvPr/>
            </p:nvSpPr>
            <p:spPr bwMode="auto">
              <a:xfrm flipH="1">
                <a:off x="720" y="1440"/>
                <a:ext cx="384"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28" name="Line 30"/>
              <p:cNvSpPr>
                <a:spLocks noChangeShapeType="1"/>
              </p:cNvSpPr>
              <p:nvPr/>
            </p:nvSpPr>
            <p:spPr bwMode="auto">
              <a:xfrm>
                <a:off x="1080" y="1464"/>
                <a:ext cx="384"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29" name="Text Box 31"/>
              <p:cNvSpPr txBox="1">
                <a:spLocks noChangeArrowheads="1"/>
              </p:cNvSpPr>
              <p:nvPr/>
            </p:nvSpPr>
            <p:spPr bwMode="auto">
              <a:xfrm>
                <a:off x="1053" y="1275"/>
                <a:ext cx="30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o’</a:t>
                </a:r>
              </a:p>
            </p:txBody>
          </p:sp>
          <p:sp>
            <p:nvSpPr>
              <p:cNvPr id="13430" name="Text Box 32"/>
              <p:cNvSpPr txBox="1">
                <a:spLocks noChangeArrowheads="1"/>
              </p:cNvSpPr>
              <p:nvPr/>
            </p:nvSpPr>
            <p:spPr bwMode="auto">
              <a:xfrm>
                <a:off x="1485" y="2235"/>
                <a:ext cx="30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d’</a:t>
                </a:r>
              </a:p>
            </p:txBody>
          </p:sp>
          <p:sp>
            <p:nvSpPr>
              <p:cNvPr id="13431" name="Text Box 33"/>
              <p:cNvSpPr txBox="1">
                <a:spLocks noChangeArrowheads="1"/>
              </p:cNvSpPr>
              <p:nvPr/>
            </p:nvSpPr>
            <p:spPr bwMode="auto">
              <a:xfrm>
                <a:off x="1378" y="2235"/>
                <a:ext cx="2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c’</a:t>
                </a:r>
              </a:p>
            </p:txBody>
          </p:sp>
          <p:sp>
            <p:nvSpPr>
              <p:cNvPr id="13432" name="Text Box 34"/>
              <p:cNvSpPr txBox="1">
                <a:spLocks noChangeArrowheads="1"/>
              </p:cNvSpPr>
              <p:nvPr/>
            </p:nvSpPr>
            <p:spPr bwMode="auto">
              <a:xfrm>
                <a:off x="537" y="2235"/>
                <a:ext cx="30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b’</a:t>
                </a:r>
              </a:p>
            </p:txBody>
          </p:sp>
          <p:sp>
            <p:nvSpPr>
              <p:cNvPr id="13433" name="Text Box 35"/>
              <p:cNvSpPr txBox="1">
                <a:spLocks noChangeArrowheads="1"/>
              </p:cNvSpPr>
              <p:nvPr/>
            </p:nvSpPr>
            <p:spPr bwMode="auto">
              <a:xfrm>
                <a:off x="394" y="2223"/>
                <a:ext cx="2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a’</a:t>
                </a:r>
              </a:p>
            </p:txBody>
          </p:sp>
        </p:grpSp>
        <p:sp>
          <p:nvSpPr>
            <p:cNvPr id="13425" name="Line 36"/>
            <p:cNvSpPr>
              <a:spLocks noChangeShapeType="1"/>
            </p:cNvSpPr>
            <p:nvPr/>
          </p:nvSpPr>
          <p:spPr bwMode="auto">
            <a:xfrm flipH="1">
              <a:off x="1824" y="1728"/>
              <a:ext cx="288"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14373" name="Line 37"/>
          <p:cNvSpPr>
            <a:spLocks noChangeShapeType="1"/>
          </p:cNvSpPr>
          <p:nvPr/>
        </p:nvSpPr>
        <p:spPr bwMode="auto">
          <a:xfrm>
            <a:off x="2895600" y="4038600"/>
            <a:ext cx="0" cy="16764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74" name="Line 38"/>
          <p:cNvSpPr>
            <a:spLocks noChangeShapeType="1"/>
          </p:cNvSpPr>
          <p:nvPr/>
        </p:nvSpPr>
        <p:spPr bwMode="auto">
          <a:xfrm>
            <a:off x="3352800" y="2971800"/>
            <a:ext cx="0" cy="27432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75" name="Line 39"/>
          <p:cNvSpPr>
            <a:spLocks noChangeShapeType="1"/>
          </p:cNvSpPr>
          <p:nvPr/>
        </p:nvSpPr>
        <p:spPr bwMode="auto">
          <a:xfrm>
            <a:off x="2209800" y="4572000"/>
            <a:ext cx="1447800"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76" name="Line 40"/>
          <p:cNvSpPr>
            <a:spLocks noChangeShapeType="1"/>
          </p:cNvSpPr>
          <p:nvPr/>
        </p:nvSpPr>
        <p:spPr bwMode="auto">
          <a:xfrm>
            <a:off x="2209800" y="5638800"/>
            <a:ext cx="1447800"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77" name="Line 41"/>
          <p:cNvSpPr>
            <a:spLocks noChangeShapeType="1"/>
          </p:cNvSpPr>
          <p:nvPr/>
        </p:nvSpPr>
        <p:spPr bwMode="auto">
          <a:xfrm>
            <a:off x="1514475" y="5124450"/>
            <a:ext cx="3352800"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78" name="Line 42"/>
          <p:cNvSpPr>
            <a:spLocks noChangeShapeType="1"/>
          </p:cNvSpPr>
          <p:nvPr/>
        </p:nvSpPr>
        <p:spPr bwMode="auto">
          <a:xfrm>
            <a:off x="4648200" y="3962400"/>
            <a:ext cx="0" cy="16002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79" name="Line 43"/>
          <p:cNvSpPr>
            <a:spLocks noChangeShapeType="1"/>
          </p:cNvSpPr>
          <p:nvPr/>
        </p:nvSpPr>
        <p:spPr bwMode="auto">
          <a:xfrm>
            <a:off x="2895600" y="4572000"/>
            <a:ext cx="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80" name="Line 44"/>
          <p:cNvSpPr>
            <a:spLocks noChangeShapeType="1"/>
          </p:cNvSpPr>
          <p:nvPr/>
        </p:nvSpPr>
        <p:spPr bwMode="auto">
          <a:xfrm>
            <a:off x="2895600" y="5638800"/>
            <a:ext cx="457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81" name="Line 45"/>
          <p:cNvSpPr>
            <a:spLocks noChangeShapeType="1"/>
          </p:cNvSpPr>
          <p:nvPr/>
        </p:nvSpPr>
        <p:spPr bwMode="auto">
          <a:xfrm>
            <a:off x="2895600" y="4572000"/>
            <a:ext cx="457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82" name="Line 46"/>
          <p:cNvSpPr>
            <a:spLocks noChangeShapeType="1"/>
          </p:cNvSpPr>
          <p:nvPr/>
        </p:nvSpPr>
        <p:spPr bwMode="auto">
          <a:xfrm>
            <a:off x="3352800" y="4572000"/>
            <a:ext cx="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83" name="Line 47"/>
          <p:cNvSpPr>
            <a:spLocks noChangeShapeType="1"/>
          </p:cNvSpPr>
          <p:nvPr/>
        </p:nvSpPr>
        <p:spPr bwMode="auto">
          <a:xfrm rot="166886">
            <a:off x="3352800" y="4581525"/>
            <a:ext cx="1295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84" name="Line 48"/>
          <p:cNvSpPr>
            <a:spLocks noChangeShapeType="1"/>
          </p:cNvSpPr>
          <p:nvPr/>
        </p:nvSpPr>
        <p:spPr bwMode="auto">
          <a:xfrm rot="115835" flipV="1">
            <a:off x="3362325" y="5124450"/>
            <a:ext cx="1295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85" name="Line 49"/>
          <p:cNvSpPr>
            <a:spLocks noChangeShapeType="1"/>
          </p:cNvSpPr>
          <p:nvPr/>
        </p:nvSpPr>
        <p:spPr bwMode="auto">
          <a:xfrm rot="-100386">
            <a:off x="2895600" y="4572000"/>
            <a:ext cx="1752600" cy="609600"/>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86" name="Line 50"/>
          <p:cNvSpPr>
            <a:spLocks noChangeShapeType="1"/>
          </p:cNvSpPr>
          <p:nvPr/>
        </p:nvSpPr>
        <p:spPr bwMode="auto">
          <a:xfrm rot="21583876" flipV="1">
            <a:off x="2895600" y="5153025"/>
            <a:ext cx="1752600" cy="457200"/>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87" name="Text Box 51"/>
          <p:cNvSpPr txBox="1">
            <a:spLocks noChangeArrowheads="1"/>
          </p:cNvSpPr>
          <p:nvPr/>
        </p:nvSpPr>
        <p:spPr bwMode="auto">
          <a:xfrm>
            <a:off x="4610100" y="4953000"/>
            <a:ext cx="3978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o</a:t>
            </a:r>
            <a:r>
              <a:rPr lang="en-US" altLang="en-US" sz="2000" baseline="-25000">
                <a:latin typeface="Times New Roman" panose="02020603050405020304" pitchFamily="18" charset="0"/>
              </a:rPr>
              <a:t>1</a:t>
            </a:r>
          </a:p>
        </p:txBody>
      </p:sp>
      <p:sp>
        <p:nvSpPr>
          <p:cNvPr id="14388" name="Text Box 52"/>
          <p:cNvSpPr txBox="1">
            <a:spLocks noChangeArrowheads="1"/>
          </p:cNvSpPr>
          <p:nvPr/>
        </p:nvSpPr>
        <p:spPr bwMode="auto">
          <a:xfrm>
            <a:off x="2609850" y="4371975"/>
            <a:ext cx="3978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d</a:t>
            </a:r>
            <a:r>
              <a:rPr lang="en-US" altLang="en-US" sz="2000" baseline="-25000">
                <a:latin typeface="Times New Roman" panose="02020603050405020304" pitchFamily="18" charset="0"/>
              </a:rPr>
              <a:t>1</a:t>
            </a:r>
          </a:p>
        </p:txBody>
      </p:sp>
      <p:sp>
        <p:nvSpPr>
          <p:cNvPr id="14389" name="Text Box 53"/>
          <p:cNvSpPr txBox="1">
            <a:spLocks noChangeArrowheads="1"/>
          </p:cNvSpPr>
          <p:nvPr/>
        </p:nvSpPr>
        <p:spPr bwMode="auto">
          <a:xfrm>
            <a:off x="3295650" y="5511800"/>
            <a:ext cx="4331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b</a:t>
            </a:r>
            <a:r>
              <a:rPr lang="en-US" altLang="en-US" sz="2800" baseline="-25000">
                <a:latin typeface="Times New Roman" panose="02020603050405020304" pitchFamily="18" charset="0"/>
              </a:rPr>
              <a:t>1</a:t>
            </a:r>
          </a:p>
        </p:txBody>
      </p:sp>
      <p:sp>
        <p:nvSpPr>
          <p:cNvPr id="14390" name="Text Box 54"/>
          <p:cNvSpPr txBox="1">
            <a:spLocks noChangeArrowheads="1"/>
          </p:cNvSpPr>
          <p:nvPr/>
        </p:nvSpPr>
        <p:spPr bwMode="auto">
          <a:xfrm>
            <a:off x="2609850" y="5483225"/>
            <a:ext cx="3834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c</a:t>
            </a:r>
            <a:r>
              <a:rPr lang="en-US" altLang="en-US" sz="2000" baseline="-25000">
                <a:latin typeface="Times New Roman" panose="02020603050405020304" pitchFamily="18" charset="0"/>
              </a:rPr>
              <a:t>1</a:t>
            </a:r>
          </a:p>
        </p:txBody>
      </p:sp>
      <p:sp>
        <p:nvSpPr>
          <p:cNvPr id="14391" name="Text Box 55"/>
          <p:cNvSpPr txBox="1">
            <a:spLocks noChangeArrowheads="1"/>
          </p:cNvSpPr>
          <p:nvPr/>
        </p:nvSpPr>
        <p:spPr bwMode="auto">
          <a:xfrm>
            <a:off x="3200400" y="4267200"/>
            <a:ext cx="3834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a</a:t>
            </a:r>
            <a:r>
              <a:rPr lang="en-US" altLang="en-US" sz="2000" baseline="-25000">
                <a:latin typeface="Times New Roman" panose="02020603050405020304" pitchFamily="18" charset="0"/>
              </a:rPr>
              <a:t>1</a:t>
            </a:r>
          </a:p>
        </p:txBody>
      </p:sp>
      <p:sp>
        <p:nvSpPr>
          <p:cNvPr id="14392" name="Line 56"/>
          <p:cNvSpPr>
            <a:spLocks noChangeShapeType="1"/>
          </p:cNvSpPr>
          <p:nvPr/>
        </p:nvSpPr>
        <p:spPr bwMode="auto">
          <a:xfrm flipV="1">
            <a:off x="5229225" y="2819400"/>
            <a:ext cx="0" cy="2133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93" name="Line 57"/>
          <p:cNvSpPr>
            <a:spLocks noChangeShapeType="1"/>
          </p:cNvSpPr>
          <p:nvPr/>
        </p:nvSpPr>
        <p:spPr bwMode="auto">
          <a:xfrm flipV="1">
            <a:off x="5595938" y="2743200"/>
            <a:ext cx="0" cy="19050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94" name="Line 58"/>
          <p:cNvSpPr>
            <a:spLocks noChangeShapeType="1"/>
          </p:cNvSpPr>
          <p:nvPr/>
        </p:nvSpPr>
        <p:spPr bwMode="auto">
          <a:xfrm flipV="1">
            <a:off x="5886450" y="2743200"/>
            <a:ext cx="0" cy="31242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95" name="Line 59"/>
          <p:cNvSpPr>
            <a:spLocks noChangeShapeType="1"/>
          </p:cNvSpPr>
          <p:nvPr/>
        </p:nvSpPr>
        <p:spPr bwMode="auto">
          <a:xfrm flipV="1">
            <a:off x="6262688" y="2819400"/>
            <a:ext cx="0" cy="27432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96" name="Line 60"/>
          <p:cNvSpPr>
            <a:spLocks noChangeShapeType="1"/>
          </p:cNvSpPr>
          <p:nvPr/>
        </p:nvSpPr>
        <p:spPr bwMode="auto">
          <a:xfrm>
            <a:off x="3276600" y="2971800"/>
            <a:ext cx="31242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397" name="Oval 61"/>
          <p:cNvSpPr>
            <a:spLocks noChangeArrowheads="1"/>
          </p:cNvSpPr>
          <p:nvPr/>
        </p:nvSpPr>
        <p:spPr bwMode="auto">
          <a:xfrm>
            <a:off x="5181600" y="40862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4398" name="Oval 62"/>
          <p:cNvSpPr>
            <a:spLocks noChangeArrowheads="1"/>
          </p:cNvSpPr>
          <p:nvPr/>
        </p:nvSpPr>
        <p:spPr bwMode="auto">
          <a:xfrm>
            <a:off x="5853113" y="407193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4399" name="Oval 63"/>
          <p:cNvSpPr>
            <a:spLocks noChangeArrowheads="1"/>
          </p:cNvSpPr>
          <p:nvPr/>
        </p:nvSpPr>
        <p:spPr bwMode="auto">
          <a:xfrm>
            <a:off x="5567363" y="29622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4400" name="Oval 64"/>
          <p:cNvSpPr>
            <a:spLocks noChangeArrowheads="1"/>
          </p:cNvSpPr>
          <p:nvPr/>
        </p:nvSpPr>
        <p:spPr bwMode="auto">
          <a:xfrm>
            <a:off x="6934200" y="408146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4401" name="Oval 65"/>
          <p:cNvSpPr>
            <a:spLocks noChangeArrowheads="1"/>
          </p:cNvSpPr>
          <p:nvPr/>
        </p:nvSpPr>
        <p:spPr bwMode="auto">
          <a:xfrm>
            <a:off x="6219825" y="29432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4402" name="Line 66"/>
          <p:cNvSpPr>
            <a:spLocks noChangeShapeType="1"/>
          </p:cNvSpPr>
          <p:nvPr/>
        </p:nvSpPr>
        <p:spPr bwMode="auto">
          <a:xfrm flipV="1">
            <a:off x="6981825" y="3810000"/>
            <a:ext cx="0" cy="7620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403" name="Line 67"/>
          <p:cNvSpPr>
            <a:spLocks noChangeShapeType="1"/>
          </p:cNvSpPr>
          <p:nvPr/>
        </p:nvSpPr>
        <p:spPr bwMode="auto">
          <a:xfrm>
            <a:off x="6248400" y="2971800"/>
            <a:ext cx="7620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404" name="Line 68"/>
          <p:cNvSpPr>
            <a:spLocks noChangeShapeType="1"/>
          </p:cNvSpPr>
          <p:nvPr/>
        </p:nvSpPr>
        <p:spPr bwMode="auto">
          <a:xfrm flipH="1">
            <a:off x="5181600" y="2971800"/>
            <a:ext cx="4572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405" name="Line 69"/>
          <p:cNvSpPr>
            <a:spLocks noChangeShapeType="1"/>
          </p:cNvSpPr>
          <p:nvPr/>
        </p:nvSpPr>
        <p:spPr bwMode="auto">
          <a:xfrm>
            <a:off x="5638800" y="2971800"/>
            <a:ext cx="60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406" name="Line 70"/>
          <p:cNvSpPr>
            <a:spLocks noChangeShapeType="1"/>
          </p:cNvSpPr>
          <p:nvPr/>
        </p:nvSpPr>
        <p:spPr bwMode="auto">
          <a:xfrm flipH="1">
            <a:off x="5943600" y="2971800"/>
            <a:ext cx="3048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407" name="Line 71"/>
          <p:cNvSpPr>
            <a:spLocks noChangeShapeType="1"/>
          </p:cNvSpPr>
          <p:nvPr/>
        </p:nvSpPr>
        <p:spPr bwMode="auto">
          <a:xfrm>
            <a:off x="5638800" y="2971800"/>
            <a:ext cx="1371600" cy="1143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408" name="Text Box 72"/>
          <p:cNvSpPr txBox="1">
            <a:spLocks noChangeArrowheads="1"/>
          </p:cNvSpPr>
          <p:nvPr/>
        </p:nvSpPr>
        <p:spPr bwMode="auto">
          <a:xfrm>
            <a:off x="5334000" y="2667000"/>
            <a:ext cx="5036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a’</a:t>
            </a:r>
            <a:r>
              <a:rPr lang="en-US" altLang="en-US" sz="2800" baseline="-25000">
                <a:latin typeface="Times New Roman" panose="02020603050405020304" pitchFamily="18" charset="0"/>
              </a:rPr>
              <a:t>1</a:t>
            </a:r>
          </a:p>
        </p:txBody>
      </p:sp>
      <p:sp>
        <p:nvSpPr>
          <p:cNvPr id="14409" name="Text Box 73"/>
          <p:cNvSpPr txBox="1">
            <a:spLocks noChangeArrowheads="1"/>
          </p:cNvSpPr>
          <p:nvPr/>
        </p:nvSpPr>
        <p:spPr bwMode="auto">
          <a:xfrm>
            <a:off x="4953000" y="3824288"/>
            <a:ext cx="5180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d’</a:t>
            </a:r>
            <a:r>
              <a:rPr lang="en-US" altLang="en-US" sz="2800" baseline="-25000">
                <a:latin typeface="Times New Roman" panose="02020603050405020304" pitchFamily="18" charset="0"/>
              </a:rPr>
              <a:t>1</a:t>
            </a:r>
          </a:p>
        </p:txBody>
      </p:sp>
      <p:sp>
        <p:nvSpPr>
          <p:cNvPr id="14410" name="Text Box 74"/>
          <p:cNvSpPr txBox="1">
            <a:spLocks noChangeArrowheads="1"/>
          </p:cNvSpPr>
          <p:nvPr/>
        </p:nvSpPr>
        <p:spPr bwMode="auto">
          <a:xfrm>
            <a:off x="6019800" y="3810000"/>
            <a:ext cx="5036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c’</a:t>
            </a:r>
            <a:r>
              <a:rPr lang="en-US" altLang="en-US" sz="2800" baseline="-25000">
                <a:latin typeface="Times New Roman" panose="02020603050405020304" pitchFamily="18" charset="0"/>
              </a:rPr>
              <a:t>1</a:t>
            </a:r>
          </a:p>
        </p:txBody>
      </p:sp>
      <p:sp>
        <p:nvSpPr>
          <p:cNvPr id="14411" name="Text Box 75"/>
          <p:cNvSpPr txBox="1">
            <a:spLocks noChangeArrowheads="1"/>
          </p:cNvSpPr>
          <p:nvPr/>
        </p:nvSpPr>
        <p:spPr bwMode="auto">
          <a:xfrm>
            <a:off x="6096000" y="2590800"/>
            <a:ext cx="5180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b’</a:t>
            </a:r>
            <a:r>
              <a:rPr lang="en-US" altLang="en-US" sz="2800" baseline="-25000">
                <a:latin typeface="Times New Roman" panose="02020603050405020304" pitchFamily="18" charset="0"/>
              </a:rPr>
              <a:t>1</a:t>
            </a:r>
          </a:p>
        </p:txBody>
      </p:sp>
      <p:sp>
        <p:nvSpPr>
          <p:cNvPr id="14412" name="Text Box 76"/>
          <p:cNvSpPr txBox="1">
            <a:spLocks noChangeArrowheads="1"/>
          </p:cNvSpPr>
          <p:nvPr/>
        </p:nvSpPr>
        <p:spPr bwMode="auto">
          <a:xfrm>
            <a:off x="6934200" y="3733800"/>
            <a:ext cx="5180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o’</a:t>
            </a:r>
            <a:r>
              <a:rPr lang="en-US" altLang="en-US" sz="2800" baseline="-25000">
                <a:latin typeface="Times New Roman" panose="02020603050405020304" pitchFamily="18" charset="0"/>
              </a:rPr>
              <a:t>1</a:t>
            </a:r>
          </a:p>
        </p:txBody>
      </p:sp>
      <p:grpSp>
        <p:nvGrpSpPr>
          <p:cNvPr id="14413" name="Group 77"/>
          <p:cNvGrpSpPr>
            <a:grpSpLocks/>
          </p:cNvGrpSpPr>
          <p:nvPr/>
        </p:nvGrpSpPr>
        <p:grpSpPr bwMode="auto">
          <a:xfrm>
            <a:off x="5092702" y="4097338"/>
            <a:ext cx="2398713" cy="1539876"/>
            <a:chOff x="3208" y="2389"/>
            <a:chExt cx="1511" cy="970"/>
          </a:xfrm>
        </p:grpSpPr>
        <p:grpSp>
          <p:nvGrpSpPr>
            <p:cNvPr id="13409" name="Group 78"/>
            <p:cNvGrpSpPr>
              <a:grpSpLocks/>
            </p:cNvGrpSpPr>
            <p:nvPr/>
          </p:nvGrpSpPr>
          <p:grpSpPr bwMode="auto">
            <a:xfrm rot="-2233345">
              <a:off x="3208" y="2389"/>
              <a:ext cx="1511" cy="970"/>
              <a:chOff x="1733" y="2647"/>
              <a:chExt cx="1511" cy="970"/>
            </a:xfrm>
          </p:grpSpPr>
          <p:sp>
            <p:nvSpPr>
              <p:cNvPr id="13411" name="Line 79"/>
              <p:cNvSpPr>
                <a:spLocks noChangeShapeType="1"/>
              </p:cNvSpPr>
              <p:nvPr/>
            </p:nvSpPr>
            <p:spPr bwMode="auto">
              <a:xfrm>
                <a:off x="1776" y="3144"/>
                <a:ext cx="1392"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12" name="Line 80"/>
              <p:cNvSpPr>
                <a:spLocks noChangeShapeType="1"/>
              </p:cNvSpPr>
              <p:nvPr/>
            </p:nvSpPr>
            <p:spPr bwMode="auto">
              <a:xfrm>
                <a:off x="1920" y="278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13" name="Line 81"/>
              <p:cNvSpPr>
                <a:spLocks noChangeShapeType="1"/>
              </p:cNvSpPr>
              <p:nvPr/>
            </p:nvSpPr>
            <p:spPr bwMode="auto">
              <a:xfrm>
                <a:off x="1920" y="345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14" name="Line 82"/>
              <p:cNvSpPr>
                <a:spLocks noChangeShapeType="1"/>
              </p:cNvSpPr>
              <p:nvPr/>
            </p:nvSpPr>
            <p:spPr bwMode="auto">
              <a:xfrm>
                <a:off x="1920" y="278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15" name="Line 83"/>
              <p:cNvSpPr>
                <a:spLocks noChangeShapeType="1"/>
              </p:cNvSpPr>
              <p:nvPr/>
            </p:nvSpPr>
            <p:spPr bwMode="auto">
              <a:xfrm>
                <a:off x="2208" y="278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16" name="Line 84"/>
              <p:cNvSpPr>
                <a:spLocks noChangeShapeType="1"/>
              </p:cNvSpPr>
              <p:nvPr/>
            </p:nvSpPr>
            <p:spPr bwMode="auto">
              <a:xfrm rot="166886">
                <a:off x="2208" y="2790"/>
                <a:ext cx="81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17" name="Line 85"/>
              <p:cNvSpPr>
                <a:spLocks noChangeShapeType="1"/>
              </p:cNvSpPr>
              <p:nvPr/>
            </p:nvSpPr>
            <p:spPr bwMode="auto">
              <a:xfrm rot="115835" flipV="1">
                <a:off x="2214" y="3132"/>
                <a:ext cx="81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18" name="Line 86"/>
              <p:cNvSpPr>
                <a:spLocks noChangeShapeType="1"/>
              </p:cNvSpPr>
              <p:nvPr/>
            </p:nvSpPr>
            <p:spPr bwMode="auto">
              <a:xfrm rot="-100386">
                <a:off x="1920" y="2784"/>
                <a:ext cx="1104" cy="384"/>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19" name="Line 87"/>
              <p:cNvSpPr>
                <a:spLocks noChangeShapeType="1"/>
              </p:cNvSpPr>
              <p:nvPr/>
            </p:nvSpPr>
            <p:spPr bwMode="auto">
              <a:xfrm rot="21583876" flipV="1">
                <a:off x="1920" y="3150"/>
                <a:ext cx="1104" cy="288"/>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20" name="Text Box 88"/>
              <p:cNvSpPr txBox="1">
                <a:spLocks noChangeArrowheads="1"/>
              </p:cNvSpPr>
              <p:nvPr/>
            </p:nvSpPr>
            <p:spPr bwMode="auto">
              <a:xfrm>
                <a:off x="2993" y="3013"/>
                <a:ext cx="2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o</a:t>
                </a:r>
                <a:r>
                  <a:rPr lang="en-US" altLang="en-US" sz="2000" baseline="-25000">
                    <a:latin typeface="Times New Roman" panose="02020603050405020304" pitchFamily="18" charset="0"/>
                  </a:rPr>
                  <a:t>1</a:t>
                </a:r>
              </a:p>
            </p:txBody>
          </p:sp>
          <p:sp>
            <p:nvSpPr>
              <p:cNvPr id="13421" name="Text Box 89"/>
              <p:cNvSpPr txBox="1">
                <a:spLocks noChangeArrowheads="1"/>
              </p:cNvSpPr>
              <p:nvPr/>
            </p:nvSpPr>
            <p:spPr bwMode="auto">
              <a:xfrm>
                <a:off x="1733" y="2647"/>
                <a:ext cx="2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d</a:t>
                </a:r>
                <a:r>
                  <a:rPr lang="en-US" altLang="en-US" sz="2000" baseline="-25000">
                    <a:latin typeface="Times New Roman" panose="02020603050405020304" pitchFamily="18" charset="0"/>
                  </a:rPr>
                  <a:t>1</a:t>
                </a:r>
              </a:p>
            </p:txBody>
          </p:sp>
          <p:sp>
            <p:nvSpPr>
              <p:cNvPr id="13422" name="Text Box 90"/>
              <p:cNvSpPr txBox="1">
                <a:spLocks noChangeArrowheads="1"/>
              </p:cNvSpPr>
              <p:nvPr/>
            </p:nvSpPr>
            <p:spPr bwMode="auto">
              <a:xfrm>
                <a:off x="2162" y="3365"/>
                <a:ext cx="2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b</a:t>
                </a:r>
                <a:r>
                  <a:rPr lang="en-US" altLang="en-US" sz="2800" baseline="-25000">
                    <a:latin typeface="Times New Roman" panose="02020603050405020304" pitchFamily="18" charset="0"/>
                  </a:rPr>
                  <a:t>1</a:t>
                </a:r>
              </a:p>
            </p:txBody>
          </p:sp>
          <p:sp>
            <p:nvSpPr>
              <p:cNvPr id="13423" name="Text Box 91"/>
              <p:cNvSpPr txBox="1">
                <a:spLocks noChangeArrowheads="1"/>
              </p:cNvSpPr>
              <p:nvPr/>
            </p:nvSpPr>
            <p:spPr bwMode="auto">
              <a:xfrm>
                <a:off x="1733" y="3347"/>
                <a:ext cx="24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c</a:t>
                </a:r>
                <a:r>
                  <a:rPr lang="en-US" altLang="en-US" sz="2000" baseline="-25000">
                    <a:latin typeface="Times New Roman" panose="02020603050405020304" pitchFamily="18" charset="0"/>
                  </a:rPr>
                  <a:t>1</a:t>
                </a:r>
              </a:p>
            </p:txBody>
          </p:sp>
        </p:grpSp>
        <p:sp>
          <p:nvSpPr>
            <p:cNvPr id="13410" name="Text Box 92"/>
            <p:cNvSpPr txBox="1">
              <a:spLocks noChangeArrowheads="1"/>
            </p:cNvSpPr>
            <p:nvPr/>
          </p:nvSpPr>
          <p:spPr bwMode="auto">
            <a:xfrm>
              <a:off x="3381" y="2565"/>
              <a:ext cx="24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a</a:t>
              </a:r>
              <a:r>
                <a:rPr lang="en-US" altLang="en-US" sz="2000" baseline="-25000">
                  <a:latin typeface="Times New Roman" panose="02020603050405020304" pitchFamily="18" charset="0"/>
                </a:rPr>
                <a:t>1</a:t>
              </a:r>
            </a:p>
          </p:txBody>
        </p:sp>
      </p:grpSp>
      <p:sp>
        <p:nvSpPr>
          <p:cNvPr id="14429" name="Line 93"/>
          <p:cNvSpPr>
            <a:spLocks noChangeShapeType="1"/>
          </p:cNvSpPr>
          <p:nvPr/>
        </p:nvSpPr>
        <p:spPr bwMode="auto">
          <a:xfrm>
            <a:off x="3429000" y="2286000"/>
            <a:ext cx="0" cy="304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430" name="Line 94"/>
          <p:cNvSpPr>
            <a:spLocks noChangeShapeType="1"/>
          </p:cNvSpPr>
          <p:nvPr/>
        </p:nvSpPr>
        <p:spPr bwMode="auto">
          <a:xfrm flipV="1">
            <a:off x="6096000" y="5943600"/>
            <a:ext cx="0" cy="457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14431" name="Group 95"/>
          <p:cNvGrpSpPr>
            <a:grpSpLocks/>
          </p:cNvGrpSpPr>
          <p:nvPr/>
        </p:nvGrpSpPr>
        <p:grpSpPr bwMode="auto">
          <a:xfrm rot="4419805">
            <a:off x="6869650" y="4531329"/>
            <a:ext cx="2398713" cy="1539876"/>
            <a:chOff x="3208" y="2389"/>
            <a:chExt cx="1511" cy="970"/>
          </a:xfrm>
        </p:grpSpPr>
        <p:grpSp>
          <p:nvGrpSpPr>
            <p:cNvPr id="13394" name="Group 96"/>
            <p:cNvGrpSpPr>
              <a:grpSpLocks/>
            </p:cNvGrpSpPr>
            <p:nvPr/>
          </p:nvGrpSpPr>
          <p:grpSpPr bwMode="auto">
            <a:xfrm rot="-2233345">
              <a:off x="3208" y="2389"/>
              <a:ext cx="1511" cy="970"/>
              <a:chOff x="1733" y="2647"/>
              <a:chExt cx="1511" cy="970"/>
            </a:xfrm>
          </p:grpSpPr>
          <p:sp>
            <p:nvSpPr>
              <p:cNvPr id="13396" name="Line 97"/>
              <p:cNvSpPr>
                <a:spLocks noChangeShapeType="1"/>
              </p:cNvSpPr>
              <p:nvPr/>
            </p:nvSpPr>
            <p:spPr bwMode="auto">
              <a:xfrm>
                <a:off x="1776" y="3144"/>
                <a:ext cx="1392"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397" name="Line 98"/>
              <p:cNvSpPr>
                <a:spLocks noChangeShapeType="1"/>
              </p:cNvSpPr>
              <p:nvPr/>
            </p:nvSpPr>
            <p:spPr bwMode="auto">
              <a:xfrm>
                <a:off x="1920" y="278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398" name="Line 99"/>
              <p:cNvSpPr>
                <a:spLocks noChangeShapeType="1"/>
              </p:cNvSpPr>
              <p:nvPr/>
            </p:nvSpPr>
            <p:spPr bwMode="auto">
              <a:xfrm>
                <a:off x="1920" y="345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399" name="Line 100"/>
              <p:cNvSpPr>
                <a:spLocks noChangeShapeType="1"/>
              </p:cNvSpPr>
              <p:nvPr/>
            </p:nvSpPr>
            <p:spPr bwMode="auto">
              <a:xfrm>
                <a:off x="1920" y="2784"/>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00" name="Line 101"/>
              <p:cNvSpPr>
                <a:spLocks noChangeShapeType="1"/>
              </p:cNvSpPr>
              <p:nvPr/>
            </p:nvSpPr>
            <p:spPr bwMode="auto">
              <a:xfrm>
                <a:off x="2208" y="2784"/>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01" name="Line 102"/>
              <p:cNvSpPr>
                <a:spLocks noChangeShapeType="1"/>
              </p:cNvSpPr>
              <p:nvPr/>
            </p:nvSpPr>
            <p:spPr bwMode="auto">
              <a:xfrm rot="166886">
                <a:off x="2208" y="2790"/>
                <a:ext cx="81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02" name="Line 103"/>
              <p:cNvSpPr>
                <a:spLocks noChangeShapeType="1"/>
              </p:cNvSpPr>
              <p:nvPr/>
            </p:nvSpPr>
            <p:spPr bwMode="auto">
              <a:xfrm rot="115835" flipV="1">
                <a:off x="2214" y="3132"/>
                <a:ext cx="81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03" name="Line 104"/>
              <p:cNvSpPr>
                <a:spLocks noChangeShapeType="1"/>
              </p:cNvSpPr>
              <p:nvPr/>
            </p:nvSpPr>
            <p:spPr bwMode="auto">
              <a:xfrm rot="-100386">
                <a:off x="1920" y="2784"/>
                <a:ext cx="1104" cy="384"/>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04" name="Line 105"/>
              <p:cNvSpPr>
                <a:spLocks noChangeShapeType="1"/>
              </p:cNvSpPr>
              <p:nvPr/>
            </p:nvSpPr>
            <p:spPr bwMode="auto">
              <a:xfrm rot="21583876" flipV="1">
                <a:off x="1920" y="3150"/>
                <a:ext cx="1104" cy="288"/>
              </a:xfrm>
              <a:prstGeom prst="line">
                <a:avLst/>
              </a:prstGeom>
              <a:noFill/>
              <a:ln w="31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405" name="Text Box 106"/>
              <p:cNvSpPr txBox="1">
                <a:spLocks noChangeArrowheads="1"/>
              </p:cNvSpPr>
              <p:nvPr/>
            </p:nvSpPr>
            <p:spPr bwMode="auto">
              <a:xfrm>
                <a:off x="2993" y="3013"/>
                <a:ext cx="2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o</a:t>
                </a:r>
                <a:r>
                  <a:rPr lang="en-US" altLang="en-US" sz="2000" baseline="-25000">
                    <a:latin typeface="Times New Roman" panose="02020603050405020304" pitchFamily="18" charset="0"/>
                  </a:rPr>
                  <a:t>1</a:t>
                </a:r>
              </a:p>
            </p:txBody>
          </p:sp>
          <p:sp>
            <p:nvSpPr>
              <p:cNvPr id="13406" name="Text Box 107"/>
              <p:cNvSpPr txBox="1">
                <a:spLocks noChangeArrowheads="1"/>
              </p:cNvSpPr>
              <p:nvPr/>
            </p:nvSpPr>
            <p:spPr bwMode="auto">
              <a:xfrm>
                <a:off x="1733" y="2647"/>
                <a:ext cx="2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d</a:t>
                </a:r>
                <a:r>
                  <a:rPr lang="en-US" altLang="en-US" sz="2000" baseline="-25000">
                    <a:latin typeface="Times New Roman" panose="02020603050405020304" pitchFamily="18" charset="0"/>
                  </a:rPr>
                  <a:t>1</a:t>
                </a:r>
              </a:p>
            </p:txBody>
          </p:sp>
          <p:sp>
            <p:nvSpPr>
              <p:cNvPr id="13407" name="Text Box 108"/>
              <p:cNvSpPr txBox="1">
                <a:spLocks noChangeArrowheads="1"/>
              </p:cNvSpPr>
              <p:nvPr/>
            </p:nvSpPr>
            <p:spPr bwMode="auto">
              <a:xfrm>
                <a:off x="2162" y="3365"/>
                <a:ext cx="27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b</a:t>
                </a:r>
                <a:r>
                  <a:rPr lang="en-US" altLang="en-US" sz="2800" baseline="-25000">
                    <a:latin typeface="Times New Roman" panose="02020603050405020304" pitchFamily="18" charset="0"/>
                  </a:rPr>
                  <a:t>1</a:t>
                </a:r>
              </a:p>
            </p:txBody>
          </p:sp>
          <p:sp>
            <p:nvSpPr>
              <p:cNvPr id="13408" name="Text Box 109"/>
              <p:cNvSpPr txBox="1">
                <a:spLocks noChangeArrowheads="1"/>
              </p:cNvSpPr>
              <p:nvPr/>
            </p:nvSpPr>
            <p:spPr bwMode="auto">
              <a:xfrm>
                <a:off x="1733" y="3347"/>
                <a:ext cx="24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c</a:t>
                </a:r>
                <a:r>
                  <a:rPr lang="en-US" altLang="en-US" sz="2000" baseline="-25000">
                    <a:latin typeface="Times New Roman" panose="02020603050405020304" pitchFamily="18" charset="0"/>
                  </a:rPr>
                  <a:t>1</a:t>
                </a:r>
              </a:p>
            </p:txBody>
          </p:sp>
        </p:grpSp>
        <p:sp>
          <p:nvSpPr>
            <p:cNvPr id="13395" name="Text Box 110"/>
            <p:cNvSpPr txBox="1">
              <a:spLocks noChangeArrowheads="1"/>
            </p:cNvSpPr>
            <p:nvPr/>
          </p:nvSpPr>
          <p:spPr bwMode="auto">
            <a:xfrm>
              <a:off x="3374" y="2554"/>
              <a:ext cx="24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rPr>
                <a:t>a</a:t>
              </a:r>
              <a:r>
                <a:rPr lang="en-US" altLang="en-US" sz="2000" baseline="-25000">
                  <a:latin typeface="Times New Roman" panose="02020603050405020304" pitchFamily="18" charset="0"/>
                </a:rPr>
                <a:t>1</a:t>
              </a:r>
            </a:p>
          </p:txBody>
        </p:sp>
      </p:grpSp>
      <p:sp>
        <p:nvSpPr>
          <p:cNvPr id="14447" name="Text Box 111"/>
          <p:cNvSpPr txBox="1">
            <a:spLocks noChangeArrowheads="1"/>
          </p:cNvSpPr>
          <p:nvPr/>
        </p:nvSpPr>
        <p:spPr bwMode="auto">
          <a:xfrm>
            <a:off x="6389674" y="5562600"/>
            <a:ext cx="790601"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50">
                <a:latin typeface="Times New Roman" panose="02020603050405020304" pitchFamily="18" charset="0"/>
              </a:rPr>
              <a:t>(APEX </a:t>
            </a:r>
          </a:p>
          <a:p>
            <a:pPr algn="ctr" eaLnBrk="1" hangingPunct="1"/>
            <a:r>
              <a:rPr lang="en-US" altLang="en-US" sz="1050">
                <a:latin typeface="Times New Roman" panose="02020603050405020304" pitchFamily="18" charset="0"/>
              </a:rPr>
              <a:t> NEARER </a:t>
            </a:r>
          </a:p>
          <a:p>
            <a:pPr algn="ctr" eaLnBrk="1" hangingPunct="1"/>
            <a:r>
              <a:rPr lang="en-US" altLang="en-US" sz="1050">
                <a:latin typeface="Times New Roman" panose="02020603050405020304" pitchFamily="18" charset="0"/>
              </a:rPr>
              <a:t>TO V.P)</a:t>
            </a:r>
            <a:r>
              <a:rPr lang="en-US" altLang="en-US" sz="1600">
                <a:latin typeface="Times New Roman" panose="02020603050405020304" pitchFamily="18" charset="0"/>
              </a:rPr>
              <a:t>.</a:t>
            </a:r>
          </a:p>
        </p:txBody>
      </p:sp>
      <p:sp>
        <p:nvSpPr>
          <p:cNvPr id="14448" name="Text Box 112"/>
          <p:cNvSpPr txBox="1">
            <a:spLocks noChangeArrowheads="1"/>
          </p:cNvSpPr>
          <p:nvPr/>
        </p:nvSpPr>
        <p:spPr bwMode="auto">
          <a:xfrm>
            <a:off x="7442269" y="5715000"/>
            <a:ext cx="938077"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050">
                <a:latin typeface="Times New Roman" panose="02020603050405020304" pitchFamily="18" charset="0"/>
              </a:rPr>
              <a:t>(APEX  </a:t>
            </a:r>
          </a:p>
          <a:p>
            <a:pPr algn="ctr" eaLnBrk="1" hangingPunct="1"/>
            <a:r>
              <a:rPr lang="en-US" altLang="en-US" sz="1050">
                <a:latin typeface="Times New Roman" panose="02020603050405020304" pitchFamily="18" charset="0"/>
              </a:rPr>
              <a:t>AWAY </a:t>
            </a:r>
          </a:p>
          <a:p>
            <a:pPr algn="ctr" eaLnBrk="1" hangingPunct="1"/>
            <a:r>
              <a:rPr lang="en-US" altLang="en-US" sz="1050">
                <a:latin typeface="Times New Roman" panose="02020603050405020304" pitchFamily="18" charset="0"/>
              </a:rPr>
              <a:t>FROM V.P.)</a:t>
            </a:r>
            <a:r>
              <a:rPr lang="en-US" altLang="en-US" sz="1600">
                <a:latin typeface="Times New Roman" panose="02020603050405020304" pitchFamily="18" charset="0"/>
              </a:rPr>
              <a:t> </a:t>
            </a:r>
          </a:p>
        </p:txBody>
      </p:sp>
      <p:grpSp>
        <p:nvGrpSpPr>
          <p:cNvPr id="14449" name="Group 113"/>
          <p:cNvGrpSpPr>
            <a:grpSpLocks/>
          </p:cNvGrpSpPr>
          <p:nvPr/>
        </p:nvGrpSpPr>
        <p:grpSpPr bwMode="auto">
          <a:xfrm>
            <a:off x="-76200" y="0"/>
            <a:ext cx="3810000" cy="2286000"/>
            <a:chOff x="-48" y="0"/>
            <a:chExt cx="2400" cy="1440"/>
          </a:xfrm>
        </p:grpSpPr>
        <p:sp>
          <p:nvSpPr>
            <p:cNvPr id="13392" name="Rectangle 114"/>
            <p:cNvSpPr>
              <a:spLocks noChangeArrowheads="1"/>
            </p:cNvSpPr>
            <p:nvPr/>
          </p:nvSpPr>
          <p:spPr bwMode="auto">
            <a:xfrm>
              <a:off x="-48" y="0"/>
              <a:ext cx="2400" cy="144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3393" name="Rectangle 115"/>
            <p:cNvSpPr>
              <a:spLocks noChangeArrowheads="1"/>
            </p:cNvSpPr>
            <p:nvPr/>
          </p:nvSpPr>
          <p:spPr bwMode="auto">
            <a:xfrm>
              <a:off x="48" y="70"/>
              <a:ext cx="2256" cy="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2000" b="1" dirty="0">
                  <a:solidFill>
                    <a:schemeClr val="accent2"/>
                  </a:solidFill>
                </a:rPr>
                <a:t>Problem 1.</a:t>
              </a:r>
              <a:r>
                <a:rPr lang="en-US" altLang="en-US" sz="2000" dirty="0">
                  <a:solidFill>
                    <a:srgbClr val="000000"/>
                  </a:solidFill>
                </a:rPr>
                <a:t>  </a:t>
              </a:r>
              <a:r>
                <a:rPr lang="en-US" altLang="en-US" dirty="0">
                  <a:solidFill>
                    <a:srgbClr val="000000"/>
                  </a:solidFill>
                </a:rPr>
                <a:t>A square pyramid, 40 mm base sides and axis 60 mm long, has a triangular face on the ground and the vertical plane containing the axis makes an angle of 45</a:t>
              </a:r>
              <a:r>
                <a:rPr lang="en-US" altLang="en-US" baseline="30000" dirty="0">
                  <a:solidFill>
                    <a:schemeClr val="tx2"/>
                  </a:solidFill>
                </a:rPr>
                <a:t>0</a:t>
              </a:r>
              <a:r>
                <a:rPr lang="en-US" altLang="en-US" dirty="0">
                  <a:solidFill>
                    <a:schemeClr val="tx2"/>
                  </a:solidFill>
                </a:rPr>
                <a:t> with the VP. Draw its projections. Take  apex nearer to VP</a:t>
              </a:r>
              <a:endParaRPr lang="en-US" altLang="en-US" dirty="0">
                <a:solidFill>
                  <a:schemeClr val="tx2"/>
                </a:solidFill>
                <a:latin typeface="Times New Roman" panose="02020603050405020304" pitchFamily="18" charset="0"/>
              </a:endParaRPr>
            </a:p>
          </p:txBody>
        </p:sp>
      </p:grpSp>
      <p:grpSp>
        <p:nvGrpSpPr>
          <p:cNvPr id="14452" name="Group 116"/>
          <p:cNvGrpSpPr>
            <a:grpSpLocks/>
          </p:cNvGrpSpPr>
          <p:nvPr/>
        </p:nvGrpSpPr>
        <p:grpSpPr bwMode="auto">
          <a:xfrm>
            <a:off x="3733800" y="0"/>
            <a:ext cx="5410200" cy="2308225"/>
            <a:chOff x="2352" y="0"/>
            <a:chExt cx="3408" cy="1454"/>
          </a:xfrm>
        </p:grpSpPr>
        <p:sp>
          <p:nvSpPr>
            <p:cNvPr id="13390" name="Rectangle 117"/>
            <p:cNvSpPr>
              <a:spLocks noChangeArrowheads="1"/>
            </p:cNvSpPr>
            <p:nvPr/>
          </p:nvSpPr>
          <p:spPr bwMode="auto">
            <a:xfrm>
              <a:off x="2352" y="0"/>
              <a:ext cx="3408" cy="144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3391" name="Text Box 118"/>
            <p:cNvSpPr txBox="1">
              <a:spLocks noChangeArrowheads="1"/>
            </p:cNvSpPr>
            <p:nvPr/>
          </p:nvSpPr>
          <p:spPr bwMode="auto">
            <a:xfrm>
              <a:off x="2448" y="0"/>
              <a:ext cx="3216" cy="1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b="1" dirty="0">
                  <a:solidFill>
                    <a:schemeClr val="accent2"/>
                  </a:solidFill>
                </a:rPr>
                <a:t>Solution Steps :</a:t>
              </a:r>
            </a:p>
            <a:p>
              <a:pPr eaLnBrk="1" hangingPunct="1"/>
              <a:r>
                <a:rPr lang="en-US" altLang="en-US" sz="1200" dirty="0"/>
                <a:t>Triangular face on </a:t>
              </a:r>
              <a:r>
                <a:rPr lang="en-US" altLang="en-US" sz="1200" dirty="0" err="1"/>
                <a:t>Hp</a:t>
              </a:r>
              <a:r>
                <a:rPr lang="en-US" altLang="en-US" sz="1200" dirty="0"/>
                <a:t> , means it is lying on </a:t>
              </a:r>
              <a:r>
                <a:rPr lang="en-US" altLang="en-US" sz="1200" dirty="0" err="1"/>
                <a:t>Hp</a:t>
              </a:r>
              <a:r>
                <a:rPr lang="en-US" altLang="en-US" sz="1200" dirty="0"/>
                <a:t>:</a:t>
              </a:r>
            </a:p>
            <a:p>
              <a:pPr eaLnBrk="1" hangingPunct="1"/>
              <a:r>
                <a:rPr lang="en-US" altLang="en-US" sz="1200" dirty="0"/>
                <a:t>1.Assume it standing on Hp.</a:t>
              </a:r>
            </a:p>
            <a:p>
              <a:pPr eaLnBrk="1" hangingPunct="1"/>
              <a:r>
                <a:rPr lang="en-US" altLang="en-US" sz="1200" dirty="0"/>
                <a:t>2.It’s </a:t>
              </a:r>
              <a:r>
                <a:rPr lang="en-US" altLang="en-US" sz="1200" dirty="0" err="1"/>
                <a:t>Tv</a:t>
              </a:r>
              <a:r>
                <a:rPr lang="en-US" altLang="en-US" sz="1200" dirty="0"/>
                <a:t>  will show True Shape of base( square)</a:t>
              </a:r>
            </a:p>
            <a:p>
              <a:pPr eaLnBrk="1" hangingPunct="1"/>
              <a:r>
                <a:rPr lang="en-US" altLang="en-US" sz="1200" dirty="0"/>
                <a:t>3.Draw square of 40mm sides with one side vertical </a:t>
              </a:r>
              <a:r>
                <a:rPr lang="en-US" altLang="en-US" sz="1200" dirty="0" err="1"/>
                <a:t>Tv</a:t>
              </a:r>
              <a:r>
                <a:rPr lang="en-US" altLang="en-US" sz="1200" dirty="0"/>
                <a:t> &amp;</a:t>
              </a:r>
            </a:p>
            <a:p>
              <a:pPr eaLnBrk="1" hangingPunct="1"/>
              <a:r>
                <a:rPr lang="en-US" altLang="en-US" sz="1200" dirty="0"/>
                <a:t>   taking 50 mm axis project </a:t>
              </a:r>
              <a:r>
                <a:rPr lang="en-US" altLang="en-US" sz="1200" dirty="0" err="1"/>
                <a:t>Fv</a:t>
              </a:r>
              <a:r>
                <a:rPr lang="en-US" altLang="en-US" sz="1200" dirty="0"/>
                <a:t>. ( a triangle)</a:t>
              </a:r>
            </a:p>
            <a:p>
              <a:pPr eaLnBrk="1" hangingPunct="1"/>
              <a:r>
                <a:rPr lang="en-US" altLang="en-US" sz="1200" dirty="0"/>
                <a:t>4.Name all points as shown in illustration.</a:t>
              </a:r>
            </a:p>
            <a:p>
              <a:pPr eaLnBrk="1" hangingPunct="1"/>
              <a:r>
                <a:rPr lang="en-US" altLang="en-US" sz="1200" dirty="0"/>
                <a:t>5.Draw 2</a:t>
              </a:r>
              <a:r>
                <a:rPr lang="en-US" altLang="en-US" sz="1200" baseline="30000" dirty="0"/>
                <a:t>nd</a:t>
              </a:r>
              <a:r>
                <a:rPr lang="en-US" altLang="en-US" sz="1200" dirty="0"/>
                <a:t> </a:t>
              </a:r>
              <a:r>
                <a:rPr lang="en-US" altLang="en-US" sz="1200" dirty="0" err="1"/>
                <a:t>Fv</a:t>
              </a:r>
              <a:r>
                <a:rPr lang="en-US" altLang="en-US" sz="1200" dirty="0"/>
                <a:t> in lying position </a:t>
              </a:r>
              <a:r>
                <a:rPr lang="en-US" altLang="en-US" sz="1200" dirty="0" err="1"/>
                <a:t>I.e.o’c’d</a:t>
              </a:r>
              <a:r>
                <a:rPr lang="en-US" altLang="en-US" sz="1200" dirty="0"/>
                <a:t>’ face on </a:t>
              </a:r>
              <a:r>
                <a:rPr lang="en-US" altLang="en-US" sz="1200" dirty="0" err="1"/>
                <a:t>xy</a:t>
              </a:r>
              <a:r>
                <a:rPr lang="en-US" altLang="en-US" sz="1200" dirty="0"/>
                <a:t>. And project it’s </a:t>
              </a:r>
              <a:r>
                <a:rPr lang="en-US" altLang="en-US" sz="1200" dirty="0" err="1"/>
                <a:t>Tv</a:t>
              </a:r>
              <a:r>
                <a:rPr lang="en-US" altLang="en-US" sz="1200" dirty="0"/>
                <a:t>.</a:t>
              </a:r>
            </a:p>
            <a:p>
              <a:pPr eaLnBrk="1" hangingPunct="1"/>
              <a:r>
                <a:rPr lang="en-US" altLang="en-US" sz="1200" dirty="0"/>
                <a:t>6.Make visible lines dark and hidden dotted, as per the procedure.</a:t>
              </a:r>
            </a:p>
            <a:p>
              <a:pPr eaLnBrk="1" hangingPunct="1"/>
              <a:r>
                <a:rPr lang="en-US" altLang="en-US" sz="1200" dirty="0"/>
                <a:t>7.Then construct remaining inclination with </a:t>
              </a:r>
              <a:r>
                <a:rPr lang="en-US" altLang="en-US" sz="1200" dirty="0" err="1"/>
                <a:t>Vp</a:t>
              </a:r>
              <a:endParaRPr lang="en-US" altLang="en-US" sz="1200" dirty="0"/>
            </a:p>
            <a:p>
              <a:pPr eaLnBrk="1" hangingPunct="1"/>
              <a:r>
                <a:rPr lang="en-US" altLang="en-US" sz="1200" dirty="0"/>
                <a:t>   ( </a:t>
              </a:r>
              <a:r>
                <a:rPr lang="en-US" altLang="en-US" sz="1200" dirty="0" err="1"/>
                <a:t>Vp</a:t>
              </a:r>
              <a:r>
                <a:rPr lang="en-US" altLang="en-US" sz="1200" dirty="0"/>
                <a:t> containing axis </a:t>
              </a:r>
              <a:r>
                <a:rPr lang="en-US" altLang="en-US" sz="1200" dirty="0" err="1"/>
                <a:t>ic</a:t>
              </a:r>
              <a:r>
                <a:rPr lang="en-US" altLang="en-US" sz="1200" dirty="0"/>
                <a:t> the center line of 2</a:t>
              </a:r>
              <a:r>
                <a:rPr lang="en-US" altLang="en-US" sz="1200" baseline="30000" dirty="0"/>
                <a:t>nd</a:t>
              </a:r>
              <a:r>
                <a:rPr lang="en-US" altLang="en-US" sz="1200" dirty="0"/>
                <a:t> </a:t>
              </a:r>
              <a:r>
                <a:rPr lang="en-US" altLang="en-US" sz="1200" dirty="0" err="1"/>
                <a:t>Tv.Make</a:t>
              </a:r>
              <a:r>
                <a:rPr lang="en-US" altLang="en-US" sz="1200" dirty="0"/>
                <a:t> it 45</a:t>
              </a:r>
              <a:r>
                <a:rPr lang="en-US" altLang="en-US" sz="1200" baseline="30000" dirty="0"/>
                <a:t>0</a:t>
              </a:r>
              <a:r>
                <a:rPr lang="en-US" altLang="en-US" sz="1200" dirty="0"/>
                <a:t> to </a:t>
              </a:r>
              <a:r>
                <a:rPr lang="en-US" altLang="en-US" sz="1200" dirty="0" err="1"/>
                <a:t>xy</a:t>
              </a:r>
              <a:r>
                <a:rPr lang="en-US" altLang="en-US" sz="1200" dirty="0"/>
                <a:t> as</a:t>
              </a:r>
            </a:p>
            <a:p>
              <a:pPr eaLnBrk="1" hangingPunct="1"/>
              <a:r>
                <a:rPr lang="en-US" altLang="en-US" sz="1200" dirty="0"/>
                <a:t>   shown  take apex near to </a:t>
              </a:r>
              <a:r>
                <a:rPr lang="en-US" altLang="en-US" sz="1200" dirty="0" err="1"/>
                <a:t>xy</a:t>
              </a:r>
              <a:r>
                <a:rPr lang="en-US" altLang="en-US" sz="1200" dirty="0"/>
                <a:t>, as it is nearer to </a:t>
              </a:r>
              <a:r>
                <a:rPr lang="en-US" altLang="en-US" sz="1200" dirty="0" err="1"/>
                <a:t>Vp</a:t>
              </a:r>
              <a:r>
                <a:rPr lang="en-US" altLang="en-US" sz="1200" dirty="0"/>
                <a:t>) &amp; project final </a:t>
              </a:r>
              <a:r>
                <a:rPr lang="en-US" altLang="en-US" sz="1200" dirty="0" err="1"/>
                <a:t>Fv</a:t>
              </a:r>
              <a:r>
                <a:rPr lang="en-US" altLang="en-US" sz="1200" dirty="0"/>
                <a:t>.</a:t>
              </a:r>
            </a:p>
          </p:txBody>
        </p:sp>
      </p:grpSp>
      <p:grpSp>
        <p:nvGrpSpPr>
          <p:cNvPr id="14455" name="Group 119"/>
          <p:cNvGrpSpPr>
            <a:grpSpLocks/>
          </p:cNvGrpSpPr>
          <p:nvPr/>
        </p:nvGrpSpPr>
        <p:grpSpPr bwMode="auto">
          <a:xfrm>
            <a:off x="-15875" y="5813425"/>
            <a:ext cx="6257925" cy="1016000"/>
            <a:chOff x="38" y="3662"/>
            <a:chExt cx="3942" cy="640"/>
          </a:xfrm>
        </p:grpSpPr>
        <p:sp>
          <p:nvSpPr>
            <p:cNvPr id="13388" name="AutoShape 120"/>
            <p:cNvSpPr>
              <a:spLocks noChangeArrowheads="1"/>
            </p:cNvSpPr>
            <p:nvPr/>
          </p:nvSpPr>
          <p:spPr bwMode="auto">
            <a:xfrm>
              <a:off x="60" y="3726"/>
              <a:ext cx="3696" cy="576"/>
            </a:xfrm>
            <a:prstGeom prst="wedgeRoundRectCallout">
              <a:avLst>
                <a:gd name="adj1" fmla="val 19074"/>
                <a:gd name="adj2" fmla="val -76912"/>
                <a:gd name="adj3" fmla="val 16667"/>
              </a:avLst>
            </a:prstGeom>
            <a:solidFill>
              <a:srgbClr val="CC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1600">
                <a:latin typeface="Times New Roman" panose="02020603050405020304" pitchFamily="18" charset="0"/>
              </a:endParaRPr>
            </a:p>
          </p:txBody>
        </p:sp>
        <p:sp>
          <p:nvSpPr>
            <p:cNvPr id="13389" name="Text Box 121"/>
            <p:cNvSpPr txBox="1">
              <a:spLocks noChangeArrowheads="1"/>
            </p:cNvSpPr>
            <p:nvPr/>
          </p:nvSpPr>
          <p:spPr bwMode="auto">
            <a:xfrm>
              <a:off x="38" y="3662"/>
              <a:ext cx="3942"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i="1" dirty="0">
                  <a:solidFill>
                    <a:schemeClr val="accent2"/>
                  </a:solidFill>
                  <a:latin typeface="Times New Roman" panose="02020603050405020304" pitchFamily="18" charset="0"/>
                </a:rPr>
                <a:t>      </a:t>
              </a:r>
              <a:r>
                <a:rPr lang="en-US" altLang="en-US" b="1" i="1" dirty="0">
                  <a:solidFill>
                    <a:schemeClr val="accent2"/>
                  </a:solidFill>
                  <a:latin typeface="Times New Roman" panose="02020603050405020304" pitchFamily="18" charset="0"/>
                </a:rPr>
                <a:t>For dark and dotted lines</a:t>
              </a:r>
            </a:p>
            <a:p>
              <a:pPr eaLnBrk="1" hangingPunct="1"/>
              <a:r>
                <a:rPr lang="en-US" altLang="en-US" sz="1400" b="1" dirty="0">
                  <a:solidFill>
                    <a:srgbClr val="FF0000"/>
                  </a:solidFill>
                  <a:latin typeface="Times New Roman" panose="02020603050405020304" pitchFamily="18" charset="0"/>
                </a:rPr>
                <a:t>1.Draw proper outline of new view DARK. 2. Decide direction of </a:t>
              </a:r>
              <a:r>
                <a:rPr lang="en-US" altLang="en-US" sz="1400" b="1" dirty="0" smtClean="0">
                  <a:solidFill>
                    <a:srgbClr val="FF0000"/>
                  </a:solidFill>
                  <a:latin typeface="Times New Roman" panose="02020603050405020304" pitchFamily="18" charset="0"/>
                </a:rPr>
                <a:t>an Observer</a:t>
              </a:r>
              <a:r>
                <a:rPr lang="en-US" altLang="en-US" sz="1400" b="1" dirty="0">
                  <a:solidFill>
                    <a:srgbClr val="FF0000"/>
                  </a:solidFill>
                  <a:latin typeface="Times New Roman" panose="02020603050405020304" pitchFamily="18" charset="0"/>
                </a:rPr>
                <a:t>.</a:t>
              </a:r>
            </a:p>
            <a:p>
              <a:pPr eaLnBrk="1" hangingPunct="1"/>
              <a:r>
                <a:rPr lang="en-US" altLang="en-US" sz="1400" b="1" dirty="0">
                  <a:solidFill>
                    <a:srgbClr val="FF0000"/>
                  </a:solidFill>
                  <a:latin typeface="Times New Roman" panose="02020603050405020304" pitchFamily="18" charset="0"/>
                </a:rPr>
                <a:t>3. Select nearest point to observer and draw all lines starting from it-dark.</a:t>
              </a:r>
            </a:p>
            <a:p>
              <a:pPr eaLnBrk="1" hangingPunct="1"/>
              <a:r>
                <a:rPr lang="en-US" altLang="en-US" sz="1400" b="1" dirty="0">
                  <a:solidFill>
                    <a:srgbClr val="FF0000"/>
                  </a:solidFill>
                  <a:latin typeface="Times New Roman" panose="02020603050405020304" pitchFamily="18" charset="0"/>
                </a:rPr>
                <a:t>4. Select farthest point to observer and draw all lines (remaining)from </a:t>
              </a:r>
              <a:r>
                <a:rPr lang="en-US" altLang="en-US" sz="1400" b="1" dirty="0" smtClean="0">
                  <a:solidFill>
                    <a:srgbClr val="FF0000"/>
                  </a:solidFill>
                  <a:latin typeface="Times New Roman" panose="02020603050405020304" pitchFamily="18" charset="0"/>
                </a:rPr>
                <a:t>it dotted</a:t>
              </a:r>
              <a:r>
                <a:rPr lang="en-US" altLang="en-US" sz="1400" b="1" dirty="0">
                  <a:solidFill>
                    <a:srgbClr val="FF0000"/>
                  </a:solidFill>
                  <a:latin typeface="Times New Roman" panose="02020603050405020304" pitchFamily="18" charset="0"/>
                </a:rPr>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nodeType="clickEffect">
                                  <p:stCondLst>
                                    <p:cond delay="0"/>
                                  </p:stCondLst>
                                  <p:childTnLst>
                                    <p:set>
                                      <p:cBhvr>
                                        <p:cTn id="6" dur="1" fill="hold">
                                          <p:stCondLst>
                                            <p:cond delay="0"/>
                                          </p:stCondLst>
                                        </p:cTn>
                                        <p:tgtEl>
                                          <p:spTgt spid="14449"/>
                                        </p:tgtEl>
                                        <p:attrNameLst>
                                          <p:attrName>style.visibility</p:attrName>
                                        </p:attrNameLst>
                                      </p:cBhvr>
                                      <p:to>
                                        <p:strVal val="visible"/>
                                      </p:to>
                                    </p:set>
                                    <p:anim calcmode="lin" valueType="num">
                                      <p:cBhvr>
                                        <p:cTn id="7" dur="500" fill="hold"/>
                                        <p:tgtEl>
                                          <p:spTgt spid="14449"/>
                                        </p:tgtEl>
                                        <p:attrNameLst>
                                          <p:attrName>ppt_x</p:attrName>
                                        </p:attrNameLst>
                                      </p:cBhvr>
                                      <p:tavLst>
                                        <p:tav tm="0">
                                          <p:val>
                                            <p:strVal val="#ppt_x"/>
                                          </p:val>
                                        </p:tav>
                                        <p:tav tm="100000">
                                          <p:val>
                                            <p:strVal val="#ppt_x"/>
                                          </p:val>
                                        </p:tav>
                                      </p:tavLst>
                                    </p:anim>
                                    <p:anim calcmode="lin" valueType="num">
                                      <p:cBhvr>
                                        <p:cTn id="8" dur="500" fill="hold"/>
                                        <p:tgtEl>
                                          <p:spTgt spid="14449"/>
                                        </p:tgtEl>
                                        <p:attrNameLst>
                                          <p:attrName>ppt_y</p:attrName>
                                        </p:attrNameLst>
                                      </p:cBhvr>
                                      <p:tavLst>
                                        <p:tav tm="0">
                                          <p:val>
                                            <p:strVal val="#ppt_y+#ppt_h/2"/>
                                          </p:val>
                                        </p:tav>
                                        <p:tav tm="100000">
                                          <p:val>
                                            <p:strVal val="#ppt_y"/>
                                          </p:val>
                                        </p:tav>
                                      </p:tavLst>
                                    </p:anim>
                                    <p:anim calcmode="lin" valueType="num">
                                      <p:cBhvr>
                                        <p:cTn id="9" dur="500" fill="hold"/>
                                        <p:tgtEl>
                                          <p:spTgt spid="14449"/>
                                        </p:tgtEl>
                                        <p:attrNameLst>
                                          <p:attrName>ppt_w</p:attrName>
                                        </p:attrNameLst>
                                      </p:cBhvr>
                                      <p:tavLst>
                                        <p:tav tm="0">
                                          <p:val>
                                            <p:strVal val="#ppt_w"/>
                                          </p:val>
                                        </p:tav>
                                        <p:tav tm="100000">
                                          <p:val>
                                            <p:strVal val="#ppt_w"/>
                                          </p:val>
                                        </p:tav>
                                      </p:tavLst>
                                    </p:anim>
                                    <p:anim calcmode="lin" valueType="num">
                                      <p:cBhvr>
                                        <p:cTn id="10" dur="500" fill="hold"/>
                                        <p:tgtEl>
                                          <p:spTgt spid="14449"/>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4" fill="hold" nodeType="clickEffect">
                                  <p:stCondLst>
                                    <p:cond delay="0"/>
                                  </p:stCondLst>
                                  <p:childTnLst>
                                    <p:set>
                                      <p:cBhvr>
                                        <p:cTn id="14" dur="1" fill="hold">
                                          <p:stCondLst>
                                            <p:cond delay="0"/>
                                          </p:stCondLst>
                                        </p:cTn>
                                        <p:tgtEl>
                                          <p:spTgt spid="14452"/>
                                        </p:tgtEl>
                                        <p:attrNameLst>
                                          <p:attrName>style.visibility</p:attrName>
                                        </p:attrNameLst>
                                      </p:cBhvr>
                                      <p:to>
                                        <p:strVal val="visible"/>
                                      </p:to>
                                    </p:set>
                                    <p:anim calcmode="lin" valueType="num">
                                      <p:cBhvr>
                                        <p:cTn id="15" dur="500" fill="hold"/>
                                        <p:tgtEl>
                                          <p:spTgt spid="14452"/>
                                        </p:tgtEl>
                                        <p:attrNameLst>
                                          <p:attrName>ppt_x</p:attrName>
                                        </p:attrNameLst>
                                      </p:cBhvr>
                                      <p:tavLst>
                                        <p:tav tm="0">
                                          <p:val>
                                            <p:strVal val="#ppt_x"/>
                                          </p:val>
                                        </p:tav>
                                        <p:tav tm="100000">
                                          <p:val>
                                            <p:strVal val="#ppt_x"/>
                                          </p:val>
                                        </p:tav>
                                      </p:tavLst>
                                    </p:anim>
                                    <p:anim calcmode="lin" valueType="num">
                                      <p:cBhvr>
                                        <p:cTn id="16" dur="500" fill="hold"/>
                                        <p:tgtEl>
                                          <p:spTgt spid="14452"/>
                                        </p:tgtEl>
                                        <p:attrNameLst>
                                          <p:attrName>ppt_y</p:attrName>
                                        </p:attrNameLst>
                                      </p:cBhvr>
                                      <p:tavLst>
                                        <p:tav tm="0">
                                          <p:val>
                                            <p:strVal val="#ppt_y+#ppt_h/2"/>
                                          </p:val>
                                        </p:tav>
                                        <p:tav tm="100000">
                                          <p:val>
                                            <p:strVal val="#ppt_y"/>
                                          </p:val>
                                        </p:tav>
                                      </p:tavLst>
                                    </p:anim>
                                    <p:anim calcmode="lin" valueType="num">
                                      <p:cBhvr>
                                        <p:cTn id="17" dur="500" fill="hold"/>
                                        <p:tgtEl>
                                          <p:spTgt spid="14452"/>
                                        </p:tgtEl>
                                        <p:attrNameLst>
                                          <p:attrName>ppt_w</p:attrName>
                                        </p:attrNameLst>
                                      </p:cBhvr>
                                      <p:tavLst>
                                        <p:tav tm="0">
                                          <p:val>
                                            <p:strVal val="#ppt_w"/>
                                          </p:val>
                                        </p:tav>
                                        <p:tav tm="100000">
                                          <p:val>
                                            <p:strVal val="#ppt_w"/>
                                          </p:val>
                                        </p:tav>
                                      </p:tavLst>
                                    </p:anim>
                                    <p:anim calcmode="lin" valueType="num">
                                      <p:cBhvr>
                                        <p:cTn id="18" dur="500" fill="hold"/>
                                        <p:tgtEl>
                                          <p:spTgt spid="14452"/>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4338"/>
                                        </p:tgtEl>
                                        <p:attrNameLst>
                                          <p:attrName>style.visibility</p:attrName>
                                        </p:attrNameLst>
                                      </p:cBhvr>
                                      <p:to>
                                        <p:strVal val="visible"/>
                                      </p:to>
                                    </p:set>
                                    <p:anim calcmode="lin" valueType="num">
                                      <p:cBhvr>
                                        <p:cTn id="23" dur="500" fill="hold"/>
                                        <p:tgtEl>
                                          <p:spTgt spid="14338"/>
                                        </p:tgtEl>
                                        <p:attrNameLst>
                                          <p:attrName>ppt_x</p:attrName>
                                        </p:attrNameLst>
                                      </p:cBhvr>
                                      <p:tavLst>
                                        <p:tav tm="0">
                                          <p:val>
                                            <p:strVal val="#ppt_x-#ppt_w/2"/>
                                          </p:val>
                                        </p:tav>
                                        <p:tav tm="100000">
                                          <p:val>
                                            <p:strVal val="#ppt_x"/>
                                          </p:val>
                                        </p:tav>
                                      </p:tavLst>
                                    </p:anim>
                                    <p:anim calcmode="lin" valueType="num">
                                      <p:cBhvr>
                                        <p:cTn id="24" dur="500" fill="hold"/>
                                        <p:tgtEl>
                                          <p:spTgt spid="14338"/>
                                        </p:tgtEl>
                                        <p:attrNameLst>
                                          <p:attrName>ppt_y</p:attrName>
                                        </p:attrNameLst>
                                      </p:cBhvr>
                                      <p:tavLst>
                                        <p:tav tm="0">
                                          <p:val>
                                            <p:strVal val="#ppt_y"/>
                                          </p:val>
                                        </p:tav>
                                        <p:tav tm="100000">
                                          <p:val>
                                            <p:strVal val="#ppt_y"/>
                                          </p:val>
                                        </p:tav>
                                      </p:tavLst>
                                    </p:anim>
                                    <p:anim calcmode="lin" valueType="num">
                                      <p:cBhvr>
                                        <p:cTn id="25" dur="500" fill="hold"/>
                                        <p:tgtEl>
                                          <p:spTgt spid="14338"/>
                                        </p:tgtEl>
                                        <p:attrNameLst>
                                          <p:attrName>ppt_w</p:attrName>
                                        </p:attrNameLst>
                                      </p:cBhvr>
                                      <p:tavLst>
                                        <p:tav tm="0">
                                          <p:val>
                                            <p:fltVal val="0"/>
                                          </p:val>
                                        </p:tav>
                                        <p:tav tm="100000">
                                          <p:val>
                                            <p:strVal val="#ppt_w"/>
                                          </p:val>
                                        </p:tav>
                                      </p:tavLst>
                                    </p:anim>
                                    <p:anim calcmode="lin" valueType="num">
                                      <p:cBhvr>
                                        <p:cTn id="26" dur="500" fill="hold"/>
                                        <p:tgtEl>
                                          <p:spTgt spid="14338"/>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339"/>
                                        </p:tgtEl>
                                        <p:attrNameLst>
                                          <p:attrName>style.visibility</p:attrName>
                                        </p:attrNameLst>
                                      </p:cBhvr>
                                      <p:to>
                                        <p:strVal val="visible"/>
                                      </p:to>
                                    </p:set>
                                    <p:anim calcmode="lin" valueType="num">
                                      <p:cBhvr additive="base">
                                        <p:cTn id="31" dur="500" fill="hold"/>
                                        <p:tgtEl>
                                          <p:spTgt spid="14339"/>
                                        </p:tgtEl>
                                        <p:attrNameLst>
                                          <p:attrName>ppt_x</p:attrName>
                                        </p:attrNameLst>
                                      </p:cBhvr>
                                      <p:tavLst>
                                        <p:tav tm="0">
                                          <p:val>
                                            <p:strVal val="0-#ppt_w/2"/>
                                          </p:val>
                                        </p:tav>
                                        <p:tav tm="100000">
                                          <p:val>
                                            <p:strVal val="#ppt_x"/>
                                          </p:val>
                                        </p:tav>
                                      </p:tavLst>
                                    </p:anim>
                                    <p:anim calcmode="lin" valueType="num">
                                      <p:cBhvr additive="base">
                                        <p:cTn id="32" dur="500" fill="hold"/>
                                        <p:tgtEl>
                                          <p:spTgt spid="1433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4340"/>
                                        </p:tgtEl>
                                        <p:attrNameLst>
                                          <p:attrName>style.visibility</p:attrName>
                                        </p:attrNameLst>
                                      </p:cBhvr>
                                      <p:to>
                                        <p:strVal val="visible"/>
                                      </p:to>
                                    </p:set>
                                    <p:anim calcmode="lin" valueType="num">
                                      <p:cBhvr additive="base">
                                        <p:cTn id="37" dur="500" fill="hold"/>
                                        <p:tgtEl>
                                          <p:spTgt spid="14340"/>
                                        </p:tgtEl>
                                        <p:attrNameLst>
                                          <p:attrName>ppt_x</p:attrName>
                                        </p:attrNameLst>
                                      </p:cBhvr>
                                      <p:tavLst>
                                        <p:tav tm="0">
                                          <p:val>
                                            <p:strVal val="1+#ppt_w/2"/>
                                          </p:val>
                                        </p:tav>
                                        <p:tav tm="100000">
                                          <p:val>
                                            <p:strVal val="#ppt_x"/>
                                          </p:val>
                                        </p:tav>
                                      </p:tavLst>
                                    </p:anim>
                                    <p:anim calcmode="lin" valueType="num">
                                      <p:cBhvr additive="base">
                                        <p:cTn id="38" dur="500" fill="hold"/>
                                        <p:tgtEl>
                                          <p:spTgt spid="1434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14353"/>
                                        </p:tgtEl>
                                        <p:attrNameLst>
                                          <p:attrName>style.visibility</p:attrName>
                                        </p:attrNameLst>
                                      </p:cBhvr>
                                      <p:to>
                                        <p:strVal val="visible"/>
                                      </p:to>
                                    </p:set>
                                    <p:anim calcmode="lin" valueType="num">
                                      <p:cBhvr>
                                        <p:cTn id="43" dur="500" fill="hold"/>
                                        <p:tgtEl>
                                          <p:spTgt spid="14353"/>
                                        </p:tgtEl>
                                        <p:attrNameLst>
                                          <p:attrName>ppt_w</p:attrName>
                                        </p:attrNameLst>
                                      </p:cBhvr>
                                      <p:tavLst>
                                        <p:tav tm="0">
                                          <p:val>
                                            <p:fltVal val="0"/>
                                          </p:val>
                                        </p:tav>
                                        <p:tav tm="100000">
                                          <p:val>
                                            <p:strVal val="#ppt_w"/>
                                          </p:val>
                                        </p:tav>
                                      </p:tavLst>
                                    </p:anim>
                                    <p:anim calcmode="lin" valueType="num">
                                      <p:cBhvr>
                                        <p:cTn id="44" dur="500" fill="hold"/>
                                        <p:tgtEl>
                                          <p:spTgt spid="14353"/>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14354"/>
                                        </p:tgtEl>
                                        <p:attrNameLst>
                                          <p:attrName>style.visibility</p:attrName>
                                        </p:attrNameLst>
                                      </p:cBhvr>
                                      <p:to>
                                        <p:strVal val="visible"/>
                                      </p:to>
                                    </p:set>
                                    <p:anim calcmode="lin" valueType="num">
                                      <p:cBhvr>
                                        <p:cTn id="49" dur="500" fill="hold"/>
                                        <p:tgtEl>
                                          <p:spTgt spid="14354"/>
                                        </p:tgtEl>
                                        <p:attrNameLst>
                                          <p:attrName>ppt_w</p:attrName>
                                        </p:attrNameLst>
                                      </p:cBhvr>
                                      <p:tavLst>
                                        <p:tav tm="0">
                                          <p:val>
                                            <p:fltVal val="0"/>
                                          </p:val>
                                        </p:tav>
                                        <p:tav tm="100000">
                                          <p:val>
                                            <p:strVal val="#ppt_w"/>
                                          </p:val>
                                        </p:tav>
                                      </p:tavLst>
                                    </p:anim>
                                    <p:anim calcmode="lin" valueType="num">
                                      <p:cBhvr>
                                        <p:cTn id="50" dur="500" fill="hold"/>
                                        <p:tgtEl>
                                          <p:spTgt spid="14354"/>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16" fill="hold" grpId="0" nodeType="clickEffect">
                                  <p:stCondLst>
                                    <p:cond delay="0"/>
                                  </p:stCondLst>
                                  <p:childTnLst>
                                    <p:set>
                                      <p:cBhvr>
                                        <p:cTn id="54" dur="1" fill="hold">
                                          <p:stCondLst>
                                            <p:cond delay="0"/>
                                          </p:stCondLst>
                                        </p:cTn>
                                        <p:tgtEl>
                                          <p:spTgt spid="14356"/>
                                        </p:tgtEl>
                                        <p:attrNameLst>
                                          <p:attrName>style.visibility</p:attrName>
                                        </p:attrNameLst>
                                      </p:cBhvr>
                                      <p:to>
                                        <p:strVal val="visible"/>
                                      </p:to>
                                    </p:set>
                                    <p:anim calcmode="lin" valueType="num">
                                      <p:cBhvr>
                                        <p:cTn id="55" dur="500" fill="hold"/>
                                        <p:tgtEl>
                                          <p:spTgt spid="14356"/>
                                        </p:tgtEl>
                                        <p:attrNameLst>
                                          <p:attrName>ppt_w</p:attrName>
                                        </p:attrNameLst>
                                      </p:cBhvr>
                                      <p:tavLst>
                                        <p:tav tm="0">
                                          <p:val>
                                            <p:fltVal val="0"/>
                                          </p:val>
                                        </p:tav>
                                        <p:tav tm="100000">
                                          <p:val>
                                            <p:strVal val="#ppt_w"/>
                                          </p:val>
                                        </p:tav>
                                      </p:tavLst>
                                    </p:anim>
                                    <p:anim calcmode="lin" valueType="num">
                                      <p:cBhvr>
                                        <p:cTn id="56" dur="500" fill="hold"/>
                                        <p:tgtEl>
                                          <p:spTgt spid="14356"/>
                                        </p:tgtEl>
                                        <p:attrNameLst>
                                          <p:attrName>ppt_h</p:attrName>
                                        </p:attrNameLst>
                                      </p:cBhvr>
                                      <p:tavLst>
                                        <p:tav tm="0">
                                          <p:val>
                                            <p:fltVal val="0"/>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3" presetClass="entr" presetSubtype="16" fill="hold" grpId="0" nodeType="clickEffect">
                                  <p:stCondLst>
                                    <p:cond delay="0"/>
                                  </p:stCondLst>
                                  <p:childTnLst>
                                    <p:set>
                                      <p:cBhvr>
                                        <p:cTn id="60" dur="1" fill="hold">
                                          <p:stCondLst>
                                            <p:cond delay="0"/>
                                          </p:stCondLst>
                                        </p:cTn>
                                        <p:tgtEl>
                                          <p:spTgt spid="14355"/>
                                        </p:tgtEl>
                                        <p:attrNameLst>
                                          <p:attrName>style.visibility</p:attrName>
                                        </p:attrNameLst>
                                      </p:cBhvr>
                                      <p:to>
                                        <p:strVal val="visible"/>
                                      </p:to>
                                    </p:set>
                                    <p:anim calcmode="lin" valueType="num">
                                      <p:cBhvr>
                                        <p:cTn id="61" dur="500" fill="hold"/>
                                        <p:tgtEl>
                                          <p:spTgt spid="14355"/>
                                        </p:tgtEl>
                                        <p:attrNameLst>
                                          <p:attrName>ppt_w</p:attrName>
                                        </p:attrNameLst>
                                      </p:cBhvr>
                                      <p:tavLst>
                                        <p:tav tm="0">
                                          <p:val>
                                            <p:fltVal val="0"/>
                                          </p:val>
                                        </p:tav>
                                        <p:tav tm="100000">
                                          <p:val>
                                            <p:strVal val="#ppt_w"/>
                                          </p:val>
                                        </p:tav>
                                      </p:tavLst>
                                    </p:anim>
                                    <p:anim calcmode="lin" valueType="num">
                                      <p:cBhvr>
                                        <p:cTn id="62" dur="500" fill="hold"/>
                                        <p:tgtEl>
                                          <p:spTgt spid="14355"/>
                                        </p:tgtEl>
                                        <p:attrNameLst>
                                          <p:attrName>ppt_h</p:attrName>
                                        </p:attrNameLst>
                                      </p:cBhvr>
                                      <p:tavLst>
                                        <p:tav tm="0">
                                          <p:val>
                                            <p:fltVal val="0"/>
                                          </p:val>
                                        </p:tav>
                                        <p:tav tm="100000">
                                          <p:val>
                                            <p:strVal val="#ppt_h"/>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3" presetClass="entr" presetSubtype="16" fill="hold" grpId="0" nodeType="clickEffect">
                                  <p:stCondLst>
                                    <p:cond delay="0"/>
                                  </p:stCondLst>
                                  <p:childTnLst>
                                    <p:set>
                                      <p:cBhvr>
                                        <p:cTn id="66" dur="1" fill="hold">
                                          <p:stCondLst>
                                            <p:cond delay="0"/>
                                          </p:stCondLst>
                                        </p:cTn>
                                        <p:tgtEl>
                                          <p:spTgt spid="14341"/>
                                        </p:tgtEl>
                                        <p:attrNameLst>
                                          <p:attrName>style.visibility</p:attrName>
                                        </p:attrNameLst>
                                      </p:cBhvr>
                                      <p:to>
                                        <p:strVal val="visible"/>
                                      </p:to>
                                    </p:set>
                                    <p:anim calcmode="lin" valueType="num">
                                      <p:cBhvr>
                                        <p:cTn id="67" dur="500" fill="hold"/>
                                        <p:tgtEl>
                                          <p:spTgt spid="14341"/>
                                        </p:tgtEl>
                                        <p:attrNameLst>
                                          <p:attrName>ppt_w</p:attrName>
                                        </p:attrNameLst>
                                      </p:cBhvr>
                                      <p:tavLst>
                                        <p:tav tm="0">
                                          <p:val>
                                            <p:fltVal val="0"/>
                                          </p:val>
                                        </p:tav>
                                        <p:tav tm="100000">
                                          <p:val>
                                            <p:strVal val="#ppt_w"/>
                                          </p:val>
                                        </p:tav>
                                      </p:tavLst>
                                    </p:anim>
                                    <p:anim calcmode="lin" valueType="num">
                                      <p:cBhvr>
                                        <p:cTn id="68" dur="500" fill="hold"/>
                                        <p:tgtEl>
                                          <p:spTgt spid="14341"/>
                                        </p:tgtEl>
                                        <p:attrNameLst>
                                          <p:attrName>ppt_h</p:attrName>
                                        </p:attrNameLst>
                                      </p:cBhvr>
                                      <p:tavLst>
                                        <p:tav tm="0">
                                          <p:val>
                                            <p:fltVal val="0"/>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3" presetClass="entr" presetSubtype="16" fill="hold" grpId="0" nodeType="clickEffect">
                                  <p:stCondLst>
                                    <p:cond delay="0"/>
                                  </p:stCondLst>
                                  <p:childTnLst>
                                    <p:set>
                                      <p:cBhvr>
                                        <p:cTn id="72" dur="1" fill="hold">
                                          <p:stCondLst>
                                            <p:cond delay="0"/>
                                          </p:stCondLst>
                                        </p:cTn>
                                        <p:tgtEl>
                                          <p:spTgt spid="14342"/>
                                        </p:tgtEl>
                                        <p:attrNameLst>
                                          <p:attrName>style.visibility</p:attrName>
                                        </p:attrNameLst>
                                      </p:cBhvr>
                                      <p:to>
                                        <p:strVal val="visible"/>
                                      </p:to>
                                    </p:set>
                                    <p:anim calcmode="lin" valueType="num">
                                      <p:cBhvr>
                                        <p:cTn id="73" dur="500" fill="hold"/>
                                        <p:tgtEl>
                                          <p:spTgt spid="14342"/>
                                        </p:tgtEl>
                                        <p:attrNameLst>
                                          <p:attrName>ppt_w</p:attrName>
                                        </p:attrNameLst>
                                      </p:cBhvr>
                                      <p:tavLst>
                                        <p:tav tm="0">
                                          <p:val>
                                            <p:fltVal val="0"/>
                                          </p:val>
                                        </p:tav>
                                        <p:tav tm="100000">
                                          <p:val>
                                            <p:strVal val="#ppt_w"/>
                                          </p:val>
                                        </p:tav>
                                      </p:tavLst>
                                    </p:anim>
                                    <p:anim calcmode="lin" valueType="num">
                                      <p:cBhvr>
                                        <p:cTn id="74" dur="500" fill="hold"/>
                                        <p:tgtEl>
                                          <p:spTgt spid="14342"/>
                                        </p:tgtEl>
                                        <p:attrNameLst>
                                          <p:attrName>ppt_h</p:attrName>
                                        </p:attrNameLst>
                                      </p:cBhvr>
                                      <p:tavLst>
                                        <p:tav tm="0">
                                          <p:val>
                                            <p:fltVal val="0"/>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10" fill="hold" grpId="0" nodeType="clickEffect">
                                  <p:stCondLst>
                                    <p:cond delay="0"/>
                                  </p:stCondLst>
                                  <p:childTnLst>
                                    <p:set>
                                      <p:cBhvr>
                                        <p:cTn id="78" dur="1" fill="hold">
                                          <p:stCondLst>
                                            <p:cond delay="0"/>
                                          </p:stCondLst>
                                        </p:cTn>
                                        <p:tgtEl>
                                          <p:spTgt spid="14343"/>
                                        </p:tgtEl>
                                        <p:attrNameLst>
                                          <p:attrName>style.visibility</p:attrName>
                                        </p:attrNameLst>
                                      </p:cBhvr>
                                      <p:to>
                                        <p:strVal val="visible"/>
                                      </p:to>
                                    </p:set>
                                    <p:anim calcmode="lin" valueType="num">
                                      <p:cBhvr>
                                        <p:cTn id="79" dur="500" fill="hold"/>
                                        <p:tgtEl>
                                          <p:spTgt spid="14343"/>
                                        </p:tgtEl>
                                        <p:attrNameLst>
                                          <p:attrName>ppt_w</p:attrName>
                                        </p:attrNameLst>
                                      </p:cBhvr>
                                      <p:tavLst>
                                        <p:tav tm="0">
                                          <p:val>
                                            <p:fltVal val="0"/>
                                          </p:val>
                                        </p:tav>
                                        <p:tav tm="100000">
                                          <p:val>
                                            <p:strVal val="#ppt_w"/>
                                          </p:val>
                                        </p:tav>
                                      </p:tavLst>
                                    </p:anim>
                                    <p:anim calcmode="lin" valueType="num">
                                      <p:cBhvr>
                                        <p:cTn id="80" dur="500" fill="hold"/>
                                        <p:tgtEl>
                                          <p:spTgt spid="14343"/>
                                        </p:tgtEl>
                                        <p:attrNameLst>
                                          <p:attrName>ppt_h</p:attrName>
                                        </p:attrNameLst>
                                      </p:cBhvr>
                                      <p:tavLst>
                                        <p:tav tm="0">
                                          <p:val>
                                            <p:strVal val="#ppt_h"/>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17" presetClass="entr" presetSubtype="10" fill="hold" grpId="0" nodeType="clickEffect">
                                  <p:stCondLst>
                                    <p:cond delay="0"/>
                                  </p:stCondLst>
                                  <p:childTnLst>
                                    <p:set>
                                      <p:cBhvr>
                                        <p:cTn id="84" dur="1" fill="hold">
                                          <p:stCondLst>
                                            <p:cond delay="0"/>
                                          </p:stCondLst>
                                        </p:cTn>
                                        <p:tgtEl>
                                          <p:spTgt spid="14344"/>
                                        </p:tgtEl>
                                        <p:attrNameLst>
                                          <p:attrName>style.visibility</p:attrName>
                                        </p:attrNameLst>
                                      </p:cBhvr>
                                      <p:to>
                                        <p:strVal val="visible"/>
                                      </p:to>
                                    </p:set>
                                    <p:anim calcmode="lin" valueType="num">
                                      <p:cBhvr>
                                        <p:cTn id="85" dur="500" fill="hold"/>
                                        <p:tgtEl>
                                          <p:spTgt spid="14344"/>
                                        </p:tgtEl>
                                        <p:attrNameLst>
                                          <p:attrName>ppt_w</p:attrName>
                                        </p:attrNameLst>
                                      </p:cBhvr>
                                      <p:tavLst>
                                        <p:tav tm="0">
                                          <p:val>
                                            <p:fltVal val="0"/>
                                          </p:val>
                                        </p:tav>
                                        <p:tav tm="100000">
                                          <p:val>
                                            <p:strVal val="#ppt_w"/>
                                          </p:val>
                                        </p:tav>
                                      </p:tavLst>
                                    </p:anim>
                                    <p:anim calcmode="lin" valueType="num">
                                      <p:cBhvr>
                                        <p:cTn id="86" dur="500" fill="hold"/>
                                        <p:tgtEl>
                                          <p:spTgt spid="14344"/>
                                        </p:tgtEl>
                                        <p:attrNameLst>
                                          <p:attrName>ppt_h</p:attrName>
                                        </p:attrNameLst>
                                      </p:cBhvr>
                                      <p:tavLst>
                                        <p:tav tm="0">
                                          <p:val>
                                            <p:strVal val="#ppt_h"/>
                                          </p:val>
                                        </p:tav>
                                        <p:tav tm="100000">
                                          <p:val>
                                            <p:strVal val="#ppt_h"/>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17" presetClass="entr" presetSubtype="10" fill="hold" grpId="0" nodeType="clickEffect">
                                  <p:stCondLst>
                                    <p:cond delay="0"/>
                                  </p:stCondLst>
                                  <p:childTnLst>
                                    <p:set>
                                      <p:cBhvr>
                                        <p:cTn id="90" dur="1" fill="hold">
                                          <p:stCondLst>
                                            <p:cond delay="0"/>
                                          </p:stCondLst>
                                        </p:cTn>
                                        <p:tgtEl>
                                          <p:spTgt spid="14345"/>
                                        </p:tgtEl>
                                        <p:attrNameLst>
                                          <p:attrName>style.visibility</p:attrName>
                                        </p:attrNameLst>
                                      </p:cBhvr>
                                      <p:to>
                                        <p:strVal val="visible"/>
                                      </p:to>
                                    </p:set>
                                    <p:anim calcmode="lin" valueType="num">
                                      <p:cBhvr>
                                        <p:cTn id="91" dur="500" fill="hold"/>
                                        <p:tgtEl>
                                          <p:spTgt spid="14345"/>
                                        </p:tgtEl>
                                        <p:attrNameLst>
                                          <p:attrName>ppt_w</p:attrName>
                                        </p:attrNameLst>
                                      </p:cBhvr>
                                      <p:tavLst>
                                        <p:tav tm="0">
                                          <p:val>
                                            <p:fltVal val="0"/>
                                          </p:val>
                                        </p:tav>
                                        <p:tav tm="100000">
                                          <p:val>
                                            <p:strVal val="#ppt_w"/>
                                          </p:val>
                                        </p:tav>
                                      </p:tavLst>
                                    </p:anim>
                                    <p:anim calcmode="lin" valueType="num">
                                      <p:cBhvr>
                                        <p:cTn id="92" dur="500" fill="hold"/>
                                        <p:tgtEl>
                                          <p:spTgt spid="14345"/>
                                        </p:tgtEl>
                                        <p:attrNameLst>
                                          <p:attrName>ppt_h</p:attrName>
                                        </p:attrNameLst>
                                      </p:cBhvr>
                                      <p:tavLst>
                                        <p:tav tm="0">
                                          <p:val>
                                            <p:strVal val="#ppt_h"/>
                                          </p:val>
                                        </p:tav>
                                        <p:tav tm="100000">
                                          <p:val>
                                            <p:strVal val="#ppt_h"/>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17" presetClass="entr" presetSubtype="10" fill="hold" grpId="0" nodeType="clickEffect">
                                  <p:stCondLst>
                                    <p:cond delay="0"/>
                                  </p:stCondLst>
                                  <p:childTnLst>
                                    <p:set>
                                      <p:cBhvr>
                                        <p:cTn id="96" dur="1" fill="hold">
                                          <p:stCondLst>
                                            <p:cond delay="0"/>
                                          </p:stCondLst>
                                        </p:cTn>
                                        <p:tgtEl>
                                          <p:spTgt spid="14346"/>
                                        </p:tgtEl>
                                        <p:attrNameLst>
                                          <p:attrName>style.visibility</p:attrName>
                                        </p:attrNameLst>
                                      </p:cBhvr>
                                      <p:to>
                                        <p:strVal val="visible"/>
                                      </p:to>
                                    </p:set>
                                    <p:anim calcmode="lin" valueType="num">
                                      <p:cBhvr>
                                        <p:cTn id="97" dur="500" fill="hold"/>
                                        <p:tgtEl>
                                          <p:spTgt spid="14346"/>
                                        </p:tgtEl>
                                        <p:attrNameLst>
                                          <p:attrName>ppt_w</p:attrName>
                                        </p:attrNameLst>
                                      </p:cBhvr>
                                      <p:tavLst>
                                        <p:tav tm="0">
                                          <p:val>
                                            <p:fltVal val="0"/>
                                          </p:val>
                                        </p:tav>
                                        <p:tav tm="100000">
                                          <p:val>
                                            <p:strVal val="#ppt_w"/>
                                          </p:val>
                                        </p:tav>
                                      </p:tavLst>
                                    </p:anim>
                                    <p:anim calcmode="lin" valueType="num">
                                      <p:cBhvr>
                                        <p:cTn id="98" dur="500" fill="hold"/>
                                        <p:tgtEl>
                                          <p:spTgt spid="14346"/>
                                        </p:tgtEl>
                                        <p:attrNameLst>
                                          <p:attrName>ppt_h</p:attrName>
                                        </p:attrNameLst>
                                      </p:cBhvr>
                                      <p:tavLst>
                                        <p:tav tm="0">
                                          <p:val>
                                            <p:strVal val="#ppt_h"/>
                                          </p:val>
                                        </p:tav>
                                        <p:tav tm="100000">
                                          <p:val>
                                            <p:strVal val="#ppt_h"/>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17" presetClass="entr" presetSubtype="10" fill="hold" grpId="0" nodeType="clickEffect">
                                  <p:stCondLst>
                                    <p:cond delay="0"/>
                                  </p:stCondLst>
                                  <p:childTnLst>
                                    <p:set>
                                      <p:cBhvr>
                                        <p:cTn id="102" dur="1" fill="hold">
                                          <p:stCondLst>
                                            <p:cond delay="0"/>
                                          </p:stCondLst>
                                        </p:cTn>
                                        <p:tgtEl>
                                          <p:spTgt spid="14347"/>
                                        </p:tgtEl>
                                        <p:attrNameLst>
                                          <p:attrName>style.visibility</p:attrName>
                                        </p:attrNameLst>
                                      </p:cBhvr>
                                      <p:to>
                                        <p:strVal val="visible"/>
                                      </p:to>
                                    </p:set>
                                    <p:anim calcmode="lin" valueType="num">
                                      <p:cBhvr>
                                        <p:cTn id="103" dur="500" fill="hold"/>
                                        <p:tgtEl>
                                          <p:spTgt spid="14347"/>
                                        </p:tgtEl>
                                        <p:attrNameLst>
                                          <p:attrName>ppt_w</p:attrName>
                                        </p:attrNameLst>
                                      </p:cBhvr>
                                      <p:tavLst>
                                        <p:tav tm="0">
                                          <p:val>
                                            <p:fltVal val="0"/>
                                          </p:val>
                                        </p:tav>
                                        <p:tav tm="100000">
                                          <p:val>
                                            <p:strVal val="#ppt_w"/>
                                          </p:val>
                                        </p:tav>
                                      </p:tavLst>
                                    </p:anim>
                                    <p:anim calcmode="lin" valueType="num">
                                      <p:cBhvr>
                                        <p:cTn id="104" dur="500" fill="hold"/>
                                        <p:tgtEl>
                                          <p:spTgt spid="14347"/>
                                        </p:tgtEl>
                                        <p:attrNameLst>
                                          <p:attrName>ppt_h</p:attrName>
                                        </p:attrNameLst>
                                      </p:cBhvr>
                                      <p:tavLst>
                                        <p:tav tm="0">
                                          <p:val>
                                            <p:strVal val="#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7" presetClass="entr" presetSubtype="4" fill="hold" grpId="0" nodeType="clickEffect">
                                  <p:stCondLst>
                                    <p:cond delay="0"/>
                                  </p:stCondLst>
                                  <p:childTnLst>
                                    <p:set>
                                      <p:cBhvr>
                                        <p:cTn id="108" dur="1" fill="hold">
                                          <p:stCondLst>
                                            <p:cond delay="0"/>
                                          </p:stCondLst>
                                        </p:cTn>
                                        <p:tgtEl>
                                          <p:spTgt spid="14348"/>
                                        </p:tgtEl>
                                        <p:attrNameLst>
                                          <p:attrName>style.visibility</p:attrName>
                                        </p:attrNameLst>
                                      </p:cBhvr>
                                      <p:to>
                                        <p:strVal val="visible"/>
                                      </p:to>
                                    </p:set>
                                    <p:anim calcmode="lin" valueType="num">
                                      <p:cBhvr>
                                        <p:cTn id="109" dur="500" fill="hold"/>
                                        <p:tgtEl>
                                          <p:spTgt spid="14348"/>
                                        </p:tgtEl>
                                        <p:attrNameLst>
                                          <p:attrName>ppt_x</p:attrName>
                                        </p:attrNameLst>
                                      </p:cBhvr>
                                      <p:tavLst>
                                        <p:tav tm="0">
                                          <p:val>
                                            <p:strVal val="#ppt_x"/>
                                          </p:val>
                                        </p:tav>
                                        <p:tav tm="100000">
                                          <p:val>
                                            <p:strVal val="#ppt_x"/>
                                          </p:val>
                                        </p:tav>
                                      </p:tavLst>
                                    </p:anim>
                                    <p:anim calcmode="lin" valueType="num">
                                      <p:cBhvr>
                                        <p:cTn id="110" dur="500" fill="hold"/>
                                        <p:tgtEl>
                                          <p:spTgt spid="14348"/>
                                        </p:tgtEl>
                                        <p:attrNameLst>
                                          <p:attrName>ppt_y</p:attrName>
                                        </p:attrNameLst>
                                      </p:cBhvr>
                                      <p:tavLst>
                                        <p:tav tm="0">
                                          <p:val>
                                            <p:strVal val="#ppt_y+#ppt_h/2"/>
                                          </p:val>
                                        </p:tav>
                                        <p:tav tm="100000">
                                          <p:val>
                                            <p:strVal val="#ppt_y"/>
                                          </p:val>
                                        </p:tav>
                                      </p:tavLst>
                                    </p:anim>
                                    <p:anim calcmode="lin" valueType="num">
                                      <p:cBhvr>
                                        <p:cTn id="111" dur="500" fill="hold"/>
                                        <p:tgtEl>
                                          <p:spTgt spid="14348"/>
                                        </p:tgtEl>
                                        <p:attrNameLst>
                                          <p:attrName>ppt_w</p:attrName>
                                        </p:attrNameLst>
                                      </p:cBhvr>
                                      <p:tavLst>
                                        <p:tav tm="0">
                                          <p:val>
                                            <p:strVal val="#ppt_w"/>
                                          </p:val>
                                        </p:tav>
                                        <p:tav tm="100000">
                                          <p:val>
                                            <p:strVal val="#ppt_w"/>
                                          </p:val>
                                        </p:tav>
                                      </p:tavLst>
                                    </p:anim>
                                    <p:anim calcmode="lin" valueType="num">
                                      <p:cBhvr>
                                        <p:cTn id="112" dur="500" fill="hold"/>
                                        <p:tgtEl>
                                          <p:spTgt spid="14348"/>
                                        </p:tgtEl>
                                        <p:attrNameLst>
                                          <p:attrName>ppt_h</p:attrName>
                                        </p:attrNameLst>
                                      </p:cBhvr>
                                      <p:tavLst>
                                        <p:tav tm="0">
                                          <p:val>
                                            <p:fltVal val="0"/>
                                          </p:val>
                                        </p:tav>
                                        <p:tav tm="100000">
                                          <p:val>
                                            <p:strVal val="#ppt_h"/>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7" presetClass="entr" presetSubtype="4" fill="hold" grpId="0" nodeType="clickEffect">
                                  <p:stCondLst>
                                    <p:cond delay="0"/>
                                  </p:stCondLst>
                                  <p:childTnLst>
                                    <p:set>
                                      <p:cBhvr>
                                        <p:cTn id="116" dur="1" fill="hold">
                                          <p:stCondLst>
                                            <p:cond delay="0"/>
                                          </p:stCondLst>
                                        </p:cTn>
                                        <p:tgtEl>
                                          <p:spTgt spid="14349"/>
                                        </p:tgtEl>
                                        <p:attrNameLst>
                                          <p:attrName>style.visibility</p:attrName>
                                        </p:attrNameLst>
                                      </p:cBhvr>
                                      <p:to>
                                        <p:strVal val="visible"/>
                                      </p:to>
                                    </p:set>
                                    <p:anim calcmode="lin" valueType="num">
                                      <p:cBhvr>
                                        <p:cTn id="117" dur="500" fill="hold"/>
                                        <p:tgtEl>
                                          <p:spTgt spid="14349"/>
                                        </p:tgtEl>
                                        <p:attrNameLst>
                                          <p:attrName>ppt_x</p:attrName>
                                        </p:attrNameLst>
                                      </p:cBhvr>
                                      <p:tavLst>
                                        <p:tav tm="0">
                                          <p:val>
                                            <p:strVal val="#ppt_x"/>
                                          </p:val>
                                        </p:tav>
                                        <p:tav tm="100000">
                                          <p:val>
                                            <p:strVal val="#ppt_x"/>
                                          </p:val>
                                        </p:tav>
                                      </p:tavLst>
                                    </p:anim>
                                    <p:anim calcmode="lin" valueType="num">
                                      <p:cBhvr>
                                        <p:cTn id="118" dur="500" fill="hold"/>
                                        <p:tgtEl>
                                          <p:spTgt spid="14349"/>
                                        </p:tgtEl>
                                        <p:attrNameLst>
                                          <p:attrName>ppt_y</p:attrName>
                                        </p:attrNameLst>
                                      </p:cBhvr>
                                      <p:tavLst>
                                        <p:tav tm="0">
                                          <p:val>
                                            <p:strVal val="#ppt_y+#ppt_h/2"/>
                                          </p:val>
                                        </p:tav>
                                        <p:tav tm="100000">
                                          <p:val>
                                            <p:strVal val="#ppt_y"/>
                                          </p:val>
                                        </p:tav>
                                      </p:tavLst>
                                    </p:anim>
                                    <p:anim calcmode="lin" valueType="num">
                                      <p:cBhvr>
                                        <p:cTn id="119" dur="500" fill="hold"/>
                                        <p:tgtEl>
                                          <p:spTgt spid="14349"/>
                                        </p:tgtEl>
                                        <p:attrNameLst>
                                          <p:attrName>ppt_w</p:attrName>
                                        </p:attrNameLst>
                                      </p:cBhvr>
                                      <p:tavLst>
                                        <p:tav tm="0">
                                          <p:val>
                                            <p:strVal val="#ppt_w"/>
                                          </p:val>
                                        </p:tav>
                                        <p:tav tm="100000">
                                          <p:val>
                                            <p:strVal val="#ppt_w"/>
                                          </p:val>
                                        </p:tav>
                                      </p:tavLst>
                                    </p:anim>
                                    <p:anim calcmode="lin" valueType="num">
                                      <p:cBhvr>
                                        <p:cTn id="120" dur="500" fill="hold"/>
                                        <p:tgtEl>
                                          <p:spTgt spid="14349"/>
                                        </p:tgtEl>
                                        <p:attrNameLst>
                                          <p:attrName>ppt_h</p:attrName>
                                        </p:attrNameLst>
                                      </p:cBhvr>
                                      <p:tavLst>
                                        <p:tav tm="0">
                                          <p:val>
                                            <p:fltVal val="0"/>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7" presetClass="entr" presetSubtype="4" fill="hold" grpId="0" nodeType="clickEffect">
                                  <p:stCondLst>
                                    <p:cond delay="0"/>
                                  </p:stCondLst>
                                  <p:childTnLst>
                                    <p:set>
                                      <p:cBhvr>
                                        <p:cTn id="124" dur="1" fill="hold">
                                          <p:stCondLst>
                                            <p:cond delay="0"/>
                                          </p:stCondLst>
                                        </p:cTn>
                                        <p:tgtEl>
                                          <p:spTgt spid="14350"/>
                                        </p:tgtEl>
                                        <p:attrNameLst>
                                          <p:attrName>style.visibility</p:attrName>
                                        </p:attrNameLst>
                                      </p:cBhvr>
                                      <p:to>
                                        <p:strVal val="visible"/>
                                      </p:to>
                                    </p:set>
                                    <p:anim calcmode="lin" valueType="num">
                                      <p:cBhvr>
                                        <p:cTn id="125" dur="500" fill="hold"/>
                                        <p:tgtEl>
                                          <p:spTgt spid="14350"/>
                                        </p:tgtEl>
                                        <p:attrNameLst>
                                          <p:attrName>ppt_x</p:attrName>
                                        </p:attrNameLst>
                                      </p:cBhvr>
                                      <p:tavLst>
                                        <p:tav tm="0">
                                          <p:val>
                                            <p:strVal val="#ppt_x"/>
                                          </p:val>
                                        </p:tav>
                                        <p:tav tm="100000">
                                          <p:val>
                                            <p:strVal val="#ppt_x"/>
                                          </p:val>
                                        </p:tav>
                                      </p:tavLst>
                                    </p:anim>
                                    <p:anim calcmode="lin" valueType="num">
                                      <p:cBhvr>
                                        <p:cTn id="126" dur="500" fill="hold"/>
                                        <p:tgtEl>
                                          <p:spTgt spid="14350"/>
                                        </p:tgtEl>
                                        <p:attrNameLst>
                                          <p:attrName>ppt_y</p:attrName>
                                        </p:attrNameLst>
                                      </p:cBhvr>
                                      <p:tavLst>
                                        <p:tav tm="0">
                                          <p:val>
                                            <p:strVal val="#ppt_y+#ppt_h/2"/>
                                          </p:val>
                                        </p:tav>
                                        <p:tav tm="100000">
                                          <p:val>
                                            <p:strVal val="#ppt_y"/>
                                          </p:val>
                                        </p:tav>
                                      </p:tavLst>
                                    </p:anim>
                                    <p:anim calcmode="lin" valueType="num">
                                      <p:cBhvr>
                                        <p:cTn id="127" dur="500" fill="hold"/>
                                        <p:tgtEl>
                                          <p:spTgt spid="14350"/>
                                        </p:tgtEl>
                                        <p:attrNameLst>
                                          <p:attrName>ppt_w</p:attrName>
                                        </p:attrNameLst>
                                      </p:cBhvr>
                                      <p:tavLst>
                                        <p:tav tm="0">
                                          <p:val>
                                            <p:strVal val="#ppt_w"/>
                                          </p:val>
                                        </p:tav>
                                        <p:tav tm="100000">
                                          <p:val>
                                            <p:strVal val="#ppt_w"/>
                                          </p:val>
                                        </p:tav>
                                      </p:tavLst>
                                    </p:anim>
                                    <p:anim calcmode="lin" valueType="num">
                                      <p:cBhvr>
                                        <p:cTn id="128" dur="500" fill="hold"/>
                                        <p:tgtEl>
                                          <p:spTgt spid="14350"/>
                                        </p:tgtEl>
                                        <p:attrNameLst>
                                          <p:attrName>ppt_h</p:attrName>
                                        </p:attrNameLst>
                                      </p:cBhvr>
                                      <p:tavLst>
                                        <p:tav tm="0">
                                          <p:val>
                                            <p:fltVal val="0"/>
                                          </p:val>
                                        </p:tav>
                                        <p:tav tm="100000">
                                          <p:val>
                                            <p:strVal val="#ppt_h"/>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8" presetClass="entr" presetSubtype="3" fill="hold" grpId="0" nodeType="clickEffect">
                                  <p:stCondLst>
                                    <p:cond delay="0"/>
                                  </p:stCondLst>
                                  <p:childTnLst>
                                    <p:set>
                                      <p:cBhvr>
                                        <p:cTn id="132" dur="1" fill="hold">
                                          <p:stCondLst>
                                            <p:cond delay="0"/>
                                          </p:stCondLst>
                                        </p:cTn>
                                        <p:tgtEl>
                                          <p:spTgt spid="14351"/>
                                        </p:tgtEl>
                                        <p:attrNameLst>
                                          <p:attrName>style.visibility</p:attrName>
                                        </p:attrNameLst>
                                      </p:cBhvr>
                                      <p:to>
                                        <p:strVal val="visible"/>
                                      </p:to>
                                    </p:set>
                                    <p:animEffect transition="in" filter="strips(upRight)">
                                      <p:cBhvr>
                                        <p:cTn id="133" dur="500"/>
                                        <p:tgtEl>
                                          <p:spTgt spid="14351"/>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8" presetClass="entr" presetSubtype="9" fill="hold" grpId="0" nodeType="clickEffect">
                                  <p:stCondLst>
                                    <p:cond delay="0"/>
                                  </p:stCondLst>
                                  <p:childTnLst>
                                    <p:set>
                                      <p:cBhvr>
                                        <p:cTn id="137" dur="1" fill="hold">
                                          <p:stCondLst>
                                            <p:cond delay="0"/>
                                          </p:stCondLst>
                                        </p:cTn>
                                        <p:tgtEl>
                                          <p:spTgt spid="14352"/>
                                        </p:tgtEl>
                                        <p:attrNameLst>
                                          <p:attrName>style.visibility</p:attrName>
                                        </p:attrNameLst>
                                      </p:cBhvr>
                                      <p:to>
                                        <p:strVal val="visible"/>
                                      </p:to>
                                    </p:set>
                                    <p:animEffect transition="in" filter="strips(upLeft)">
                                      <p:cBhvr>
                                        <p:cTn id="138" dur="500"/>
                                        <p:tgtEl>
                                          <p:spTgt spid="14352"/>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 presetClass="entr" presetSubtype="1" fill="hold" grpId="0" nodeType="clickEffect">
                                  <p:stCondLst>
                                    <p:cond delay="0"/>
                                  </p:stCondLst>
                                  <p:childTnLst>
                                    <p:set>
                                      <p:cBhvr>
                                        <p:cTn id="142" dur="1" fill="hold">
                                          <p:stCondLst>
                                            <p:cond delay="0"/>
                                          </p:stCondLst>
                                        </p:cTn>
                                        <p:tgtEl>
                                          <p:spTgt spid="14361"/>
                                        </p:tgtEl>
                                        <p:attrNameLst>
                                          <p:attrName>style.visibility</p:attrName>
                                        </p:attrNameLst>
                                      </p:cBhvr>
                                      <p:to>
                                        <p:strVal val="visible"/>
                                      </p:to>
                                    </p:set>
                                    <p:anim calcmode="lin" valueType="num">
                                      <p:cBhvr additive="base">
                                        <p:cTn id="143" dur="500" fill="hold"/>
                                        <p:tgtEl>
                                          <p:spTgt spid="14361"/>
                                        </p:tgtEl>
                                        <p:attrNameLst>
                                          <p:attrName>ppt_x</p:attrName>
                                        </p:attrNameLst>
                                      </p:cBhvr>
                                      <p:tavLst>
                                        <p:tav tm="0">
                                          <p:val>
                                            <p:strVal val="#ppt_x"/>
                                          </p:val>
                                        </p:tav>
                                        <p:tav tm="100000">
                                          <p:val>
                                            <p:strVal val="#ppt_x"/>
                                          </p:val>
                                        </p:tav>
                                      </p:tavLst>
                                    </p:anim>
                                    <p:anim calcmode="lin" valueType="num">
                                      <p:cBhvr additive="base">
                                        <p:cTn id="144" dur="500" fill="hold"/>
                                        <p:tgtEl>
                                          <p:spTgt spid="14361"/>
                                        </p:tgtEl>
                                        <p:attrNameLst>
                                          <p:attrName>ppt_y</p:attrName>
                                        </p:attrNameLst>
                                      </p:cBhvr>
                                      <p:tavLst>
                                        <p:tav tm="0">
                                          <p:val>
                                            <p:strVal val="0-#ppt_h/2"/>
                                          </p:val>
                                        </p:tav>
                                        <p:tav tm="100000">
                                          <p:val>
                                            <p:strVal val="#ppt_y"/>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 presetClass="entr" presetSubtype="1" fill="hold" grpId="0" nodeType="clickEffect">
                                  <p:stCondLst>
                                    <p:cond delay="0"/>
                                  </p:stCondLst>
                                  <p:childTnLst>
                                    <p:set>
                                      <p:cBhvr>
                                        <p:cTn id="148" dur="1" fill="hold">
                                          <p:stCondLst>
                                            <p:cond delay="0"/>
                                          </p:stCondLst>
                                        </p:cTn>
                                        <p:tgtEl>
                                          <p:spTgt spid="14360"/>
                                        </p:tgtEl>
                                        <p:attrNameLst>
                                          <p:attrName>style.visibility</p:attrName>
                                        </p:attrNameLst>
                                      </p:cBhvr>
                                      <p:to>
                                        <p:strVal val="visible"/>
                                      </p:to>
                                    </p:set>
                                    <p:anim calcmode="lin" valueType="num">
                                      <p:cBhvr additive="base">
                                        <p:cTn id="149" dur="500" fill="hold"/>
                                        <p:tgtEl>
                                          <p:spTgt spid="14360"/>
                                        </p:tgtEl>
                                        <p:attrNameLst>
                                          <p:attrName>ppt_x</p:attrName>
                                        </p:attrNameLst>
                                      </p:cBhvr>
                                      <p:tavLst>
                                        <p:tav tm="0">
                                          <p:val>
                                            <p:strVal val="#ppt_x"/>
                                          </p:val>
                                        </p:tav>
                                        <p:tav tm="100000">
                                          <p:val>
                                            <p:strVal val="#ppt_x"/>
                                          </p:val>
                                        </p:tav>
                                      </p:tavLst>
                                    </p:anim>
                                    <p:anim calcmode="lin" valueType="num">
                                      <p:cBhvr additive="base">
                                        <p:cTn id="150" dur="500" fill="hold"/>
                                        <p:tgtEl>
                                          <p:spTgt spid="14360"/>
                                        </p:tgtEl>
                                        <p:attrNameLst>
                                          <p:attrName>ppt_y</p:attrName>
                                        </p:attrNameLst>
                                      </p:cBhvr>
                                      <p:tavLst>
                                        <p:tav tm="0">
                                          <p:val>
                                            <p:strVal val="0-#ppt_h/2"/>
                                          </p:val>
                                        </p:tav>
                                        <p:tav tm="100000">
                                          <p:val>
                                            <p:strVal val="#ppt_y"/>
                                          </p:val>
                                        </p:tav>
                                      </p:tavLst>
                                    </p:anim>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 presetClass="entr" presetSubtype="1" fill="hold" grpId="0" nodeType="clickEffect">
                                  <p:stCondLst>
                                    <p:cond delay="0"/>
                                  </p:stCondLst>
                                  <p:childTnLst>
                                    <p:set>
                                      <p:cBhvr>
                                        <p:cTn id="154" dur="1" fill="hold">
                                          <p:stCondLst>
                                            <p:cond delay="0"/>
                                          </p:stCondLst>
                                        </p:cTn>
                                        <p:tgtEl>
                                          <p:spTgt spid="14358"/>
                                        </p:tgtEl>
                                        <p:attrNameLst>
                                          <p:attrName>style.visibility</p:attrName>
                                        </p:attrNameLst>
                                      </p:cBhvr>
                                      <p:to>
                                        <p:strVal val="visible"/>
                                      </p:to>
                                    </p:set>
                                    <p:anim calcmode="lin" valueType="num">
                                      <p:cBhvr additive="base">
                                        <p:cTn id="155" dur="500" fill="hold"/>
                                        <p:tgtEl>
                                          <p:spTgt spid="14358"/>
                                        </p:tgtEl>
                                        <p:attrNameLst>
                                          <p:attrName>ppt_x</p:attrName>
                                        </p:attrNameLst>
                                      </p:cBhvr>
                                      <p:tavLst>
                                        <p:tav tm="0">
                                          <p:val>
                                            <p:strVal val="#ppt_x"/>
                                          </p:val>
                                        </p:tav>
                                        <p:tav tm="100000">
                                          <p:val>
                                            <p:strVal val="#ppt_x"/>
                                          </p:val>
                                        </p:tav>
                                      </p:tavLst>
                                    </p:anim>
                                    <p:anim calcmode="lin" valueType="num">
                                      <p:cBhvr additive="base">
                                        <p:cTn id="156" dur="500" fill="hold"/>
                                        <p:tgtEl>
                                          <p:spTgt spid="14358"/>
                                        </p:tgtEl>
                                        <p:attrNameLst>
                                          <p:attrName>ppt_y</p:attrName>
                                        </p:attrNameLst>
                                      </p:cBhvr>
                                      <p:tavLst>
                                        <p:tav tm="0">
                                          <p:val>
                                            <p:strVal val="0-#ppt_h/2"/>
                                          </p:val>
                                        </p:tav>
                                        <p:tav tm="100000">
                                          <p:val>
                                            <p:strVal val="#ppt_y"/>
                                          </p:val>
                                        </p:tav>
                                      </p:tavLst>
                                    </p:anim>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 presetClass="entr" presetSubtype="1" fill="hold" grpId="0" nodeType="clickEffect">
                                  <p:stCondLst>
                                    <p:cond delay="0"/>
                                  </p:stCondLst>
                                  <p:childTnLst>
                                    <p:set>
                                      <p:cBhvr>
                                        <p:cTn id="160" dur="1" fill="hold">
                                          <p:stCondLst>
                                            <p:cond delay="0"/>
                                          </p:stCondLst>
                                        </p:cTn>
                                        <p:tgtEl>
                                          <p:spTgt spid="14359"/>
                                        </p:tgtEl>
                                        <p:attrNameLst>
                                          <p:attrName>style.visibility</p:attrName>
                                        </p:attrNameLst>
                                      </p:cBhvr>
                                      <p:to>
                                        <p:strVal val="visible"/>
                                      </p:to>
                                    </p:set>
                                    <p:anim calcmode="lin" valueType="num">
                                      <p:cBhvr additive="base">
                                        <p:cTn id="161" dur="500" fill="hold"/>
                                        <p:tgtEl>
                                          <p:spTgt spid="14359"/>
                                        </p:tgtEl>
                                        <p:attrNameLst>
                                          <p:attrName>ppt_x</p:attrName>
                                        </p:attrNameLst>
                                      </p:cBhvr>
                                      <p:tavLst>
                                        <p:tav tm="0">
                                          <p:val>
                                            <p:strVal val="#ppt_x"/>
                                          </p:val>
                                        </p:tav>
                                        <p:tav tm="100000">
                                          <p:val>
                                            <p:strVal val="#ppt_x"/>
                                          </p:val>
                                        </p:tav>
                                      </p:tavLst>
                                    </p:anim>
                                    <p:anim calcmode="lin" valueType="num">
                                      <p:cBhvr additive="base">
                                        <p:cTn id="162" dur="500" fill="hold"/>
                                        <p:tgtEl>
                                          <p:spTgt spid="14359"/>
                                        </p:tgtEl>
                                        <p:attrNameLst>
                                          <p:attrName>ppt_y</p:attrName>
                                        </p:attrNameLst>
                                      </p:cBhvr>
                                      <p:tavLst>
                                        <p:tav tm="0">
                                          <p:val>
                                            <p:strVal val="0-#ppt_h/2"/>
                                          </p:val>
                                        </p:tav>
                                        <p:tav tm="100000">
                                          <p:val>
                                            <p:strVal val="#ppt_y"/>
                                          </p:val>
                                        </p:tav>
                                      </p:tavLst>
                                    </p:anim>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 presetClass="entr" presetSubtype="1" fill="hold" grpId="0" nodeType="clickEffect">
                                  <p:stCondLst>
                                    <p:cond delay="0"/>
                                  </p:stCondLst>
                                  <p:childTnLst>
                                    <p:set>
                                      <p:cBhvr>
                                        <p:cTn id="166" dur="1" fill="hold">
                                          <p:stCondLst>
                                            <p:cond delay="0"/>
                                          </p:stCondLst>
                                        </p:cTn>
                                        <p:tgtEl>
                                          <p:spTgt spid="14357"/>
                                        </p:tgtEl>
                                        <p:attrNameLst>
                                          <p:attrName>style.visibility</p:attrName>
                                        </p:attrNameLst>
                                      </p:cBhvr>
                                      <p:to>
                                        <p:strVal val="visible"/>
                                      </p:to>
                                    </p:set>
                                    <p:anim calcmode="lin" valueType="num">
                                      <p:cBhvr additive="base">
                                        <p:cTn id="167" dur="500" fill="hold"/>
                                        <p:tgtEl>
                                          <p:spTgt spid="14357"/>
                                        </p:tgtEl>
                                        <p:attrNameLst>
                                          <p:attrName>ppt_x</p:attrName>
                                        </p:attrNameLst>
                                      </p:cBhvr>
                                      <p:tavLst>
                                        <p:tav tm="0">
                                          <p:val>
                                            <p:strVal val="#ppt_x"/>
                                          </p:val>
                                        </p:tav>
                                        <p:tav tm="100000">
                                          <p:val>
                                            <p:strVal val="#ppt_x"/>
                                          </p:val>
                                        </p:tav>
                                      </p:tavLst>
                                    </p:anim>
                                    <p:anim calcmode="lin" valueType="num">
                                      <p:cBhvr additive="base">
                                        <p:cTn id="168" dur="500" fill="hold"/>
                                        <p:tgtEl>
                                          <p:spTgt spid="14357"/>
                                        </p:tgtEl>
                                        <p:attrNameLst>
                                          <p:attrName>ppt_y</p:attrName>
                                        </p:attrNameLst>
                                      </p:cBhvr>
                                      <p:tavLst>
                                        <p:tav tm="0">
                                          <p:val>
                                            <p:strVal val="0-#ppt_h/2"/>
                                          </p:val>
                                        </p:tav>
                                        <p:tav tm="100000">
                                          <p:val>
                                            <p:strVal val="#ppt_y"/>
                                          </p:val>
                                        </p:tav>
                                      </p:tavLst>
                                    </p:anim>
                                  </p:childTnLst>
                                </p:cTn>
                              </p:par>
                            </p:childTnLst>
                          </p:cTn>
                        </p:par>
                      </p:childTnLst>
                    </p:cTn>
                  </p:par>
                  <p:par>
                    <p:cTn id="169" fill="hold" nodeType="clickPar">
                      <p:stCondLst>
                        <p:cond delay="indefinite"/>
                      </p:stCondLst>
                      <p:childTnLst>
                        <p:par>
                          <p:cTn id="170" fill="hold" nodeType="withGroup">
                            <p:stCondLst>
                              <p:cond delay="0"/>
                            </p:stCondLst>
                            <p:childTnLst>
                              <p:par>
                                <p:cTn id="171" presetID="18" presetClass="entr" presetSubtype="6" fill="hold" nodeType="clickEffect">
                                  <p:stCondLst>
                                    <p:cond delay="0"/>
                                  </p:stCondLst>
                                  <p:childTnLst>
                                    <p:set>
                                      <p:cBhvr>
                                        <p:cTn id="172" dur="1" fill="hold">
                                          <p:stCondLst>
                                            <p:cond delay="0"/>
                                          </p:stCondLst>
                                        </p:cTn>
                                        <p:tgtEl>
                                          <p:spTgt spid="14362"/>
                                        </p:tgtEl>
                                        <p:attrNameLst>
                                          <p:attrName>style.visibility</p:attrName>
                                        </p:attrNameLst>
                                      </p:cBhvr>
                                      <p:to>
                                        <p:strVal val="visible"/>
                                      </p:to>
                                    </p:set>
                                    <p:animEffect transition="in" filter="strips(downRight)">
                                      <p:cBhvr>
                                        <p:cTn id="173" dur="500"/>
                                        <p:tgtEl>
                                          <p:spTgt spid="14362"/>
                                        </p:tgtEl>
                                      </p:cBhvr>
                                    </p:animEffec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2" presetClass="entr" presetSubtype="1" fill="hold" grpId="0" nodeType="clickEffect">
                                  <p:stCondLst>
                                    <p:cond delay="0"/>
                                  </p:stCondLst>
                                  <p:childTnLst>
                                    <p:set>
                                      <p:cBhvr>
                                        <p:cTn id="177" dur="1" fill="hold">
                                          <p:stCondLst>
                                            <p:cond delay="0"/>
                                          </p:stCondLst>
                                        </p:cTn>
                                        <p:tgtEl>
                                          <p:spTgt spid="14429"/>
                                        </p:tgtEl>
                                        <p:attrNameLst>
                                          <p:attrName>style.visibility</p:attrName>
                                        </p:attrNameLst>
                                      </p:cBhvr>
                                      <p:to>
                                        <p:strVal val="visible"/>
                                      </p:to>
                                    </p:set>
                                    <p:anim calcmode="lin" valueType="num">
                                      <p:cBhvr additive="base">
                                        <p:cTn id="178" dur="500" fill="hold"/>
                                        <p:tgtEl>
                                          <p:spTgt spid="14429"/>
                                        </p:tgtEl>
                                        <p:attrNameLst>
                                          <p:attrName>ppt_x</p:attrName>
                                        </p:attrNameLst>
                                      </p:cBhvr>
                                      <p:tavLst>
                                        <p:tav tm="0">
                                          <p:val>
                                            <p:strVal val="#ppt_x"/>
                                          </p:val>
                                        </p:tav>
                                        <p:tav tm="100000">
                                          <p:val>
                                            <p:strVal val="#ppt_x"/>
                                          </p:val>
                                        </p:tav>
                                      </p:tavLst>
                                    </p:anim>
                                    <p:anim calcmode="lin" valueType="num">
                                      <p:cBhvr additive="base">
                                        <p:cTn id="179" dur="500" fill="hold"/>
                                        <p:tgtEl>
                                          <p:spTgt spid="14429"/>
                                        </p:tgtEl>
                                        <p:attrNameLst>
                                          <p:attrName>ppt_y</p:attrName>
                                        </p:attrNameLst>
                                      </p:cBhvr>
                                      <p:tavLst>
                                        <p:tav tm="0">
                                          <p:val>
                                            <p:strVal val="0-#ppt_h/2"/>
                                          </p:val>
                                        </p:tav>
                                        <p:tav tm="100000">
                                          <p:val>
                                            <p:strVal val="#ppt_y"/>
                                          </p:val>
                                        </p:tav>
                                      </p:tavLst>
                                    </p:anim>
                                  </p:childTnLst>
                                </p:cTn>
                              </p:par>
                            </p:childTnLst>
                          </p:cTn>
                        </p:par>
                      </p:childTnLst>
                    </p:cTn>
                  </p:par>
                  <p:par>
                    <p:cTn id="180" fill="hold" nodeType="clickPar">
                      <p:stCondLst>
                        <p:cond delay="indefinite"/>
                      </p:stCondLst>
                      <p:childTnLst>
                        <p:par>
                          <p:cTn id="181" fill="hold" nodeType="withGroup">
                            <p:stCondLst>
                              <p:cond delay="0"/>
                            </p:stCondLst>
                            <p:childTnLst>
                              <p:par>
                                <p:cTn id="182" presetID="17" presetClass="entr" presetSubtype="1" fill="hold" grpId="0" nodeType="clickEffect">
                                  <p:stCondLst>
                                    <p:cond delay="0"/>
                                  </p:stCondLst>
                                  <p:childTnLst>
                                    <p:set>
                                      <p:cBhvr>
                                        <p:cTn id="183" dur="1" fill="hold">
                                          <p:stCondLst>
                                            <p:cond delay="0"/>
                                          </p:stCondLst>
                                        </p:cTn>
                                        <p:tgtEl>
                                          <p:spTgt spid="14373"/>
                                        </p:tgtEl>
                                        <p:attrNameLst>
                                          <p:attrName>style.visibility</p:attrName>
                                        </p:attrNameLst>
                                      </p:cBhvr>
                                      <p:to>
                                        <p:strVal val="visible"/>
                                      </p:to>
                                    </p:set>
                                    <p:anim calcmode="lin" valueType="num">
                                      <p:cBhvr>
                                        <p:cTn id="184" dur="500" fill="hold"/>
                                        <p:tgtEl>
                                          <p:spTgt spid="14373"/>
                                        </p:tgtEl>
                                        <p:attrNameLst>
                                          <p:attrName>ppt_x</p:attrName>
                                        </p:attrNameLst>
                                      </p:cBhvr>
                                      <p:tavLst>
                                        <p:tav tm="0">
                                          <p:val>
                                            <p:strVal val="#ppt_x"/>
                                          </p:val>
                                        </p:tav>
                                        <p:tav tm="100000">
                                          <p:val>
                                            <p:strVal val="#ppt_x"/>
                                          </p:val>
                                        </p:tav>
                                      </p:tavLst>
                                    </p:anim>
                                    <p:anim calcmode="lin" valueType="num">
                                      <p:cBhvr>
                                        <p:cTn id="185" dur="500" fill="hold"/>
                                        <p:tgtEl>
                                          <p:spTgt spid="14373"/>
                                        </p:tgtEl>
                                        <p:attrNameLst>
                                          <p:attrName>ppt_y</p:attrName>
                                        </p:attrNameLst>
                                      </p:cBhvr>
                                      <p:tavLst>
                                        <p:tav tm="0">
                                          <p:val>
                                            <p:strVal val="#ppt_y-#ppt_h/2"/>
                                          </p:val>
                                        </p:tav>
                                        <p:tav tm="100000">
                                          <p:val>
                                            <p:strVal val="#ppt_y"/>
                                          </p:val>
                                        </p:tav>
                                      </p:tavLst>
                                    </p:anim>
                                    <p:anim calcmode="lin" valueType="num">
                                      <p:cBhvr>
                                        <p:cTn id="186" dur="500" fill="hold"/>
                                        <p:tgtEl>
                                          <p:spTgt spid="14373"/>
                                        </p:tgtEl>
                                        <p:attrNameLst>
                                          <p:attrName>ppt_w</p:attrName>
                                        </p:attrNameLst>
                                      </p:cBhvr>
                                      <p:tavLst>
                                        <p:tav tm="0">
                                          <p:val>
                                            <p:strVal val="#ppt_w"/>
                                          </p:val>
                                        </p:tav>
                                        <p:tav tm="100000">
                                          <p:val>
                                            <p:strVal val="#ppt_w"/>
                                          </p:val>
                                        </p:tav>
                                      </p:tavLst>
                                    </p:anim>
                                    <p:anim calcmode="lin" valueType="num">
                                      <p:cBhvr>
                                        <p:cTn id="187" dur="500" fill="hold"/>
                                        <p:tgtEl>
                                          <p:spTgt spid="14373"/>
                                        </p:tgtEl>
                                        <p:attrNameLst>
                                          <p:attrName>ppt_h</p:attrName>
                                        </p:attrNameLst>
                                      </p:cBhvr>
                                      <p:tavLst>
                                        <p:tav tm="0">
                                          <p:val>
                                            <p:fltVal val="0"/>
                                          </p:val>
                                        </p:tav>
                                        <p:tav tm="100000">
                                          <p:val>
                                            <p:strVal val="#ppt_h"/>
                                          </p:val>
                                        </p:tav>
                                      </p:tavLst>
                                    </p:anim>
                                  </p:childTnLst>
                                </p:cTn>
                              </p:par>
                            </p:childTnLst>
                          </p:cTn>
                        </p:par>
                      </p:childTnLst>
                    </p:cTn>
                  </p:par>
                  <p:par>
                    <p:cTn id="188" fill="hold" nodeType="clickPar">
                      <p:stCondLst>
                        <p:cond delay="indefinite"/>
                      </p:stCondLst>
                      <p:childTnLst>
                        <p:par>
                          <p:cTn id="189" fill="hold" nodeType="withGroup">
                            <p:stCondLst>
                              <p:cond delay="0"/>
                            </p:stCondLst>
                            <p:childTnLst>
                              <p:par>
                                <p:cTn id="190" presetID="17" presetClass="entr" presetSubtype="1" fill="hold" grpId="0" nodeType="clickEffect">
                                  <p:stCondLst>
                                    <p:cond delay="0"/>
                                  </p:stCondLst>
                                  <p:childTnLst>
                                    <p:set>
                                      <p:cBhvr>
                                        <p:cTn id="191" dur="1" fill="hold">
                                          <p:stCondLst>
                                            <p:cond delay="0"/>
                                          </p:stCondLst>
                                        </p:cTn>
                                        <p:tgtEl>
                                          <p:spTgt spid="14374"/>
                                        </p:tgtEl>
                                        <p:attrNameLst>
                                          <p:attrName>style.visibility</p:attrName>
                                        </p:attrNameLst>
                                      </p:cBhvr>
                                      <p:to>
                                        <p:strVal val="visible"/>
                                      </p:to>
                                    </p:set>
                                    <p:anim calcmode="lin" valueType="num">
                                      <p:cBhvr>
                                        <p:cTn id="192" dur="500" fill="hold"/>
                                        <p:tgtEl>
                                          <p:spTgt spid="14374"/>
                                        </p:tgtEl>
                                        <p:attrNameLst>
                                          <p:attrName>ppt_x</p:attrName>
                                        </p:attrNameLst>
                                      </p:cBhvr>
                                      <p:tavLst>
                                        <p:tav tm="0">
                                          <p:val>
                                            <p:strVal val="#ppt_x"/>
                                          </p:val>
                                        </p:tav>
                                        <p:tav tm="100000">
                                          <p:val>
                                            <p:strVal val="#ppt_x"/>
                                          </p:val>
                                        </p:tav>
                                      </p:tavLst>
                                    </p:anim>
                                    <p:anim calcmode="lin" valueType="num">
                                      <p:cBhvr>
                                        <p:cTn id="193" dur="500" fill="hold"/>
                                        <p:tgtEl>
                                          <p:spTgt spid="14374"/>
                                        </p:tgtEl>
                                        <p:attrNameLst>
                                          <p:attrName>ppt_y</p:attrName>
                                        </p:attrNameLst>
                                      </p:cBhvr>
                                      <p:tavLst>
                                        <p:tav tm="0">
                                          <p:val>
                                            <p:strVal val="#ppt_y-#ppt_h/2"/>
                                          </p:val>
                                        </p:tav>
                                        <p:tav tm="100000">
                                          <p:val>
                                            <p:strVal val="#ppt_y"/>
                                          </p:val>
                                        </p:tav>
                                      </p:tavLst>
                                    </p:anim>
                                    <p:anim calcmode="lin" valueType="num">
                                      <p:cBhvr>
                                        <p:cTn id="194" dur="500" fill="hold"/>
                                        <p:tgtEl>
                                          <p:spTgt spid="14374"/>
                                        </p:tgtEl>
                                        <p:attrNameLst>
                                          <p:attrName>ppt_w</p:attrName>
                                        </p:attrNameLst>
                                      </p:cBhvr>
                                      <p:tavLst>
                                        <p:tav tm="0">
                                          <p:val>
                                            <p:strVal val="#ppt_w"/>
                                          </p:val>
                                        </p:tav>
                                        <p:tav tm="100000">
                                          <p:val>
                                            <p:strVal val="#ppt_w"/>
                                          </p:val>
                                        </p:tav>
                                      </p:tavLst>
                                    </p:anim>
                                    <p:anim calcmode="lin" valueType="num">
                                      <p:cBhvr>
                                        <p:cTn id="195" dur="500" fill="hold"/>
                                        <p:tgtEl>
                                          <p:spTgt spid="14374"/>
                                        </p:tgtEl>
                                        <p:attrNameLst>
                                          <p:attrName>ppt_h</p:attrName>
                                        </p:attrNameLst>
                                      </p:cBhvr>
                                      <p:tavLst>
                                        <p:tav tm="0">
                                          <p:val>
                                            <p:fltVal val="0"/>
                                          </p:val>
                                        </p:tav>
                                        <p:tav tm="100000">
                                          <p:val>
                                            <p:strVal val="#ppt_h"/>
                                          </p:val>
                                        </p:tav>
                                      </p:tavLst>
                                    </p:anim>
                                  </p:childTnLst>
                                </p:cTn>
                              </p:par>
                            </p:childTnLst>
                          </p:cTn>
                        </p:par>
                      </p:childTnLst>
                    </p:cTn>
                  </p:par>
                  <p:par>
                    <p:cTn id="196" fill="hold" nodeType="clickPar">
                      <p:stCondLst>
                        <p:cond delay="indefinite"/>
                      </p:stCondLst>
                      <p:childTnLst>
                        <p:par>
                          <p:cTn id="197" fill="hold" nodeType="withGroup">
                            <p:stCondLst>
                              <p:cond delay="0"/>
                            </p:stCondLst>
                            <p:childTnLst>
                              <p:par>
                                <p:cTn id="198" presetID="17" presetClass="entr" presetSubtype="1" fill="hold" grpId="0" nodeType="clickEffect">
                                  <p:stCondLst>
                                    <p:cond delay="0"/>
                                  </p:stCondLst>
                                  <p:childTnLst>
                                    <p:set>
                                      <p:cBhvr>
                                        <p:cTn id="199" dur="1" fill="hold">
                                          <p:stCondLst>
                                            <p:cond delay="0"/>
                                          </p:stCondLst>
                                        </p:cTn>
                                        <p:tgtEl>
                                          <p:spTgt spid="14378"/>
                                        </p:tgtEl>
                                        <p:attrNameLst>
                                          <p:attrName>style.visibility</p:attrName>
                                        </p:attrNameLst>
                                      </p:cBhvr>
                                      <p:to>
                                        <p:strVal val="visible"/>
                                      </p:to>
                                    </p:set>
                                    <p:anim calcmode="lin" valueType="num">
                                      <p:cBhvr>
                                        <p:cTn id="200" dur="500" fill="hold"/>
                                        <p:tgtEl>
                                          <p:spTgt spid="14378"/>
                                        </p:tgtEl>
                                        <p:attrNameLst>
                                          <p:attrName>ppt_x</p:attrName>
                                        </p:attrNameLst>
                                      </p:cBhvr>
                                      <p:tavLst>
                                        <p:tav tm="0">
                                          <p:val>
                                            <p:strVal val="#ppt_x"/>
                                          </p:val>
                                        </p:tav>
                                        <p:tav tm="100000">
                                          <p:val>
                                            <p:strVal val="#ppt_x"/>
                                          </p:val>
                                        </p:tav>
                                      </p:tavLst>
                                    </p:anim>
                                    <p:anim calcmode="lin" valueType="num">
                                      <p:cBhvr>
                                        <p:cTn id="201" dur="500" fill="hold"/>
                                        <p:tgtEl>
                                          <p:spTgt spid="14378"/>
                                        </p:tgtEl>
                                        <p:attrNameLst>
                                          <p:attrName>ppt_y</p:attrName>
                                        </p:attrNameLst>
                                      </p:cBhvr>
                                      <p:tavLst>
                                        <p:tav tm="0">
                                          <p:val>
                                            <p:strVal val="#ppt_y-#ppt_h/2"/>
                                          </p:val>
                                        </p:tav>
                                        <p:tav tm="100000">
                                          <p:val>
                                            <p:strVal val="#ppt_y"/>
                                          </p:val>
                                        </p:tav>
                                      </p:tavLst>
                                    </p:anim>
                                    <p:anim calcmode="lin" valueType="num">
                                      <p:cBhvr>
                                        <p:cTn id="202" dur="500" fill="hold"/>
                                        <p:tgtEl>
                                          <p:spTgt spid="14378"/>
                                        </p:tgtEl>
                                        <p:attrNameLst>
                                          <p:attrName>ppt_w</p:attrName>
                                        </p:attrNameLst>
                                      </p:cBhvr>
                                      <p:tavLst>
                                        <p:tav tm="0">
                                          <p:val>
                                            <p:strVal val="#ppt_w"/>
                                          </p:val>
                                        </p:tav>
                                        <p:tav tm="100000">
                                          <p:val>
                                            <p:strVal val="#ppt_w"/>
                                          </p:val>
                                        </p:tav>
                                      </p:tavLst>
                                    </p:anim>
                                    <p:anim calcmode="lin" valueType="num">
                                      <p:cBhvr>
                                        <p:cTn id="203" dur="500" fill="hold"/>
                                        <p:tgtEl>
                                          <p:spTgt spid="14378"/>
                                        </p:tgtEl>
                                        <p:attrNameLst>
                                          <p:attrName>ppt_h</p:attrName>
                                        </p:attrNameLst>
                                      </p:cBhvr>
                                      <p:tavLst>
                                        <p:tav tm="0">
                                          <p:val>
                                            <p:fltVal val="0"/>
                                          </p:val>
                                        </p:tav>
                                        <p:tav tm="100000">
                                          <p:val>
                                            <p:strVal val="#ppt_h"/>
                                          </p:val>
                                        </p:tav>
                                      </p:tavLst>
                                    </p:anim>
                                  </p:childTnLst>
                                </p:cTn>
                              </p:par>
                            </p:childTnLst>
                          </p:cTn>
                        </p:par>
                      </p:childTnLst>
                    </p:cTn>
                  </p:par>
                  <p:par>
                    <p:cTn id="204" fill="hold" nodeType="clickPar">
                      <p:stCondLst>
                        <p:cond delay="indefinite"/>
                      </p:stCondLst>
                      <p:childTnLst>
                        <p:par>
                          <p:cTn id="205" fill="hold" nodeType="withGroup">
                            <p:stCondLst>
                              <p:cond delay="0"/>
                            </p:stCondLst>
                            <p:childTnLst>
                              <p:par>
                                <p:cTn id="206" presetID="17" presetClass="entr" presetSubtype="8" fill="hold" grpId="0" nodeType="clickEffect">
                                  <p:stCondLst>
                                    <p:cond delay="0"/>
                                  </p:stCondLst>
                                  <p:childTnLst>
                                    <p:set>
                                      <p:cBhvr>
                                        <p:cTn id="207" dur="1" fill="hold">
                                          <p:stCondLst>
                                            <p:cond delay="0"/>
                                          </p:stCondLst>
                                        </p:cTn>
                                        <p:tgtEl>
                                          <p:spTgt spid="14375"/>
                                        </p:tgtEl>
                                        <p:attrNameLst>
                                          <p:attrName>style.visibility</p:attrName>
                                        </p:attrNameLst>
                                      </p:cBhvr>
                                      <p:to>
                                        <p:strVal val="visible"/>
                                      </p:to>
                                    </p:set>
                                    <p:anim calcmode="lin" valueType="num">
                                      <p:cBhvr>
                                        <p:cTn id="208" dur="500" fill="hold"/>
                                        <p:tgtEl>
                                          <p:spTgt spid="14375"/>
                                        </p:tgtEl>
                                        <p:attrNameLst>
                                          <p:attrName>ppt_x</p:attrName>
                                        </p:attrNameLst>
                                      </p:cBhvr>
                                      <p:tavLst>
                                        <p:tav tm="0">
                                          <p:val>
                                            <p:strVal val="#ppt_x-#ppt_w/2"/>
                                          </p:val>
                                        </p:tav>
                                        <p:tav tm="100000">
                                          <p:val>
                                            <p:strVal val="#ppt_x"/>
                                          </p:val>
                                        </p:tav>
                                      </p:tavLst>
                                    </p:anim>
                                    <p:anim calcmode="lin" valueType="num">
                                      <p:cBhvr>
                                        <p:cTn id="209" dur="500" fill="hold"/>
                                        <p:tgtEl>
                                          <p:spTgt spid="14375"/>
                                        </p:tgtEl>
                                        <p:attrNameLst>
                                          <p:attrName>ppt_y</p:attrName>
                                        </p:attrNameLst>
                                      </p:cBhvr>
                                      <p:tavLst>
                                        <p:tav tm="0">
                                          <p:val>
                                            <p:strVal val="#ppt_y"/>
                                          </p:val>
                                        </p:tav>
                                        <p:tav tm="100000">
                                          <p:val>
                                            <p:strVal val="#ppt_y"/>
                                          </p:val>
                                        </p:tav>
                                      </p:tavLst>
                                    </p:anim>
                                    <p:anim calcmode="lin" valueType="num">
                                      <p:cBhvr>
                                        <p:cTn id="210" dur="500" fill="hold"/>
                                        <p:tgtEl>
                                          <p:spTgt spid="14375"/>
                                        </p:tgtEl>
                                        <p:attrNameLst>
                                          <p:attrName>ppt_w</p:attrName>
                                        </p:attrNameLst>
                                      </p:cBhvr>
                                      <p:tavLst>
                                        <p:tav tm="0">
                                          <p:val>
                                            <p:fltVal val="0"/>
                                          </p:val>
                                        </p:tav>
                                        <p:tav tm="100000">
                                          <p:val>
                                            <p:strVal val="#ppt_w"/>
                                          </p:val>
                                        </p:tav>
                                      </p:tavLst>
                                    </p:anim>
                                    <p:anim calcmode="lin" valueType="num">
                                      <p:cBhvr>
                                        <p:cTn id="211" dur="500" fill="hold"/>
                                        <p:tgtEl>
                                          <p:spTgt spid="14375"/>
                                        </p:tgtEl>
                                        <p:attrNameLst>
                                          <p:attrName>ppt_h</p:attrName>
                                        </p:attrNameLst>
                                      </p:cBhvr>
                                      <p:tavLst>
                                        <p:tav tm="0">
                                          <p:val>
                                            <p:strVal val="#ppt_h"/>
                                          </p:val>
                                        </p:tav>
                                        <p:tav tm="100000">
                                          <p:val>
                                            <p:strVal val="#ppt_h"/>
                                          </p:val>
                                        </p:tav>
                                      </p:tavLst>
                                    </p:anim>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7" presetClass="entr" presetSubtype="8" fill="hold" grpId="0" nodeType="clickEffect">
                                  <p:stCondLst>
                                    <p:cond delay="0"/>
                                  </p:stCondLst>
                                  <p:childTnLst>
                                    <p:set>
                                      <p:cBhvr>
                                        <p:cTn id="215" dur="1" fill="hold">
                                          <p:stCondLst>
                                            <p:cond delay="0"/>
                                          </p:stCondLst>
                                        </p:cTn>
                                        <p:tgtEl>
                                          <p:spTgt spid="14376"/>
                                        </p:tgtEl>
                                        <p:attrNameLst>
                                          <p:attrName>style.visibility</p:attrName>
                                        </p:attrNameLst>
                                      </p:cBhvr>
                                      <p:to>
                                        <p:strVal val="visible"/>
                                      </p:to>
                                    </p:set>
                                    <p:anim calcmode="lin" valueType="num">
                                      <p:cBhvr>
                                        <p:cTn id="216" dur="500" fill="hold"/>
                                        <p:tgtEl>
                                          <p:spTgt spid="14376"/>
                                        </p:tgtEl>
                                        <p:attrNameLst>
                                          <p:attrName>ppt_x</p:attrName>
                                        </p:attrNameLst>
                                      </p:cBhvr>
                                      <p:tavLst>
                                        <p:tav tm="0">
                                          <p:val>
                                            <p:strVal val="#ppt_x-#ppt_w/2"/>
                                          </p:val>
                                        </p:tav>
                                        <p:tav tm="100000">
                                          <p:val>
                                            <p:strVal val="#ppt_x"/>
                                          </p:val>
                                        </p:tav>
                                      </p:tavLst>
                                    </p:anim>
                                    <p:anim calcmode="lin" valueType="num">
                                      <p:cBhvr>
                                        <p:cTn id="217" dur="500" fill="hold"/>
                                        <p:tgtEl>
                                          <p:spTgt spid="14376"/>
                                        </p:tgtEl>
                                        <p:attrNameLst>
                                          <p:attrName>ppt_y</p:attrName>
                                        </p:attrNameLst>
                                      </p:cBhvr>
                                      <p:tavLst>
                                        <p:tav tm="0">
                                          <p:val>
                                            <p:strVal val="#ppt_y"/>
                                          </p:val>
                                        </p:tav>
                                        <p:tav tm="100000">
                                          <p:val>
                                            <p:strVal val="#ppt_y"/>
                                          </p:val>
                                        </p:tav>
                                      </p:tavLst>
                                    </p:anim>
                                    <p:anim calcmode="lin" valueType="num">
                                      <p:cBhvr>
                                        <p:cTn id="218" dur="500" fill="hold"/>
                                        <p:tgtEl>
                                          <p:spTgt spid="14376"/>
                                        </p:tgtEl>
                                        <p:attrNameLst>
                                          <p:attrName>ppt_w</p:attrName>
                                        </p:attrNameLst>
                                      </p:cBhvr>
                                      <p:tavLst>
                                        <p:tav tm="0">
                                          <p:val>
                                            <p:fltVal val="0"/>
                                          </p:val>
                                        </p:tav>
                                        <p:tav tm="100000">
                                          <p:val>
                                            <p:strVal val="#ppt_w"/>
                                          </p:val>
                                        </p:tav>
                                      </p:tavLst>
                                    </p:anim>
                                    <p:anim calcmode="lin" valueType="num">
                                      <p:cBhvr>
                                        <p:cTn id="219" dur="500" fill="hold"/>
                                        <p:tgtEl>
                                          <p:spTgt spid="14376"/>
                                        </p:tgtEl>
                                        <p:attrNameLst>
                                          <p:attrName>ppt_h</p:attrName>
                                        </p:attrNameLst>
                                      </p:cBhvr>
                                      <p:tavLst>
                                        <p:tav tm="0">
                                          <p:val>
                                            <p:strVal val="#ppt_h"/>
                                          </p:val>
                                        </p:tav>
                                        <p:tav tm="100000">
                                          <p:val>
                                            <p:strVal val="#ppt_h"/>
                                          </p:val>
                                        </p:tav>
                                      </p:tavLst>
                                    </p:anim>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7" presetClass="entr" presetSubtype="8" fill="hold" grpId="0" nodeType="clickEffect">
                                  <p:stCondLst>
                                    <p:cond delay="0"/>
                                  </p:stCondLst>
                                  <p:childTnLst>
                                    <p:set>
                                      <p:cBhvr>
                                        <p:cTn id="223" dur="1" fill="hold">
                                          <p:stCondLst>
                                            <p:cond delay="0"/>
                                          </p:stCondLst>
                                        </p:cTn>
                                        <p:tgtEl>
                                          <p:spTgt spid="14377"/>
                                        </p:tgtEl>
                                        <p:attrNameLst>
                                          <p:attrName>style.visibility</p:attrName>
                                        </p:attrNameLst>
                                      </p:cBhvr>
                                      <p:to>
                                        <p:strVal val="visible"/>
                                      </p:to>
                                    </p:set>
                                    <p:anim calcmode="lin" valueType="num">
                                      <p:cBhvr>
                                        <p:cTn id="224" dur="500" fill="hold"/>
                                        <p:tgtEl>
                                          <p:spTgt spid="14377"/>
                                        </p:tgtEl>
                                        <p:attrNameLst>
                                          <p:attrName>ppt_x</p:attrName>
                                        </p:attrNameLst>
                                      </p:cBhvr>
                                      <p:tavLst>
                                        <p:tav tm="0">
                                          <p:val>
                                            <p:strVal val="#ppt_x-#ppt_w/2"/>
                                          </p:val>
                                        </p:tav>
                                        <p:tav tm="100000">
                                          <p:val>
                                            <p:strVal val="#ppt_x"/>
                                          </p:val>
                                        </p:tav>
                                      </p:tavLst>
                                    </p:anim>
                                    <p:anim calcmode="lin" valueType="num">
                                      <p:cBhvr>
                                        <p:cTn id="225" dur="500" fill="hold"/>
                                        <p:tgtEl>
                                          <p:spTgt spid="14377"/>
                                        </p:tgtEl>
                                        <p:attrNameLst>
                                          <p:attrName>ppt_y</p:attrName>
                                        </p:attrNameLst>
                                      </p:cBhvr>
                                      <p:tavLst>
                                        <p:tav tm="0">
                                          <p:val>
                                            <p:strVal val="#ppt_y"/>
                                          </p:val>
                                        </p:tav>
                                        <p:tav tm="100000">
                                          <p:val>
                                            <p:strVal val="#ppt_y"/>
                                          </p:val>
                                        </p:tav>
                                      </p:tavLst>
                                    </p:anim>
                                    <p:anim calcmode="lin" valueType="num">
                                      <p:cBhvr>
                                        <p:cTn id="226" dur="500" fill="hold"/>
                                        <p:tgtEl>
                                          <p:spTgt spid="14377"/>
                                        </p:tgtEl>
                                        <p:attrNameLst>
                                          <p:attrName>ppt_w</p:attrName>
                                        </p:attrNameLst>
                                      </p:cBhvr>
                                      <p:tavLst>
                                        <p:tav tm="0">
                                          <p:val>
                                            <p:fltVal val="0"/>
                                          </p:val>
                                        </p:tav>
                                        <p:tav tm="100000">
                                          <p:val>
                                            <p:strVal val="#ppt_w"/>
                                          </p:val>
                                        </p:tav>
                                      </p:tavLst>
                                    </p:anim>
                                    <p:anim calcmode="lin" valueType="num">
                                      <p:cBhvr>
                                        <p:cTn id="227" dur="500" fill="hold"/>
                                        <p:tgtEl>
                                          <p:spTgt spid="14377"/>
                                        </p:tgtEl>
                                        <p:attrNameLst>
                                          <p:attrName>ppt_h</p:attrName>
                                        </p:attrNameLst>
                                      </p:cBhvr>
                                      <p:tavLst>
                                        <p:tav tm="0">
                                          <p:val>
                                            <p:strVal val="#ppt_h"/>
                                          </p:val>
                                        </p:tav>
                                        <p:tav tm="100000">
                                          <p:val>
                                            <p:strVal val="#ppt_h"/>
                                          </p:val>
                                        </p:tav>
                                      </p:tavLst>
                                    </p:anim>
                                  </p:childTnLst>
                                </p:cTn>
                              </p:par>
                            </p:childTnLst>
                          </p:cTn>
                        </p:par>
                      </p:childTnLst>
                    </p:cTn>
                  </p:par>
                  <p:par>
                    <p:cTn id="228" fill="hold" nodeType="clickPar">
                      <p:stCondLst>
                        <p:cond delay="indefinite"/>
                      </p:stCondLst>
                      <p:childTnLst>
                        <p:par>
                          <p:cTn id="229" fill="hold" nodeType="withGroup">
                            <p:stCondLst>
                              <p:cond delay="0"/>
                            </p:stCondLst>
                            <p:childTnLst>
                              <p:par>
                                <p:cTn id="230" presetID="23" presetClass="entr" presetSubtype="16" fill="hold" nodeType="clickEffect">
                                  <p:stCondLst>
                                    <p:cond delay="0"/>
                                  </p:stCondLst>
                                  <p:childTnLst>
                                    <p:set>
                                      <p:cBhvr>
                                        <p:cTn id="231" dur="1" fill="hold">
                                          <p:stCondLst>
                                            <p:cond delay="0"/>
                                          </p:stCondLst>
                                        </p:cTn>
                                        <p:tgtEl>
                                          <p:spTgt spid="14455"/>
                                        </p:tgtEl>
                                        <p:attrNameLst>
                                          <p:attrName>style.visibility</p:attrName>
                                        </p:attrNameLst>
                                      </p:cBhvr>
                                      <p:to>
                                        <p:strVal val="visible"/>
                                      </p:to>
                                    </p:set>
                                    <p:anim calcmode="lin" valueType="num">
                                      <p:cBhvr>
                                        <p:cTn id="232" dur="500" fill="hold"/>
                                        <p:tgtEl>
                                          <p:spTgt spid="14455"/>
                                        </p:tgtEl>
                                        <p:attrNameLst>
                                          <p:attrName>ppt_w</p:attrName>
                                        </p:attrNameLst>
                                      </p:cBhvr>
                                      <p:tavLst>
                                        <p:tav tm="0">
                                          <p:val>
                                            <p:fltVal val="0"/>
                                          </p:val>
                                        </p:tav>
                                        <p:tav tm="100000">
                                          <p:val>
                                            <p:strVal val="#ppt_w"/>
                                          </p:val>
                                        </p:tav>
                                      </p:tavLst>
                                    </p:anim>
                                    <p:anim calcmode="lin" valueType="num">
                                      <p:cBhvr>
                                        <p:cTn id="233" dur="500" fill="hold"/>
                                        <p:tgtEl>
                                          <p:spTgt spid="14455"/>
                                        </p:tgtEl>
                                        <p:attrNameLst>
                                          <p:attrName>ppt_h</p:attrName>
                                        </p:attrNameLst>
                                      </p:cBhvr>
                                      <p:tavLst>
                                        <p:tav tm="0">
                                          <p:val>
                                            <p:fltVal val="0"/>
                                          </p:val>
                                        </p:tav>
                                        <p:tav tm="100000">
                                          <p:val>
                                            <p:strVal val="#ppt_h"/>
                                          </p:val>
                                        </p:tav>
                                      </p:tavLst>
                                    </p:anim>
                                  </p:childTnLst>
                                </p:cTn>
                              </p:par>
                            </p:childTnLst>
                          </p:cTn>
                        </p:par>
                      </p:childTnLst>
                    </p:cTn>
                  </p:par>
                  <p:par>
                    <p:cTn id="234" fill="hold" nodeType="clickPar">
                      <p:stCondLst>
                        <p:cond delay="indefinite"/>
                      </p:stCondLst>
                      <p:childTnLst>
                        <p:par>
                          <p:cTn id="235" fill="hold" nodeType="withGroup">
                            <p:stCondLst>
                              <p:cond delay="0"/>
                            </p:stCondLst>
                            <p:childTnLst>
                              <p:par>
                                <p:cTn id="236" presetID="17" presetClass="entr" presetSubtype="1" fill="hold" grpId="0" nodeType="clickEffect">
                                  <p:stCondLst>
                                    <p:cond delay="0"/>
                                  </p:stCondLst>
                                  <p:childTnLst>
                                    <p:set>
                                      <p:cBhvr>
                                        <p:cTn id="237" dur="1" fill="hold">
                                          <p:stCondLst>
                                            <p:cond delay="0"/>
                                          </p:stCondLst>
                                        </p:cTn>
                                        <p:tgtEl>
                                          <p:spTgt spid="14379"/>
                                        </p:tgtEl>
                                        <p:attrNameLst>
                                          <p:attrName>style.visibility</p:attrName>
                                        </p:attrNameLst>
                                      </p:cBhvr>
                                      <p:to>
                                        <p:strVal val="visible"/>
                                      </p:to>
                                    </p:set>
                                    <p:anim calcmode="lin" valueType="num">
                                      <p:cBhvr>
                                        <p:cTn id="238" dur="500" fill="hold"/>
                                        <p:tgtEl>
                                          <p:spTgt spid="14379"/>
                                        </p:tgtEl>
                                        <p:attrNameLst>
                                          <p:attrName>ppt_x</p:attrName>
                                        </p:attrNameLst>
                                      </p:cBhvr>
                                      <p:tavLst>
                                        <p:tav tm="0">
                                          <p:val>
                                            <p:strVal val="#ppt_x"/>
                                          </p:val>
                                        </p:tav>
                                        <p:tav tm="100000">
                                          <p:val>
                                            <p:strVal val="#ppt_x"/>
                                          </p:val>
                                        </p:tav>
                                      </p:tavLst>
                                    </p:anim>
                                    <p:anim calcmode="lin" valueType="num">
                                      <p:cBhvr>
                                        <p:cTn id="239" dur="500" fill="hold"/>
                                        <p:tgtEl>
                                          <p:spTgt spid="14379"/>
                                        </p:tgtEl>
                                        <p:attrNameLst>
                                          <p:attrName>ppt_y</p:attrName>
                                        </p:attrNameLst>
                                      </p:cBhvr>
                                      <p:tavLst>
                                        <p:tav tm="0">
                                          <p:val>
                                            <p:strVal val="#ppt_y-#ppt_h/2"/>
                                          </p:val>
                                        </p:tav>
                                        <p:tav tm="100000">
                                          <p:val>
                                            <p:strVal val="#ppt_y"/>
                                          </p:val>
                                        </p:tav>
                                      </p:tavLst>
                                    </p:anim>
                                    <p:anim calcmode="lin" valueType="num">
                                      <p:cBhvr>
                                        <p:cTn id="240" dur="500" fill="hold"/>
                                        <p:tgtEl>
                                          <p:spTgt spid="14379"/>
                                        </p:tgtEl>
                                        <p:attrNameLst>
                                          <p:attrName>ppt_w</p:attrName>
                                        </p:attrNameLst>
                                      </p:cBhvr>
                                      <p:tavLst>
                                        <p:tav tm="0">
                                          <p:val>
                                            <p:strVal val="#ppt_w"/>
                                          </p:val>
                                        </p:tav>
                                        <p:tav tm="100000">
                                          <p:val>
                                            <p:strVal val="#ppt_w"/>
                                          </p:val>
                                        </p:tav>
                                      </p:tavLst>
                                    </p:anim>
                                    <p:anim calcmode="lin" valueType="num">
                                      <p:cBhvr>
                                        <p:cTn id="241" dur="500" fill="hold"/>
                                        <p:tgtEl>
                                          <p:spTgt spid="14379"/>
                                        </p:tgtEl>
                                        <p:attrNameLst>
                                          <p:attrName>ppt_h</p:attrName>
                                        </p:attrNameLst>
                                      </p:cBhvr>
                                      <p:tavLst>
                                        <p:tav tm="0">
                                          <p:val>
                                            <p:fltVal val="0"/>
                                          </p:val>
                                        </p:tav>
                                        <p:tav tm="100000">
                                          <p:val>
                                            <p:strVal val="#ppt_h"/>
                                          </p:val>
                                        </p:tav>
                                      </p:tavLst>
                                    </p:anim>
                                  </p:childTnLst>
                                </p:cTn>
                              </p:par>
                            </p:childTnLst>
                          </p:cTn>
                        </p:par>
                      </p:childTnLst>
                    </p:cTn>
                  </p:par>
                  <p:par>
                    <p:cTn id="242" fill="hold" nodeType="clickPar">
                      <p:stCondLst>
                        <p:cond delay="indefinite"/>
                      </p:stCondLst>
                      <p:childTnLst>
                        <p:par>
                          <p:cTn id="243" fill="hold" nodeType="withGroup">
                            <p:stCondLst>
                              <p:cond delay="0"/>
                            </p:stCondLst>
                            <p:childTnLst>
                              <p:par>
                                <p:cTn id="244" presetID="17" presetClass="entr" presetSubtype="8" fill="hold" grpId="0" nodeType="clickEffect">
                                  <p:stCondLst>
                                    <p:cond delay="0"/>
                                  </p:stCondLst>
                                  <p:childTnLst>
                                    <p:set>
                                      <p:cBhvr>
                                        <p:cTn id="245" dur="1" fill="hold">
                                          <p:stCondLst>
                                            <p:cond delay="0"/>
                                          </p:stCondLst>
                                        </p:cTn>
                                        <p:tgtEl>
                                          <p:spTgt spid="14380"/>
                                        </p:tgtEl>
                                        <p:attrNameLst>
                                          <p:attrName>style.visibility</p:attrName>
                                        </p:attrNameLst>
                                      </p:cBhvr>
                                      <p:to>
                                        <p:strVal val="visible"/>
                                      </p:to>
                                    </p:set>
                                    <p:anim calcmode="lin" valueType="num">
                                      <p:cBhvr>
                                        <p:cTn id="246" dur="500" fill="hold"/>
                                        <p:tgtEl>
                                          <p:spTgt spid="14380"/>
                                        </p:tgtEl>
                                        <p:attrNameLst>
                                          <p:attrName>ppt_x</p:attrName>
                                        </p:attrNameLst>
                                      </p:cBhvr>
                                      <p:tavLst>
                                        <p:tav tm="0">
                                          <p:val>
                                            <p:strVal val="#ppt_x-#ppt_w/2"/>
                                          </p:val>
                                        </p:tav>
                                        <p:tav tm="100000">
                                          <p:val>
                                            <p:strVal val="#ppt_x"/>
                                          </p:val>
                                        </p:tav>
                                      </p:tavLst>
                                    </p:anim>
                                    <p:anim calcmode="lin" valueType="num">
                                      <p:cBhvr>
                                        <p:cTn id="247" dur="500" fill="hold"/>
                                        <p:tgtEl>
                                          <p:spTgt spid="14380"/>
                                        </p:tgtEl>
                                        <p:attrNameLst>
                                          <p:attrName>ppt_y</p:attrName>
                                        </p:attrNameLst>
                                      </p:cBhvr>
                                      <p:tavLst>
                                        <p:tav tm="0">
                                          <p:val>
                                            <p:strVal val="#ppt_y"/>
                                          </p:val>
                                        </p:tav>
                                        <p:tav tm="100000">
                                          <p:val>
                                            <p:strVal val="#ppt_y"/>
                                          </p:val>
                                        </p:tav>
                                      </p:tavLst>
                                    </p:anim>
                                    <p:anim calcmode="lin" valueType="num">
                                      <p:cBhvr>
                                        <p:cTn id="248" dur="500" fill="hold"/>
                                        <p:tgtEl>
                                          <p:spTgt spid="14380"/>
                                        </p:tgtEl>
                                        <p:attrNameLst>
                                          <p:attrName>ppt_w</p:attrName>
                                        </p:attrNameLst>
                                      </p:cBhvr>
                                      <p:tavLst>
                                        <p:tav tm="0">
                                          <p:val>
                                            <p:fltVal val="0"/>
                                          </p:val>
                                        </p:tav>
                                        <p:tav tm="100000">
                                          <p:val>
                                            <p:strVal val="#ppt_w"/>
                                          </p:val>
                                        </p:tav>
                                      </p:tavLst>
                                    </p:anim>
                                    <p:anim calcmode="lin" valueType="num">
                                      <p:cBhvr>
                                        <p:cTn id="249" dur="500" fill="hold"/>
                                        <p:tgtEl>
                                          <p:spTgt spid="14380"/>
                                        </p:tgtEl>
                                        <p:attrNameLst>
                                          <p:attrName>ppt_h</p:attrName>
                                        </p:attrNameLst>
                                      </p:cBhvr>
                                      <p:tavLst>
                                        <p:tav tm="0">
                                          <p:val>
                                            <p:strVal val="#ppt_h"/>
                                          </p:val>
                                        </p:tav>
                                        <p:tav tm="100000">
                                          <p:val>
                                            <p:strVal val="#ppt_h"/>
                                          </p:val>
                                        </p:tav>
                                      </p:tavLst>
                                    </p:anim>
                                  </p:childTnLst>
                                </p:cTn>
                              </p:par>
                            </p:childTnLst>
                          </p:cTn>
                        </p:par>
                      </p:childTnLst>
                    </p:cTn>
                  </p:par>
                  <p:par>
                    <p:cTn id="250" fill="hold" nodeType="clickPar">
                      <p:stCondLst>
                        <p:cond delay="indefinite"/>
                      </p:stCondLst>
                      <p:childTnLst>
                        <p:par>
                          <p:cTn id="251" fill="hold" nodeType="withGroup">
                            <p:stCondLst>
                              <p:cond delay="0"/>
                            </p:stCondLst>
                            <p:childTnLst>
                              <p:par>
                                <p:cTn id="252" presetID="17" presetClass="entr" presetSubtype="4" fill="hold" grpId="0" nodeType="clickEffect">
                                  <p:stCondLst>
                                    <p:cond delay="0"/>
                                  </p:stCondLst>
                                  <p:childTnLst>
                                    <p:set>
                                      <p:cBhvr>
                                        <p:cTn id="253" dur="1" fill="hold">
                                          <p:stCondLst>
                                            <p:cond delay="0"/>
                                          </p:stCondLst>
                                        </p:cTn>
                                        <p:tgtEl>
                                          <p:spTgt spid="14382"/>
                                        </p:tgtEl>
                                        <p:attrNameLst>
                                          <p:attrName>style.visibility</p:attrName>
                                        </p:attrNameLst>
                                      </p:cBhvr>
                                      <p:to>
                                        <p:strVal val="visible"/>
                                      </p:to>
                                    </p:set>
                                    <p:anim calcmode="lin" valueType="num">
                                      <p:cBhvr>
                                        <p:cTn id="254" dur="500" fill="hold"/>
                                        <p:tgtEl>
                                          <p:spTgt spid="14382"/>
                                        </p:tgtEl>
                                        <p:attrNameLst>
                                          <p:attrName>ppt_x</p:attrName>
                                        </p:attrNameLst>
                                      </p:cBhvr>
                                      <p:tavLst>
                                        <p:tav tm="0">
                                          <p:val>
                                            <p:strVal val="#ppt_x"/>
                                          </p:val>
                                        </p:tav>
                                        <p:tav tm="100000">
                                          <p:val>
                                            <p:strVal val="#ppt_x"/>
                                          </p:val>
                                        </p:tav>
                                      </p:tavLst>
                                    </p:anim>
                                    <p:anim calcmode="lin" valueType="num">
                                      <p:cBhvr>
                                        <p:cTn id="255" dur="500" fill="hold"/>
                                        <p:tgtEl>
                                          <p:spTgt spid="14382"/>
                                        </p:tgtEl>
                                        <p:attrNameLst>
                                          <p:attrName>ppt_y</p:attrName>
                                        </p:attrNameLst>
                                      </p:cBhvr>
                                      <p:tavLst>
                                        <p:tav tm="0">
                                          <p:val>
                                            <p:strVal val="#ppt_y+#ppt_h/2"/>
                                          </p:val>
                                        </p:tav>
                                        <p:tav tm="100000">
                                          <p:val>
                                            <p:strVal val="#ppt_y"/>
                                          </p:val>
                                        </p:tav>
                                      </p:tavLst>
                                    </p:anim>
                                    <p:anim calcmode="lin" valueType="num">
                                      <p:cBhvr>
                                        <p:cTn id="256" dur="500" fill="hold"/>
                                        <p:tgtEl>
                                          <p:spTgt spid="14382"/>
                                        </p:tgtEl>
                                        <p:attrNameLst>
                                          <p:attrName>ppt_w</p:attrName>
                                        </p:attrNameLst>
                                      </p:cBhvr>
                                      <p:tavLst>
                                        <p:tav tm="0">
                                          <p:val>
                                            <p:strVal val="#ppt_w"/>
                                          </p:val>
                                        </p:tav>
                                        <p:tav tm="100000">
                                          <p:val>
                                            <p:strVal val="#ppt_w"/>
                                          </p:val>
                                        </p:tav>
                                      </p:tavLst>
                                    </p:anim>
                                    <p:anim calcmode="lin" valueType="num">
                                      <p:cBhvr>
                                        <p:cTn id="257" dur="500" fill="hold"/>
                                        <p:tgtEl>
                                          <p:spTgt spid="14382"/>
                                        </p:tgtEl>
                                        <p:attrNameLst>
                                          <p:attrName>ppt_h</p:attrName>
                                        </p:attrNameLst>
                                      </p:cBhvr>
                                      <p:tavLst>
                                        <p:tav tm="0">
                                          <p:val>
                                            <p:fltVal val="0"/>
                                          </p:val>
                                        </p:tav>
                                        <p:tav tm="100000">
                                          <p:val>
                                            <p:strVal val="#ppt_h"/>
                                          </p:val>
                                        </p:tav>
                                      </p:tavLst>
                                    </p:anim>
                                  </p:childTnLst>
                                </p:cTn>
                              </p:par>
                            </p:childTnLst>
                          </p:cTn>
                        </p:par>
                      </p:childTnLst>
                    </p:cTn>
                  </p:par>
                  <p:par>
                    <p:cTn id="258" fill="hold" nodeType="clickPar">
                      <p:stCondLst>
                        <p:cond delay="indefinite"/>
                      </p:stCondLst>
                      <p:childTnLst>
                        <p:par>
                          <p:cTn id="259" fill="hold" nodeType="withGroup">
                            <p:stCondLst>
                              <p:cond delay="0"/>
                            </p:stCondLst>
                            <p:childTnLst>
                              <p:par>
                                <p:cTn id="260" presetID="17" presetClass="entr" presetSubtype="2" fill="hold" grpId="0" nodeType="clickEffect">
                                  <p:stCondLst>
                                    <p:cond delay="0"/>
                                  </p:stCondLst>
                                  <p:childTnLst>
                                    <p:set>
                                      <p:cBhvr>
                                        <p:cTn id="261" dur="1" fill="hold">
                                          <p:stCondLst>
                                            <p:cond delay="0"/>
                                          </p:stCondLst>
                                        </p:cTn>
                                        <p:tgtEl>
                                          <p:spTgt spid="14381"/>
                                        </p:tgtEl>
                                        <p:attrNameLst>
                                          <p:attrName>style.visibility</p:attrName>
                                        </p:attrNameLst>
                                      </p:cBhvr>
                                      <p:to>
                                        <p:strVal val="visible"/>
                                      </p:to>
                                    </p:set>
                                    <p:anim calcmode="lin" valueType="num">
                                      <p:cBhvr>
                                        <p:cTn id="262" dur="500" fill="hold"/>
                                        <p:tgtEl>
                                          <p:spTgt spid="14381"/>
                                        </p:tgtEl>
                                        <p:attrNameLst>
                                          <p:attrName>ppt_x</p:attrName>
                                        </p:attrNameLst>
                                      </p:cBhvr>
                                      <p:tavLst>
                                        <p:tav tm="0">
                                          <p:val>
                                            <p:strVal val="#ppt_x+#ppt_w/2"/>
                                          </p:val>
                                        </p:tav>
                                        <p:tav tm="100000">
                                          <p:val>
                                            <p:strVal val="#ppt_x"/>
                                          </p:val>
                                        </p:tav>
                                      </p:tavLst>
                                    </p:anim>
                                    <p:anim calcmode="lin" valueType="num">
                                      <p:cBhvr>
                                        <p:cTn id="263" dur="500" fill="hold"/>
                                        <p:tgtEl>
                                          <p:spTgt spid="14381"/>
                                        </p:tgtEl>
                                        <p:attrNameLst>
                                          <p:attrName>ppt_y</p:attrName>
                                        </p:attrNameLst>
                                      </p:cBhvr>
                                      <p:tavLst>
                                        <p:tav tm="0">
                                          <p:val>
                                            <p:strVal val="#ppt_y"/>
                                          </p:val>
                                        </p:tav>
                                        <p:tav tm="100000">
                                          <p:val>
                                            <p:strVal val="#ppt_y"/>
                                          </p:val>
                                        </p:tav>
                                      </p:tavLst>
                                    </p:anim>
                                    <p:anim calcmode="lin" valueType="num">
                                      <p:cBhvr>
                                        <p:cTn id="264" dur="500" fill="hold"/>
                                        <p:tgtEl>
                                          <p:spTgt spid="14381"/>
                                        </p:tgtEl>
                                        <p:attrNameLst>
                                          <p:attrName>ppt_w</p:attrName>
                                        </p:attrNameLst>
                                      </p:cBhvr>
                                      <p:tavLst>
                                        <p:tav tm="0">
                                          <p:val>
                                            <p:fltVal val="0"/>
                                          </p:val>
                                        </p:tav>
                                        <p:tav tm="100000">
                                          <p:val>
                                            <p:strVal val="#ppt_w"/>
                                          </p:val>
                                        </p:tav>
                                      </p:tavLst>
                                    </p:anim>
                                    <p:anim calcmode="lin" valueType="num">
                                      <p:cBhvr>
                                        <p:cTn id="265" dur="500" fill="hold"/>
                                        <p:tgtEl>
                                          <p:spTgt spid="14381"/>
                                        </p:tgtEl>
                                        <p:attrNameLst>
                                          <p:attrName>ppt_h</p:attrName>
                                        </p:attrNameLst>
                                      </p:cBhvr>
                                      <p:tavLst>
                                        <p:tav tm="0">
                                          <p:val>
                                            <p:strVal val="#ppt_h"/>
                                          </p:val>
                                        </p:tav>
                                        <p:tav tm="100000">
                                          <p:val>
                                            <p:strVal val="#ppt_h"/>
                                          </p:val>
                                        </p:tav>
                                      </p:tavLst>
                                    </p:anim>
                                  </p:childTnLst>
                                </p:cTn>
                              </p:par>
                            </p:childTnLst>
                          </p:cTn>
                        </p:par>
                      </p:childTnLst>
                    </p:cTn>
                  </p:par>
                  <p:par>
                    <p:cTn id="266" fill="hold" nodeType="clickPar">
                      <p:stCondLst>
                        <p:cond delay="indefinite"/>
                      </p:stCondLst>
                      <p:childTnLst>
                        <p:par>
                          <p:cTn id="267" fill="hold" nodeType="withGroup">
                            <p:stCondLst>
                              <p:cond delay="0"/>
                            </p:stCondLst>
                            <p:childTnLst>
                              <p:par>
                                <p:cTn id="268" presetID="18" presetClass="entr" presetSubtype="6" fill="hold" grpId="0" nodeType="clickEffect">
                                  <p:stCondLst>
                                    <p:cond delay="0"/>
                                  </p:stCondLst>
                                  <p:childTnLst>
                                    <p:set>
                                      <p:cBhvr>
                                        <p:cTn id="269" dur="1" fill="hold">
                                          <p:stCondLst>
                                            <p:cond delay="0"/>
                                          </p:stCondLst>
                                        </p:cTn>
                                        <p:tgtEl>
                                          <p:spTgt spid="14383"/>
                                        </p:tgtEl>
                                        <p:attrNameLst>
                                          <p:attrName>style.visibility</p:attrName>
                                        </p:attrNameLst>
                                      </p:cBhvr>
                                      <p:to>
                                        <p:strVal val="visible"/>
                                      </p:to>
                                    </p:set>
                                    <p:animEffect transition="in" filter="strips(downRight)">
                                      <p:cBhvr>
                                        <p:cTn id="270" dur="500"/>
                                        <p:tgtEl>
                                          <p:spTgt spid="14383"/>
                                        </p:tgtEl>
                                      </p:cBhvr>
                                    </p:animEffect>
                                  </p:childTnLst>
                                </p:cTn>
                              </p:par>
                            </p:childTnLst>
                          </p:cTn>
                        </p:par>
                      </p:childTnLst>
                    </p:cTn>
                  </p:par>
                  <p:par>
                    <p:cTn id="271" fill="hold" nodeType="clickPar">
                      <p:stCondLst>
                        <p:cond delay="indefinite"/>
                      </p:stCondLst>
                      <p:childTnLst>
                        <p:par>
                          <p:cTn id="272" fill="hold" nodeType="withGroup">
                            <p:stCondLst>
                              <p:cond delay="0"/>
                            </p:stCondLst>
                            <p:childTnLst>
                              <p:par>
                                <p:cTn id="273" presetID="18" presetClass="entr" presetSubtype="12" fill="hold" grpId="0" nodeType="clickEffect">
                                  <p:stCondLst>
                                    <p:cond delay="0"/>
                                  </p:stCondLst>
                                  <p:childTnLst>
                                    <p:set>
                                      <p:cBhvr>
                                        <p:cTn id="274" dur="1" fill="hold">
                                          <p:stCondLst>
                                            <p:cond delay="0"/>
                                          </p:stCondLst>
                                        </p:cTn>
                                        <p:tgtEl>
                                          <p:spTgt spid="14384"/>
                                        </p:tgtEl>
                                        <p:attrNameLst>
                                          <p:attrName>style.visibility</p:attrName>
                                        </p:attrNameLst>
                                      </p:cBhvr>
                                      <p:to>
                                        <p:strVal val="visible"/>
                                      </p:to>
                                    </p:set>
                                    <p:animEffect transition="in" filter="strips(downLeft)">
                                      <p:cBhvr>
                                        <p:cTn id="275" dur="500"/>
                                        <p:tgtEl>
                                          <p:spTgt spid="14384"/>
                                        </p:tgtEl>
                                      </p:cBhvr>
                                    </p:animEffect>
                                  </p:childTnLst>
                                </p:cTn>
                              </p:par>
                            </p:childTnLst>
                          </p:cTn>
                        </p:par>
                      </p:childTnLst>
                    </p:cTn>
                  </p:par>
                  <p:par>
                    <p:cTn id="276" fill="hold" nodeType="clickPar">
                      <p:stCondLst>
                        <p:cond delay="indefinite"/>
                      </p:stCondLst>
                      <p:childTnLst>
                        <p:par>
                          <p:cTn id="277" fill="hold" nodeType="withGroup">
                            <p:stCondLst>
                              <p:cond delay="0"/>
                            </p:stCondLst>
                            <p:childTnLst>
                              <p:par>
                                <p:cTn id="278" presetID="18" presetClass="entr" presetSubtype="6" fill="hold" grpId="0" nodeType="clickEffect">
                                  <p:stCondLst>
                                    <p:cond delay="0"/>
                                  </p:stCondLst>
                                  <p:childTnLst>
                                    <p:set>
                                      <p:cBhvr>
                                        <p:cTn id="279" dur="1" fill="hold">
                                          <p:stCondLst>
                                            <p:cond delay="0"/>
                                          </p:stCondLst>
                                        </p:cTn>
                                        <p:tgtEl>
                                          <p:spTgt spid="14385"/>
                                        </p:tgtEl>
                                        <p:attrNameLst>
                                          <p:attrName>style.visibility</p:attrName>
                                        </p:attrNameLst>
                                      </p:cBhvr>
                                      <p:to>
                                        <p:strVal val="visible"/>
                                      </p:to>
                                    </p:set>
                                    <p:animEffect transition="in" filter="strips(downRight)">
                                      <p:cBhvr>
                                        <p:cTn id="280" dur="500"/>
                                        <p:tgtEl>
                                          <p:spTgt spid="14385"/>
                                        </p:tgtEl>
                                      </p:cBhvr>
                                    </p:animEffect>
                                  </p:childTnLst>
                                </p:cTn>
                              </p:par>
                            </p:childTnLst>
                          </p:cTn>
                        </p:par>
                      </p:childTnLst>
                    </p:cTn>
                  </p:par>
                  <p:par>
                    <p:cTn id="281" fill="hold" nodeType="clickPar">
                      <p:stCondLst>
                        <p:cond delay="indefinite"/>
                      </p:stCondLst>
                      <p:childTnLst>
                        <p:par>
                          <p:cTn id="282" fill="hold" nodeType="withGroup">
                            <p:stCondLst>
                              <p:cond delay="0"/>
                            </p:stCondLst>
                            <p:childTnLst>
                              <p:par>
                                <p:cTn id="283" presetID="18" presetClass="entr" presetSubtype="3" fill="hold" grpId="0" nodeType="clickEffect">
                                  <p:stCondLst>
                                    <p:cond delay="0"/>
                                  </p:stCondLst>
                                  <p:childTnLst>
                                    <p:set>
                                      <p:cBhvr>
                                        <p:cTn id="284" dur="1" fill="hold">
                                          <p:stCondLst>
                                            <p:cond delay="0"/>
                                          </p:stCondLst>
                                        </p:cTn>
                                        <p:tgtEl>
                                          <p:spTgt spid="14386"/>
                                        </p:tgtEl>
                                        <p:attrNameLst>
                                          <p:attrName>style.visibility</p:attrName>
                                        </p:attrNameLst>
                                      </p:cBhvr>
                                      <p:to>
                                        <p:strVal val="visible"/>
                                      </p:to>
                                    </p:set>
                                    <p:animEffect transition="in" filter="strips(upRight)">
                                      <p:cBhvr>
                                        <p:cTn id="285" dur="500"/>
                                        <p:tgtEl>
                                          <p:spTgt spid="14386"/>
                                        </p:tgtEl>
                                      </p:cBhvr>
                                    </p:animEffect>
                                  </p:childTnLst>
                                </p:cTn>
                              </p:par>
                            </p:childTnLst>
                          </p:cTn>
                        </p:par>
                      </p:childTnLst>
                    </p:cTn>
                  </p:par>
                  <p:par>
                    <p:cTn id="286" fill="hold" nodeType="clickPar">
                      <p:stCondLst>
                        <p:cond delay="indefinite"/>
                      </p:stCondLst>
                      <p:childTnLst>
                        <p:par>
                          <p:cTn id="287" fill="hold" nodeType="withGroup">
                            <p:stCondLst>
                              <p:cond delay="0"/>
                            </p:stCondLst>
                            <p:childTnLst>
                              <p:par>
                                <p:cTn id="288" presetID="17" presetClass="entr" presetSubtype="10" fill="hold" grpId="0" nodeType="clickEffect">
                                  <p:stCondLst>
                                    <p:cond delay="0"/>
                                  </p:stCondLst>
                                  <p:childTnLst>
                                    <p:set>
                                      <p:cBhvr>
                                        <p:cTn id="289" dur="1" fill="hold">
                                          <p:stCondLst>
                                            <p:cond delay="0"/>
                                          </p:stCondLst>
                                        </p:cTn>
                                        <p:tgtEl>
                                          <p:spTgt spid="14391"/>
                                        </p:tgtEl>
                                        <p:attrNameLst>
                                          <p:attrName>style.visibility</p:attrName>
                                        </p:attrNameLst>
                                      </p:cBhvr>
                                      <p:to>
                                        <p:strVal val="visible"/>
                                      </p:to>
                                    </p:set>
                                    <p:anim calcmode="lin" valueType="num">
                                      <p:cBhvr>
                                        <p:cTn id="290" dur="500" fill="hold"/>
                                        <p:tgtEl>
                                          <p:spTgt spid="14391"/>
                                        </p:tgtEl>
                                        <p:attrNameLst>
                                          <p:attrName>ppt_w</p:attrName>
                                        </p:attrNameLst>
                                      </p:cBhvr>
                                      <p:tavLst>
                                        <p:tav tm="0">
                                          <p:val>
                                            <p:fltVal val="0"/>
                                          </p:val>
                                        </p:tav>
                                        <p:tav tm="100000">
                                          <p:val>
                                            <p:strVal val="#ppt_w"/>
                                          </p:val>
                                        </p:tav>
                                      </p:tavLst>
                                    </p:anim>
                                    <p:anim calcmode="lin" valueType="num">
                                      <p:cBhvr>
                                        <p:cTn id="291" dur="500" fill="hold"/>
                                        <p:tgtEl>
                                          <p:spTgt spid="14391"/>
                                        </p:tgtEl>
                                        <p:attrNameLst>
                                          <p:attrName>ppt_h</p:attrName>
                                        </p:attrNameLst>
                                      </p:cBhvr>
                                      <p:tavLst>
                                        <p:tav tm="0">
                                          <p:val>
                                            <p:strVal val="#ppt_h"/>
                                          </p:val>
                                        </p:tav>
                                        <p:tav tm="100000">
                                          <p:val>
                                            <p:strVal val="#ppt_h"/>
                                          </p:val>
                                        </p:tav>
                                      </p:tavLst>
                                    </p:anim>
                                  </p:childTnLst>
                                </p:cTn>
                              </p:par>
                            </p:childTnLst>
                          </p:cTn>
                        </p:par>
                      </p:childTnLst>
                    </p:cTn>
                  </p:par>
                  <p:par>
                    <p:cTn id="292" fill="hold" nodeType="clickPar">
                      <p:stCondLst>
                        <p:cond delay="indefinite"/>
                      </p:stCondLst>
                      <p:childTnLst>
                        <p:par>
                          <p:cTn id="293" fill="hold" nodeType="withGroup">
                            <p:stCondLst>
                              <p:cond delay="0"/>
                            </p:stCondLst>
                            <p:childTnLst>
                              <p:par>
                                <p:cTn id="294" presetID="17" presetClass="entr" presetSubtype="10" fill="hold" grpId="0" nodeType="clickEffect">
                                  <p:stCondLst>
                                    <p:cond delay="0"/>
                                  </p:stCondLst>
                                  <p:childTnLst>
                                    <p:set>
                                      <p:cBhvr>
                                        <p:cTn id="295" dur="1" fill="hold">
                                          <p:stCondLst>
                                            <p:cond delay="0"/>
                                          </p:stCondLst>
                                        </p:cTn>
                                        <p:tgtEl>
                                          <p:spTgt spid="14389"/>
                                        </p:tgtEl>
                                        <p:attrNameLst>
                                          <p:attrName>style.visibility</p:attrName>
                                        </p:attrNameLst>
                                      </p:cBhvr>
                                      <p:to>
                                        <p:strVal val="visible"/>
                                      </p:to>
                                    </p:set>
                                    <p:anim calcmode="lin" valueType="num">
                                      <p:cBhvr>
                                        <p:cTn id="296" dur="500" fill="hold"/>
                                        <p:tgtEl>
                                          <p:spTgt spid="14389"/>
                                        </p:tgtEl>
                                        <p:attrNameLst>
                                          <p:attrName>ppt_w</p:attrName>
                                        </p:attrNameLst>
                                      </p:cBhvr>
                                      <p:tavLst>
                                        <p:tav tm="0">
                                          <p:val>
                                            <p:fltVal val="0"/>
                                          </p:val>
                                        </p:tav>
                                        <p:tav tm="100000">
                                          <p:val>
                                            <p:strVal val="#ppt_w"/>
                                          </p:val>
                                        </p:tav>
                                      </p:tavLst>
                                    </p:anim>
                                    <p:anim calcmode="lin" valueType="num">
                                      <p:cBhvr>
                                        <p:cTn id="297" dur="500" fill="hold"/>
                                        <p:tgtEl>
                                          <p:spTgt spid="14389"/>
                                        </p:tgtEl>
                                        <p:attrNameLst>
                                          <p:attrName>ppt_h</p:attrName>
                                        </p:attrNameLst>
                                      </p:cBhvr>
                                      <p:tavLst>
                                        <p:tav tm="0">
                                          <p:val>
                                            <p:strVal val="#ppt_h"/>
                                          </p:val>
                                        </p:tav>
                                        <p:tav tm="100000">
                                          <p:val>
                                            <p:strVal val="#ppt_h"/>
                                          </p:val>
                                        </p:tav>
                                      </p:tavLst>
                                    </p:anim>
                                  </p:childTnLst>
                                </p:cTn>
                              </p:par>
                            </p:childTnLst>
                          </p:cTn>
                        </p:par>
                      </p:childTnLst>
                    </p:cTn>
                  </p:par>
                  <p:par>
                    <p:cTn id="298" fill="hold" nodeType="clickPar">
                      <p:stCondLst>
                        <p:cond delay="indefinite"/>
                      </p:stCondLst>
                      <p:childTnLst>
                        <p:par>
                          <p:cTn id="299" fill="hold" nodeType="withGroup">
                            <p:stCondLst>
                              <p:cond delay="0"/>
                            </p:stCondLst>
                            <p:childTnLst>
                              <p:par>
                                <p:cTn id="300" presetID="17" presetClass="entr" presetSubtype="10" fill="hold" grpId="0" nodeType="clickEffect">
                                  <p:stCondLst>
                                    <p:cond delay="0"/>
                                  </p:stCondLst>
                                  <p:childTnLst>
                                    <p:set>
                                      <p:cBhvr>
                                        <p:cTn id="301" dur="1" fill="hold">
                                          <p:stCondLst>
                                            <p:cond delay="0"/>
                                          </p:stCondLst>
                                        </p:cTn>
                                        <p:tgtEl>
                                          <p:spTgt spid="14390"/>
                                        </p:tgtEl>
                                        <p:attrNameLst>
                                          <p:attrName>style.visibility</p:attrName>
                                        </p:attrNameLst>
                                      </p:cBhvr>
                                      <p:to>
                                        <p:strVal val="visible"/>
                                      </p:to>
                                    </p:set>
                                    <p:anim calcmode="lin" valueType="num">
                                      <p:cBhvr>
                                        <p:cTn id="302" dur="500" fill="hold"/>
                                        <p:tgtEl>
                                          <p:spTgt spid="14390"/>
                                        </p:tgtEl>
                                        <p:attrNameLst>
                                          <p:attrName>ppt_w</p:attrName>
                                        </p:attrNameLst>
                                      </p:cBhvr>
                                      <p:tavLst>
                                        <p:tav tm="0">
                                          <p:val>
                                            <p:fltVal val="0"/>
                                          </p:val>
                                        </p:tav>
                                        <p:tav tm="100000">
                                          <p:val>
                                            <p:strVal val="#ppt_w"/>
                                          </p:val>
                                        </p:tav>
                                      </p:tavLst>
                                    </p:anim>
                                    <p:anim calcmode="lin" valueType="num">
                                      <p:cBhvr>
                                        <p:cTn id="303" dur="500" fill="hold"/>
                                        <p:tgtEl>
                                          <p:spTgt spid="14390"/>
                                        </p:tgtEl>
                                        <p:attrNameLst>
                                          <p:attrName>ppt_h</p:attrName>
                                        </p:attrNameLst>
                                      </p:cBhvr>
                                      <p:tavLst>
                                        <p:tav tm="0">
                                          <p:val>
                                            <p:strVal val="#ppt_h"/>
                                          </p:val>
                                        </p:tav>
                                        <p:tav tm="100000">
                                          <p:val>
                                            <p:strVal val="#ppt_h"/>
                                          </p:val>
                                        </p:tav>
                                      </p:tavLst>
                                    </p:anim>
                                  </p:childTnLst>
                                </p:cTn>
                              </p:par>
                            </p:childTnLst>
                          </p:cTn>
                        </p:par>
                      </p:childTnLst>
                    </p:cTn>
                  </p:par>
                  <p:par>
                    <p:cTn id="304" fill="hold" nodeType="clickPar">
                      <p:stCondLst>
                        <p:cond delay="indefinite"/>
                      </p:stCondLst>
                      <p:childTnLst>
                        <p:par>
                          <p:cTn id="305" fill="hold" nodeType="withGroup">
                            <p:stCondLst>
                              <p:cond delay="0"/>
                            </p:stCondLst>
                            <p:childTnLst>
                              <p:par>
                                <p:cTn id="306" presetID="17" presetClass="entr" presetSubtype="10" fill="hold" grpId="0" nodeType="clickEffect">
                                  <p:stCondLst>
                                    <p:cond delay="0"/>
                                  </p:stCondLst>
                                  <p:childTnLst>
                                    <p:set>
                                      <p:cBhvr>
                                        <p:cTn id="307" dur="1" fill="hold">
                                          <p:stCondLst>
                                            <p:cond delay="0"/>
                                          </p:stCondLst>
                                        </p:cTn>
                                        <p:tgtEl>
                                          <p:spTgt spid="14388"/>
                                        </p:tgtEl>
                                        <p:attrNameLst>
                                          <p:attrName>style.visibility</p:attrName>
                                        </p:attrNameLst>
                                      </p:cBhvr>
                                      <p:to>
                                        <p:strVal val="visible"/>
                                      </p:to>
                                    </p:set>
                                    <p:anim calcmode="lin" valueType="num">
                                      <p:cBhvr>
                                        <p:cTn id="308" dur="500" fill="hold"/>
                                        <p:tgtEl>
                                          <p:spTgt spid="14388"/>
                                        </p:tgtEl>
                                        <p:attrNameLst>
                                          <p:attrName>ppt_w</p:attrName>
                                        </p:attrNameLst>
                                      </p:cBhvr>
                                      <p:tavLst>
                                        <p:tav tm="0">
                                          <p:val>
                                            <p:fltVal val="0"/>
                                          </p:val>
                                        </p:tav>
                                        <p:tav tm="100000">
                                          <p:val>
                                            <p:strVal val="#ppt_w"/>
                                          </p:val>
                                        </p:tav>
                                      </p:tavLst>
                                    </p:anim>
                                    <p:anim calcmode="lin" valueType="num">
                                      <p:cBhvr>
                                        <p:cTn id="309" dur="500" fill="hold"/>
                                        <p:tgtEl>
                                          <p:spTgt spid="14388"/>
                                        </p:tgtEl>
                                        <p:attrNameLst>
                                          <p:attrName>ppt_h</p:attrName>
                                        </p:attrNameLst>
                                      </p:cBhvr>
                                      <p:tavLst>
                                        <p:tav tm="0">
                                          <p:val>
                                            <p:strVal val="#ppt_h"/>
                                          </p:val>
                                        </p:tav>
                                        <p:tav tm="100000">
                                          <p:val>
                                            <p:strVal val="#ppt_h"/>
                                          </p:val>
                                        </p:tav>
                                      </p:tavLst>
                                    </p:anim>
                                  </p:childTnLst>
                                </p:cTn>
                              </p:par>
                            </p:childTnLst>
                          </p:cTn>
                        </p:par>
                      </p:childTnLst>
                    </p:cTn>
                  </p:par>
                  <p:par>
                    <p:cTn id="310" fill="hold" nodeType="clickPar">
                      <p:stCondLst>
                        <p:cond delay="indefinite"/>
                      </p:stCondLst>
                      <p:childTnLst>
                        <p:par>
                          <p:cTn id="311" fill="hold" nodeType="withGroup">
                            <p:stCondLst>
                              <p:cond delay="0"/>
                            </p:stCondLst>
                            <p:childTnLst>
                              <p:par>
                                <p:cTn id="312" presetID="17" presetClass="entr" presetSubtype="10" fill="hold" grpId="0" nodeType="clickEffect">
                                  <p:stCondLst>
                                    <p:cond delay="0"/>
                                  </p:stCondLst>
                                  <p:childTnLst>
                                    <p:set>
                                      <p:cBhvr>
                                        <p:cTn id="313" dur="1" fill="hold">
                                          <p:stCondLst>
                                            <p:cond delay="0"/>
                                          </p:stCondLst>
                                        </p:cTn>
                                        <p:tgtEl>
                                          <p:spTgt spid="14387"/>
                                        </p:tgtEl>
                                        <p:attrNameLst>
                                          <p:attrName>style.visibility</p:attrName>
                                        </p:attrNameLst>
                                      </p:cBhvr>
                                      <p:to>
                                        <p:strVal val="visible"/>
                                      </p:to>
                                    </p:set>
                                    <p:anim calcmode="lin" valueType="num">
                                      <p:cBhvr>
                                        <p:cTn id="314" dur="500" fill="hold"/>
                                        <p:tgtEl>
                                          <p:spTgt spid="14387"/>
                                        </p:tgtEl>
                                        <p:attrNameLst>
                                          <p:attrName>ppt_w</p:attrName>
                                        </p:attrNameLst>
                                      </p:cBhvr>
                                      <p:tavLst>
                                        <p:tav tm="0">
                                          <p:val>
                                            <p:fltVal val="0"/>
                                          </p:val>
                                        </p:tav>
                                        <p:tav tm="100000">
                                          <p:val>
                                            <p:strVal val="#ppt_w"/>
                                          </p:val>
                                        </p:tav>
                                      </p:tavLst>
                                    </p:anim>
                                    <p:anim calcmode="lin" valueType="num">
                                      <p:cBhvr>
                                        <p:cTn id="315" dur="500" fill="hold"/>
                                        <p:tgtEl>
                                          <p:spTgt spid="14387"/>
                                        </p:tgtEl>
                                        <p:attrNameLst>
                                          <p:attrName>ppt_h</p:attrName>
                                        </p:attrNameLst>
                                      </p:cBhvr>
                                      <p:tavLst>
                                        <p:tav tm="0">
                                          <p:val>
                                            <p:strVal val="#ppt_h"/>
                                          </p:val>
                                        </p:tav>
                                        <p:tav tm="100000">
                                          <p:val>
                                            <p:strVal val="#ppt_h"/>
                                          </p:val>
                                        </p:tav>
                                      </p:tavLst>
                                    </p:anim>
                                  </p:childTnLst>
                                </p:cTn>
                              </p:par>
                            </p:childTnLst>
                          </p:cTn>
                        </p:par>
                      </p:childTnLst>
                    </p:cTn>
                  </p:par>
                  <p:par>
                    <p:cTn id="316" fill="hold" nodeType="clickPar">
                      <p:stCondLst>
                        <p:cond delay="indefinite"/>
                      </p:stCondLst>
                      <p:childTnLst>
                        <p:par>
                          <p:cTn id="317" fill="hold" nodeType="withGroup">
                            <p:stCondLst>
                              <p:cond delay="0"/>
                            </p:stCondLst>
                            <p:childTnLst>
                              <p:par>
                                <p:cTn id="318" presetID="18" presetClass="entr" presetSubtype="3" fill="hold" nodeType="clickEffect">
                                  <p:stCondLst>
                                    <p:cond delay="0"/>
                                  </p:stCondLst>
                                  <p:childTnLst>
                                    <p:set>
                                      <p:cBhvr>
                                        <p:cTn id="319" dur="1" fill="hold">
                                          <p:stCondLst>
                                            <p:cond delay="0"/>
                                          </p:stCondLst>
                                        </p:cTn>
                                        <p:tgtEl>
                                          <p:spTgt spid="14413"/>
                                        </p:tgtEl>
                                        <p:attrNameLst>
                                          <p:attrName>style.visibility</p:attrName>
                                        </p:attrNameLst>
                                      </p:cBhvr>
                                      <p:to>
                                        <p:strVal val="visible"/>
                                      </p:to>
                                    </p:set>
                                    <p:animEffect transition="in" filter="strips(upRight)">
                                      <p:cBhvr>
                                        <p:cTn id="320" dur="500"/>
                                        <p:tgtEl>
                                          <p:spTgt spid="14413"/>
                                        </p:tgtEl>
                                      </p:cBhvr>
                                    </p:animEffect>
                                  </p:childTnLst>
                                </p:cTn>
                              </p:par>
                            </p:childTnLst>
                          </p:cTn>
                        </p:par>
                      </p:childTnLst>
                    </p:cTn>
                  </p:par>
                  <p:par>
                    <p:cTn id="321" fill="hold" nodeType="clickPar">
                      <p:stCondLst>
                        <p:cond delay="indefinite"/>
                      </p:stCondLst>
                      <p:childTnLst>
                        <p:par>
                          <p:cTn id="322" fill="hold" nodeType="withGroup">
                            <p:stCondLst>
                              <p:cond delay="0"/>
                            </p:stCondLst>
                            <p:childTnLst>
                              <p:par>
                                <p:cTn id="323" presetID="2" presetClass="entr" presetSubtype="4" fill="hold" grpId="0" nodeType="clickEffect">
                                  <p:stCondLst>
                                    <p:cond delay="0"/>
                                  </p:stCondLst>
                                  <p:childTnLst>
                                    <p:set>
                                      <p:cBhvr>
                                        <p:cTn id="324" dur="1" fill="hold">
                                          <p:stCondLst>
                                            <p:cond delay="0"/>
                                          </p:stCondLst>
                                        </p:cTn>
                                        <p:tgtEl>
                                          <p:spTgt spid="14430"/>
                                        </p:tgtEl>
                                        <p:attrNameLst>
                                          <p:attrName>style.visibility</p:attrName>
                                        </p:attrNameLst>
                                      </p:cBhvr>
                                      <p:to>
                                        <p:strVal val="visible"/>
                                      </p:to>
                                    </p:set>
                                    <p:anim calcmode="lin" valueType="num">
                                      <p:cBhvr additive="base">
                                        <p:cTn id="325" dur="500" fill="hold"/>
                                        <p:tgtEl>
                                          <p:spTgt spid="14430"/>
                                        </p:tgtEl>
                                        <p:attrNameLst>
                                          <p:attrName>ppt_x</p:attrName>
                                        </p:attrNameLst>
                                      </p:cBhvr>
                                      <p:tavLst>
                                        <p:tav tm="0">
                                          <p:val>
                                            <p:strVal val="#ppt_x"/>
                                          </p:val>
                                        </p:tav>
                                        <p:tav tm="100000">
                                          <p:val>
                                            <p:strVal val="#ppt_x"/>
                                          </p:val>
                                        </p:tav>
                                      </p:tavLst>
                                    </p:anim>
                                    <p:anim calcmode="lin" valueType="num">
                                      <p:cBhvr additive="base">
                                        <p:cTn id="326" dur="500" fill="hold"/>
                                        <p:tgtEl>
                                          <p:spTgt spid="14430"/>
                                        </p:tgtEl>
                                        <p:attrNameLst>
                                          <p:attrName>ppt_y</p:attrName>
                                        </p:attrNameLst>
                                      </p:cBhvr>
                                      <p:tavLst>
                                        <p:tav tm="0">
                                          <p:val>
                                            <p:strVal val="1+#ppt_h/2"/>
                                          </p:val>
                                        </p:tav>
                                        <p:tav tm="100000">
                                          <p:val>
                                            <p:strVal val="#ppt_y"/>
                                          </p:val>
                                        </p:tav>
                                      </p:tavLst>
                                    </p:anim>
                                  </p:childTnLst>
                                </p:cTn>
                              </p:par>
                            </p:childTnLst>
                          </p:cTn>
                        </p:par>
                      </p:childTnLst>
                    </p:cTn>
                  </p:par>
                  <p:par>
                    <p:cTn id="327" fill="hold" nodeType="clickPar">
                      <p:stCondLst>
                        <p:cond delay="indefinite"/>
                      </p:stCondLst>
                      <p:childTnLst>
                        <p:par>
                          <p:cTn id="328" fill="hold" nodeType="withGroup">
                            <p:stCondLst>
                              <p:cond delay="0"/>
                            </p:stCondLst>
                            <p:childTnLst>
                              <p:par>
                                <p:cTn id="329" presetID="17" presetClass="entr" presetSubtype="4" fill="hold" grpId="0" nodeType="clickEffect">
                                  <p:stCondLst>
                                    <p:cond delay="0"/>
                                  </p:stCondLst>
                                  <p:childTnLst>
                                    <p:set>
                                      <p:cBhvr>
                                        <p:cTn id="330" dur="1" fill="hold">
                                          <p:stCondLst>
                                            <p:cond delay="0"/>
                                          </p:stCondLst>
                                        </p:cTn>
                                        <p:tgtEl>
                                          <p:spTgt spid="14392"/>
                                        </p:tgtEl>
                                        <p:attrNameLst>
                                          <p:attrName>style.visibility</p:attrName>
                                        </p:attrNameLst>
                                      </p:cBhvr>
                                      <p:to>
                                        <p:strVal val="visible"/>
                                      </p:to>
                                    </p:set>
                                    <p:anim calcmode="lin" valueType="num">
                                      <p:cBhvr>
                                        <p:cTn id="331" dur="500" fill="hold"/>
                                        <p:tgtEl>
                                          <p:spTgt spid="14392"/>
                                        </p:tgtEl>
                                        <p:attrNameLst>
                                          <p:attrName>ppt_x</p:attrName>
                                        </p:attrNameLst>
                                      </p:cBhvr>
                                      <p:tavLst>
                                        <p:tav tm="0">
                                          <p:val>
                                            <p:strVal val="#ppt_x"/>
                                          </p:val>
                                        </p:tav>
                                        <p:tav tm="100000">
                                          <p:val>
                                            <p:strVal val="#ppt_x"/>
                                          </p:val>
                                        </p:tav>
                                      </p:tavLst>
                                    </p:anim>
                                    <p:anim calcmode="lin" valueType="num">
                                      <p:cBhvr>
                                        <p:cTn id="332" dur="500" fill="hold"/>
                                        <p:tgtEl>
                                          <p:spTgt spid="14392"/>
                                        </p:tgtEl>
                                        <p:attrNameLst>
                                          <p:attrName>ppt_y</p:attrName>
                                        </p:attrNameLst>
                                      </p:cBhvr>
                                      <p:tavLst>
                                        <p:tav tm="0">
                                          <p:val>
                                            <p:strVal val="#ppt_y+#ppt_h/2"/>
                                          </p:val>
                                        </p:tav>
                                        <p:tav tm="100000">
                                          <p:val>
                                            <p:strVal val="#ppt_y"/>
                                          </p:val>
                                        </p:tav>
                                      </p:tavLst>
                                    </p:anim>
                                    <p:anim calcmode="lin" valueType="num">
                                      <p:cBhvr>
                                        <p:cTn id="333" dur="500" fill="hold"/>
                                        <p:tgtEl>
                                          <p:spTgt spid="14392"/>
                                        </p:tgtEl>
                                        <p:attrNameLst>
                                          <p:attrName>ppt_w</p:attrName>
                                        </p:attrNameLst>
                                      </p:cBhvr>
                                      <p:tavLst>
                                        <p:tav tm="0">
                                          <p:val>
                                            <p:strVal val="#ppt_w"/>
                                          </p:val>
                                        </p:tav>
                                        <p:tav tm="100000">
                                          <p:val>
                                            <p:strVal val="#ppt_w"/>
                                          </p:val>
                                        </p:tav>
                                      </p:tavLst>
                                    </p:anim>
                                    <p:anim calcmode="lin" valueType="num">
                                      <p:cBhvr>
                                        <p:cTn id="334" dur="500" fill="hold"/>
                                        <p:tgtEl>
                                          <p:spTgt spid="14392"/>
                                        </p:tgtEl>
                                        <p:attrNameLst>
                                          <p:attrName>ppt_h</p:attrName>
                                        </p:attrNameLst>
                                      </p:cBhvr>
                                      <p:tavLst>
                                        <p:tav tm="0">
                                          <p:val>
                                            <p:fltVal val="0"/>
                                          </p:val>
                                        </p:tav>
                                        <p:tav tm="100000">
                                          <p:val>
                                            <p:strVal val="#ppt_h"/>
                                          </p:val>
                                        </p:tav>
                                      </p:tavLst>
                                    </p:anim>
                                  </p:childTnLst>
                                </p:cTn>
                              </p:par>
                            </p:childTnLst>
                          </p:cTn>
                        </p:par>
                      </p:childTnLst>
                    </p:cTn>
                  </p:par>
                  <p:par>
                    <p:cTn id="335" fill="hold" nodeType="clickPar">
                      <p:stCondLst>
                        <p:cond delay="indefinite"/>
                      </p:stCondLst>
                      <p:childTnLst>
                        <p:par>
                          <p:cTn id="336" fill="hold" nodeType="withGroup">
                            <p:stCondLst>
                              <p:cond delay="0"/>
                            </p:stCondLst>
                            <p:childTnLst>
                              <p:par>
                                <p:cTn id="337" presetID="17" presetClass="entr" presetSubtype="4" fill="hold" grpId="0" nodeType="clickEffect">
                                  <p:stCondLst>
                                    <p:cond delay="0"/>
                                  </p:stCondLst>
                                  <p:childTnLst>
                                    <p:set>
                                      <p:cBhvr>
                                        <p:cTn id="338" dur="1" fill="hold">
                                          <p:stCondLst>
                                            <p:cond delay="0"/>
                                          </p:stCondLst>
                                        </p:cTn>
                                        <p:tgtEl>
                                          <p:spTgt spid="14393"/>
                                        </p:tgtEl>
                                        <p:attrNameLst>
                                          <p:attrName>style.visibility</p:attrName>
                                        </p:attrNameLst>
                                      </p:cBhvr>
                                      <p:to>
                                        <p:strVal val="visible"/>
                                      </p:to>
                                    </p:set>
                                    <p:anim calcmode="lin" valueType="num">
                                      <p:cBhvr>
                                        <p:cTn id="339" dur="500" fill="hold"/>
                                        <p:tgtEl>
                                          <p:spTgt spid="14393"/>
                                        </p:tgtEl>
                                        <p:attrNameLst>
                                          <p:attrName>ppt_x</p:attrName>
                                        </p:attrNameLst>
                                      </p:cBhvr>
                                      <p:tavLst>
                                        <p:tav tm="0">
                                          <p:val>
                                            <p:strVal val="#ppt_x"/>
                                          </p:val>
                                        </p:tav>
                                        <p:tav tm="100000">
                                          <p:val>
                                            <p:strVal val="#ppt_x"/>
                                          </p:val>
                                        </p:tav>
                                      </p:tavLst>
                                    </p:anim>
                                    <p:anim calcmode="lin" valueType="num">
                                      <p:cBhvr>
                                        <p:cTn id="340" dur="500" fill="hold"/>
                                        <p:tgtEl>
                                          <p:spTgt spid="14393"/>
                                        </p:tgtEl>
                                        <p:attrNameLst>
                                          <p:attrName>ppt_y</p:attrName>
                                        </p:attrNameLst>
                                      </p:cBhvr>
                                      <p:tavLst>
                                        <p:tav tm="0">
                                          <p:val>
                                            <p:strVal val="#ppt_y+#ppt_h/2"/>
                                          </p:val>
                                        </p:tav>
                                        <p:tav tm="100000">
                                          <p:val>
                                            <p:strVal val="#ppt_y"/>
                                          </p:val>
                                        </p:tav>
                                      </p:tavLst>
                                    </p:anim>
                                    <p:anim calcmode="lin" valueType="num">
                                      <p:cBhvr>
                                        <p:cTn id="341" dur="500" fill="hold"/>
                                        <p:tgtEl>
                                          <p:spTgt spid="14393"/>
                                        </p:tgtEl>
                                        <p:attrNameLst>
                                          <p:attrName>ppt_w</p:attrName>
                                        </p:attrNameLst>
                                      </p:cBhvr>
                                      <p:tavLst>
                                        <p:tav tm="0">
                                          <p:val>
                                            <p:strVal val="#ppt_w"/>
                                          </p:val>
                                        </p:tav>
                                        <p:tav tm="100000">
                                          <p:val>
                                            <p:strVal val="#ppt_w"/>
                                          </p:val>
                                        </p:tav>
                                      </p:tavLst>
                                    </p:anim>
                                    <p:anim calcmode="lin" valueType="num">
                                      <p:cBhvr>
                                        <p:cTn id="342" dur="500" fill="hold"/>
                                        <p:tgtEl>
                                          <p:spTgt spid="14393"/>
                                        </p:tgtEl>
                                        <p:attrNameLst>
                                          <p:attrName>ppt_h</p:attrName>
                                        </p:attrNameLst>
                                      </p:cBhvr>
                                      <p:tavLst>
                                        <p:tav tm="0">
                                          <p:val>
                                            <p:fltVal val="0"/>
                                          </p:val>
                                        </p:tav>
                                        <p:tav tm="100000">
                                          <p:val>
                                            <p:strVal val="#ppt_h"/>
                                          </p:val>
                                        </p:tav>
                                      </p:tavLst>
                                    </p:anim>
                                  </p:childTnLst>
                                </p:cTn>
                              </p:par>
                            </p:childTnLst>
                          </p:cTn>
                        </p:par>
                      </p:childTnLst>
                    </p:cTn>
                  </p:par>
                  <p:par>
                    <p:cTn id="343" fill="hold" nodeType="clickPar">
                      <p:stCondLst>
                        <p:cond delay="indefinite"/>
                      </p:stCondLst>
                      <p:childTnLst>
                        <p:par>
                          <p:cTn id="344" fill="hold" nodeType="withGroup">
                            <p:stCondLst>
                              <p:cond delay="0"/>
                            </p:stCondLst>
                            <p:childTnLst>
                              <p:par>
                                <p:cTn id="345" presetID="17" presetClass="entr" presetSubtype="4" fill="hold" grpId="0" nodeType="clickEffect">
                                  <p:stCondLst>
                                    <p:cond delay="0"/>
                                  </p:stCondLst>
                                  <p:childTnLst>
                                    <p:set>
                                      <p:cBhvr>
                                        <p:cTn id="346" dur="1" fill="hold">
                                          <p:stCondLst>
                                            <p:cond delay="0"/>
                                          </p:stCondLst>
                                        </p:cTn>
                                        <p:tgtEl>
                                          <p:spTgt spid="14394"/>
                                        </p:tgtEl>
                                        <p:attrNameLst>
                                          <p:attrName>style.visibility</p:attrName>
                                        </p:attrNameLst>
                                      </p:cBhvr>
                                      <p:to>
                                        <p:strVal val="visible"/>
                                      </p:to>
                                    </p:set>
                                    <p:anim calcmode="lin" valueType="num">
                                      <p:cBhvr>
                                        <p:cTn id="347" dur="500" fill="hold"/>
                                        <p:tgtEl>
                                          <p:spTgt spid="14394"/>
                                        </p:tgtEl>
                                        <p:attrNameLst>
                                          <p:attrName>ppt_x</p:attrName>
                                        </p:attrNameLst>
                                      </p:cBhvr>
                                      <p:tavLst>
                                        <p:tav tm="0">
                                          <p:val>
                                            <p:strVal val="#ppt_x"/>
                                          </p:val>
                                        </p:tav>
                                        <p:tav tm="100000">
                                          <p:val>
                                            <p:strVal val="#ppt_x"/>
                                          </p:val>
                                        </p:tav>
                                      </p:tavLst>
                                    </p:anim>
                                    <p:anim calcmode="lin" valueType="num">
                                      <p:cBhvr>
                                        <p:cTn id="348" dur="500" fill="hold"/>
                                        <p:tgtEl>
                                          <p:spTgt spid="14394"/>
                                        </p:tgtEl>
                                        <p:attrNameLst>
                                          <p:attrName>ppt_y</p:attrName>
                                        </p:attrNameLst>
                                      </p:cBhvr>
                                      <p:tavLst>
                                        <p:tav tm="0">
                                          <p:val>
                                            <p:strVal val="#ppt_y+#ppt_h/2"/>
                                          </p:val>
                                        </p:tav>
                                        <p:tav tm="100000">
                                          <p:val>
                                            <p:strVal val="#ppt_y"/>
                                          </p:val>
                                        </p:tav>
                                      </p:tavLst>
                                    </p:anim>
                                    <p:anim calcmode="lin" valueType="num">
                                      <p:cBhvr>
                                        <p:cTn id="349" dur="500" fill="hold"/>
                                        <p:tgtEl>
                                          <p:spTgt spid="14394"/>
                                        </p:tgtEl>
                                        <p:attrNameLst>
                                          <p:attrName>ppt_w</p:attrName>
                                        </p:attrNameLst>
                                      </p:cBhvr>
                                      <p:tavLst>
                                        <p:tav tm="0">
                                          <p:val>
                                            <p:strVal val="#ppt_w"/>
                                          </p:val>
                                        </p:tav>
                                        <p:tav tm="100000">
                                          <p:val>
                                            <p:strVal val="#ppt_w"/>
                                          </p:val>
                                        </p:tav>
                                      </p:tavLst>
                                    </p:anim>
                                    <p:anim calcmode="lin" valueType="num">
                                      <p:cBhvr>
                                        <p:cTn id="350" dur="500" fill="hold"/>
                                        <p:tgtEl>
                                          <p:spTgt spid="14394"/>
                                        </p:tgtEl>
                                        <p:attrNameLst>
                                          <p:attrName>ppt_h</p:attrName>
                                        </p:attrNameLst>
                                      </p:cBhvr>
                                      <p:tavLst>
                                        <p:tav tm="0">
                                          <p:val>
                                            <p:fltVal val="0"/>
                                          </p:val>
                                        </p:tav>
                                        <p:tav tm="100000">
                                          <p:val>
                                            <p:strVal val="#ppt_h"/>
                                          </p:val>
                                        </p:tav>
                                      </p:tavLst>
                                    </p:anim>
                                  </p:childTnLst>
                                </p:cTn>
                              </p:par>
                            </p:childTnLst>
                          </p:cTn>
                        </p:par>
                      </p:childTnLst>
                    </p:cTn>
                  </p:par>
                  <p:par>
                    <p:cTn id="351" fill="hold" nodeType="clickPar">
                      <p:stCondLst>
                        <p:cond delay="indefinite"/>
                      </p:stCondLst>
                      <p:childTnLst>
                        <p:par>
                          <p:cTn id="352" fill="hold" nodeType="withGroup">
                            <p:stCondLst>
                              <p:cond delay="0"/>
                            </p:stCondLst>
                            <p:childTnLst>
                              <p:par>
                                <p:cTn id="353" presetID="17" presetClass="entr" presetSubtype="4" fill="hold" grpId="0" nodeType="clickEffect">
                                  <p:stCondLst>
                                    <p:cond delay="0"/>
                                  </p:stCondLst>
                                  <p:childTnLst>
                                    <p:set>
                                      <p:cBhvr>
                                        <p:cTn id="354" dur="1" fill="hold">
                                          <p:stCondLst>
                                            <p:cond delay="0"/>
                                          </p:stCondLst>
                                        </p:cTn>
                                        <p:tgtEl>
                                          <p:spTgt spid="14395"/>
                                        </p:tgtEl>
                                        <p:attrNameLst>
                                          <p:attrName>style.visibility</p:attrName>
                                        </p:attrNameLst>
                                      </p:cBhvr>
                                      <p:to>
                                        <p:strVal val="visible"/>
                                      </p:to>
                                    </p:set>
                                    <p:anim calcmode="lin" valueType="num">
                                      <p:cBhvr>
                                        <p:cTn id="355" dur="500" fill="hold"/>
                                        <p:tgtEl>
                                          <p:spTgt spid="14395"/>
                                        </p:tgtEl>
                                        <p:attrNameLst>
                                          <p:attrName>ppt_x</p:attrName>
                                        </p:attrNameLst>
                                      </p:cBhvr>
                                      <p:tavLst>
                                        <p:tav tm="0">
                                          <p:val>
                                            <p:strVal val="#ppt_x"/>
                                          </p:val>
                                        </p:tav>
                                        <p:tav tm="100000">
                                          <p:val>
                                            <p:strVal val="#ppt_x"/>
                                          </p:val>
                                        </p:tav>
                                      </p:tavLst>
                                    </p:anim>
                                    <p:anim calcmode="lin" valueType="num">
                                      <p:cBhvr>
                                        <p:cTn id="356" dur="500" fill="hold"/>
                                        <p:tgtEl>
                                          <p:spTgt spid="14395"/>
                                        </p:tgtEl>
                                        <p:attrNameLst>
                                          <p:attrName>ppt_y</p:attrName>
                                        </p:attrNameLst>
                                      </p:cBhvr>
                                      <p:tavLst>
                                        <p:tav tm="0">
                                          <p:val>
                                            <p:strVal val="#ppt_y+#ppt_h/2"/>
                                          </p:val>
                                        </p:tav>
                                        <p:tav tm="100000">
                                          <p:val>
                                            <p:strVal val="#ppt_y"/>
                                          </p:val>
                                        </p:tav>
                                      </p:tavLst>
                                    </p:anim>
                                    <p:anim calcmode="lin" valueType="num">
                                      <p:cBhvr>
                                        <p:cTn id="357" dur="500" fill="hold"/>
                                        <p:tgtEl>
                                          <p:spTgt spid="14395"/>
                                        </p:tgtEl>
                                        <p:attrNameLst>
                                          <p:attrName>ppt_w</p:attrName>
                                        </p:attrNameLst>
                                      </p:cBhvr>
                                      <p:tavLst>
                                        <p:tav tm="0">
                                          <p:val>
                                            <p:strVal val="#ppt_w"/>
                                          </p:val>
                                        </p:tav>
                                        <p:tav tm="100000">
                                          <p:val>
                                            <p:strVal val="#ppt_w"/>
                                          </p:val>
                                        </p:tav>
                                      </p:tavLst>
                                    </p:anim>
                                    <p:anim calcmode="lin" valueType="num">
                                      <p:cBhvr>
                                        <p:cTn id="358" dur="500" fill="hold"/>
                                        <p:tgtEl>
                                          <p:spTgt spid="14395"/>
                                        </p:tgtEl>
                                        <p:attrNameLst>
                                          <p:attrName>ppt_h</p:attrName>
                                        </p:attrNameLst>
                                      </p:cBhvr>
                                      <p:tavLst>
                                        <p:tav tm="0">
                                          <p:val>
                                            <p:fltVal val="0"/>
                                          </p:val>
                                        </p:tav>
                                        <p:tav tm="100000">
                                          <p:val>
                                            <p:strVal val="#ppt_h"/>
                                          </p:val>
                                        </p:tav>
                                      </p:tavLst>
                                    </p:anim>
                                  </p:childTnLst>
                                </p:cTn>
                              </p:par>
                            </p:childTnLst>
                          </p:cTn>
                        </p:par>
                      </p:childTnLst>
                    </p:cTn>
                  </p:par>
                  <p:par>
                    <p:cTn id="359" fill="hold" nodeType="clickPar">
                      <p:stCondLst>
                        <p:cond delay="indefinite"/>
                      </p:stCondLst>
                      <p:childTnLst>
                        <p:par>
                          <p:cTn id="360" fill="hold" nodeType="withGroup">
                            <p:stCondLst>
                              <p:cond delay="0"/>
                            </p:stCondLst>
                            <p:childTnLst>
                              <p:par>
                                <p:cTn id="361" presetID="2" presetClass="entr" presetSubtype="8" fill="hold" grpId="0" nodeType="clickEffect">
                                  <p:stCondLst>
                                    <p:cond delay="0"/>
                                  </p:stCondLst>
                                  <p:childTnLst>
                                    <p:set>
                                      <p:cBhvr>
                                        <p:cTn id="362" dur="1" fill="hold">
                                          <p:stCondLst>
                                            <p:cond delay="0"/>
                                          </p:stCondLst>
                                        </p:cTn>
                                        <p:tgtEl>
                                          <p:spTgt spid="14402"/>
                                        </p:tgtEl>
                                        <p:attrNameLst>
                                          <p:attrName>style.visibility</p:attrName>
                                        </p:attrNameLst>
                                      </p:cBhvr>
                                      <p:to>
                                        <p:strVal val="visible"/>
                                      </p:to>
                                    </p:set>
                                    <p:anim calcmode="lin" valueType="num">
                                      <p:cBhvr additive="base">
                                        <p:cTn id="363" dur="500" fill="hold"/>
                                        <p:tgtEl>
                                          <p:spTgt spid="14402"/>
                                        </p:tgtEl>
                                        <p:attrNameLst>
                                          <p:attrName>ppt_x</p:attrName>
                                        </p:attrNameLst>
                                      </p:cBhvr>
                                      <p:tavLst>
                                        <p:tav tm="0">
                                          <p:val>
                                            <p:strVal val="0-#ppt_w/2"/>
                                          </p:val>
                                        </p:tav>
                                        <p:tav tm="100000">
                                          <p:val>
                                            <p:strVal val="#ppt_x"/>
                                          </p:val>
                                        </p:tav>
                                      </p:tavLst>
                                    </p:anim>
                                    <p:anim calcmode="lin" valueType="num">
                                      <p:cBhvr additive="base">
                                        <p:cTn id="364" dur="500" fill="hold"/>
                                        <p:tgtEl>
                                          <p:spTgt spid="14402"/>
                                        </p:tgtEl>
                                        <p:attrNameLst>
                                          <p:attrName>ppt_y</p:attrName>
                                        </p:attrNameLst>
                                      </p:cBhvr>
                                      <p:tavLst>
                                        <p:tav tm="0">
                                          <p:val>
                                            <p:strVal val="#ppt_y"/>
                                          </p:val>
                                        </p:tav>
                                        <p:tav tm="100000">
                                          <p:val>
                                            <p:strVal val="#ppt_y"/>
                                          </p:val>
                                        </p:tav>
                                      </p:tavLst>
                                    </p:anim>
                                  </p:childTnLst>
                                </p:cTn>
                              </p:par>
                            </p:childTnLst>
                          </p:cTn>
                        </p:par>
                      </p:childTnLst>
                    </p:cTn>
                  </p:par>
                  <p:par>
                    <p:cTn id="365" fill="hold" nodeType="clickPar">
                      <p:stCondLst>
                        <p:cond delay="indefinite"/>
                      </p:stCondLst>
                      <p:childTnLst>
                        <p:par>
                          <p:cTn id="366" fill="hold" nodeType="withGroup">
                            <p:stCondLst>
                              <p:cond delay="0"/>
                            </p:stCondLst>
                            <p:childTnLst>
                              <p:par>
                                <p:cTn id="367" presetID="17" presetClass="entr" presetSubtype="8" fill="hold" grpId="0" nodeType="clickEffect">
                                  <p:stCondLst>
                                    <p:cond delay="0"/>
                                  </p:stCondLst>
                                  <p:childTnLst>
                                    <p:set>
                                      <p:cBhvr>
                                        <p:cTn id="368" dur="1" fill="hold">
                                          <p:stCondLst>
                                            <p:cond delay="0"/>
                                          </p:stCondLst>
                                        </p:cTn>
                                        <p:tgtEl>
                                          <p:spTgt spid="14396"/>
                                        </p:tgtEl>
                                        <p:attrNameLst>
                                          <p:attrName>style.visibility</p:attrName>
                                        </p:attrNameLst>
                                      </p:cBhvr>
                                      <p:to>
                                        <p:strVal val="visible"/>
                                      </p:to>
                                    </p:set>
                                    <p:anim calcmode="lin" valueType="num">
                                      <p:cBhvr>
                                        <p:cTn id="369" dur="500" fill="hold"/>
                                        <p:tgtEl>
                                          <p:spTgt spid="14396"/>
                                        </p:tgtEl>
                                        <p:attrNameLst>
                                          <p:attrName>ppt_x</p:attrName>
                                        </p:attrNameLst>
                                      </p:cBhvr>
                                      <p:tavLst>
                                        <p:tav tm="0">
                                          <p:val>
                                            <p:strVal val="#ppt_x-#ppt_w/2"/>
                                          </p:val>
                                        </p:tav>
                                        <p:tav tm="100000">
                                          <p:val>
                                            <p:strVal val="#ppt_x"/>
                                          </p:val>
                                        </p:tav>
                                      </p:tavLst>
                                    </p:anim>
                                    <p:anim calcmode="lin" valueType="num">
                                      <p:cBhvr>
                                        <p:cTn id="370" dur="500" fill="hold"/>
                                        <p:tgtEl>
                                          <p:spTgt spid="14396"/>
                                        </p:tgtEl>
                                        <p:attrNameLst>
                                          <p:attrName>ppt_y</p:attrName>
                                        </p:attrNameLst>
                                      </p:cBhvr>
                                      <p:tavLst>
                                        <p:tav tm="0">
                                          <p:val>
                                            <p:strVal val="#ppt_y"/>
                                          </p:val>
                                        </p:tav>
                                        <p:tav tm="100000">
                                          <p:val>
                                            <p:strVal val="#ppt_y"/>
                                          </p:val>
                                        </p:tav>
                                      </p:tavLst>
                                    </p:anim>
                                    <p:anim calcmode="lin" valueType="num">
                                      <p:cBhvr>
                                        <p:cTn id="371" dur="500" fill="hold"/>
                                        <p:tgtEl>
                                          <p:spTgt spid="14396"/>
                                        </p:tgtEl>
                                        <p:attrNameLst>
                                          <p:attrName>ppt_w</p:attrName>
                                        </p:attrNameLst>
                                      </p:cBhvr>
                                      <p:tavLst>
                                        <p:tav tm="0">
                                          <p:val>
                                            <p:fltVal val="0"/>
                                          </p:val>
                                        </p:tav>
                                        <p:tav tm="100000">
                                          <p:val>
                                            <p:strVal val="#ppt_w"/>
                                          </p:val>
                                        </p:tav>
                                      </p:tavLst>
                                    </p:anim>
                                    <p:anim calcmode="lin" valueType="num">
                                      <p:cBhvr>
                                        <p:cTn id="372" dur="500" fill="hold"/>
                                        <p:tgtEl>
                                          <p:spTgt spid="14396"/>
                                        </p:tgtEl>
                                        <p:attrNameLst>
                                          <p:attrName>ppt_h</p:attrName>
                                        </p:attrNameLst>
                                      </p:cBhvr>
                                      <p:tavLst>
                                        <p:tav tm="0">
                                          <p:val>
                                            <p:strVal val="#ppt_h"/>
                                          </p:val>
                                        </p:tav>
                                        <p:tav tm="100000">
                                          <p:val>
                                            <p:strVal val="#ppt_h"/>
                                          </p:val>
                                        </p:tav>
                                      </p:tavLst>
                                    </p:anim>
                                  </p:childTnLst>
                                </p:cTn>
                              </p:par>
                            </p:childTnLst>
                          </p:cTn>
                        </p:par>
                      </p:childTnLst>
                    </p:cTn>
                  </p:par>
                  <p:par>
                    <p:cTn id="373" fill="hold" nodeType="clickPar">
                      <p:stCondLst>
                        <p:cond delay="indefinite"/>
                      </p:stCondLst>
                      <p:childTnLst>
                        <p:par>
                          <p:cTn id="374" fill="hold" nodeType="withGroup">
                            <p:stCondLst>
                              <p:cond delay="0"/>
                            </p:stCondLst>
                            <p:childTnLst>
                              <p:par>
                                <p:cTn id="375" presetID="2" presetClass="entr" presetSubtype="8" fill="hold" grpId="0" nodeType="clickEffect">
                                  <p:stCondLst>
                                    <p:cond delay="0"/>
                                  </p:stCondLst>
                                  <p:childTnLst>
                                    <p:set>
                                      <p:cBhvr>
                                        <p:cTn id="376" dur="1" fill="hold">
                                          <p:stCondLst>
                                            <p:cond delay="0"/>
                                          </p:stCondLst>
                                        </p:cTn>
                                        <p:tgtEl>
                                          <p:spTgt spid="14397"/>
                                        </p:tgtEl>
                                        <p:attrNameLst>
                                          <p:attrName>style.visibility</p:attrName>
                                        </p:attrNameLst>
                                      </p:cBhvr>
                                      <p:to>
                                        <p:strVal val="visible"/>
                                      </p:to>
                                    </p:set>
                                    <p:anim calcmode="lin" valueType="num">
                                      <p:cBhvr additive="base">
                                        <p:cTn id="377" dur="500" fill="hold"/>
                                        <p:tgtEl>
                                          <p:spTgt spid="14397"/>
                                        </p:tgtEl>
                                        <p:attrNameLst>
                                          <p:attrName>ppt_x</p:attrName>
                                        </p:attrNameLst>
                                      </p:cBhvr>
                                      <p:tavLst>
                                        <p:tav tm="0">
                                          <p:val>
                                            <p:strVal val="0-#ppt_w/2"/>
                                          </p:val>
                                        </p:tav>
                                        <p:tav tm="100000">
                                          <p:val>
                                            <p:strVal val="#ppt_x"/>
                                          </p:val>
                                        </p:tav>
                                      </p:tavLst>
                                    </p:anim>
                                    <p:anim calcmode="lin" valueType="num">
                                      <p:cBhvr additive="base">
                                        <p:cTn id="378" dur="500" fill="hold"/>
                                        <p:tgtEl>
                                          <p:spTgt spid="14397"/>
                                        </p:tgtEl>
                                        <p:attrNameLst>
                                          <p:attrName>ppt_y</p:attrName>
                                        </p:attrNameLst>
                                      </p:cBhvr>
                                      <p:tavLst>
                                        <p:tav tm="0">
                                          <p:val>
                                            <p:strVal val="#ppt_y"/>
                                          </p:val>
                                        </p:tav>
                                        <p:tav tm="100000">
                                          <p:val>
                                            <p:strVal val="#ppt_y"/>
                                          </p:val>
                                        </p:tav>
                                      </p:tavLst>
                                    </p:anim>
                                  </p:childTnLst>
                                </p:cTn>
                              </p:par>
                            </p:childTnLst>
                          </p:cTn>
                        </p:par>
                      </p:childTnLst>
                    </p:cTn>
                  </p:par>
                  <p:par>
                    <p:cTn id="379" fill="hold" nodeType="clickPar">
                      <p:stCondLst>
                        <p:cond delay="indefinite"/>
                      </p:stCondLst>
                      <p:childTnLst>
                        <p:par>
                          <p:cTn id="380" fill="hold" nodeType="withGroup">
                            <p:stCondLst>
                              <p:cond delay="0"/>
                            </p:stCondLst>
                            <p:childTnLst>
                              <p:par>
                                <p:cTn id="381" presetID="2" presetClass="entr" presetSubtype="8" fill="hold" grpId="0" nodeType="clickEffect">
                                  <p:stCondLst>
                                    <p:cond delay="0"/>
                                  </p:stCondLst>
                                  <p:childTnLst>
                                    <p:set>
                                      <p:cBhvr>
                                        <p:cTn id="382" dur="1" fill="hold">
                                          <p:stCondLst>
                                            <p:cond delay="0"/>
                                          </p:stCondLst>
                                        </p:cTn>
                                        <p:tgtEl>
                                          <p:spTgt spid="14398"/>
                                        </p:tgtEl>
                                        <p:attrNameLst>
                                          <p:attrName>style.visibility</p:attrName>
                                        </p:attrNameLst>
                                      </p:cBhvr>
                                      <p:to>
                                        <p:strVal val="visible"/>
                                      </p:to>
                                    </p:set>
                                    <p:anim calcmode="lin" valueType="num">
                                      <p:cBhvr additive="base">
                                        <p:cTn id="383" dur="500" fill="hold"/>
                                        <p:tgtEl>
                                          <p:spTgt spid="14398"/>
                                        </p:tgtEl>
                                        <p:attrNameLst>
                                          <p:attrName>ppt_x</p:attrName>
                                        </p:attrNameLst>
                                      </p:cBhvr>
                                      <p:tavLst>
                                        <p:tav tm="0">
                                          <p:val>
                                            <p:strVal val="0-#ppt_w/2"/>
                                          </p:val>
                                        </p:tav>
                                        <p:tav tm="100000">
                                          <p:val>
                                            <p:strVal val="#ppt_x"/>
                                          </p:val>
                                        </p:tav>
                                      </p:tavLst>
                                    </p:anim>
                                    <p:anim calcmode="lin" valueType="num">
                                      <p:cBhvr additive="base">
                                        <p:cTn id="384" dur="500" fill="hold"/>
                                        <p:tgtEl>
                                          <p:spTgt spid="14398"/>
                                        </p:tgtEl>
                                        <p:attrNameLst>
                                          <p:attrName>ppt_y</p:attrName>
                                        </p:attrNameLst>
                                      </p:cBhvr>
                                      <p:tavLst>
                                        <p:tav tm="0">
                                          <p:val>
                                            <p:strVal val="#ppt_y"/>
                                          </p:val>
                                        </p:tav>
                                        <p:tav tm="100000">
                                          <p:val>
                                            <p:strVal val="#ppt_y"/>
                                          </p:val>
                                        </p:tav>
                                      </p:tavLst>
                                    </p:anim>
                                  </p:childTnLst>
                                </p:cTn>
                              </p:par>
                            </p:childTnLst>
                          </p:cTn>
                        </p:par>
                      </p:childTnLst>
                    </p:cTn>
                  </p:par>
                  <p:par>
                    <p:cTn id="385" fill="hold" nodeType="clickPar">
                      <p:stCondLst>
                        <p:cond delay="indefinite"/>
                      </p:stCondLst>
                      <p:childTnLst>
                        <p:par>
                          <p:cTn id="386" fill="hold" nodeType="withGroup">
                            <p:stCondLst>
                              <p:cond delay="0"/>
                            </p:stCondLst>
                            <p:childTnLst>
                              <p:par>
                                <p:cTn id="387" presetID="2" presetClass="entr" presetSubtype="8" fill="hold" grpId="0" nodeType="clickEffect">
                                  <p:stCondLst>
                                    <p:cond delay="0"/>
                                  </p:stCondLst>
                                  <p:childTnLst>
                                    <p:set>
                                      <p:cBhvr>
                                        <p:cTn id="388" dur="1" fill="hold">
                                          <p:stCondLst>
                                            <p:cond delay="0"/>
                                          </p:stCondLst>
                                        </p:cTn>
                                        <p:tgtEl>
                                          <p:spTgt spid="14399"/>
                                        </p:tgtEl>
                                        <p:attrNameLst>
                                          <p:attrName>style.visibility</p:attrName>
                                        </p:attrNameLst>
                                      </p:cBhvr>
                                      <p:to>
                                        <p:strVal val="visible"/>
                                      </p:to>
                                    </p:set>
                                    <p:anim calcmode="lin" valueType="num">
                                      <p:cBhvr additive="base">
                                        <p:cTn id="389" dur="500" fill="hold"/>
                                        <p:tgtEl>
                                          <p:spTgt spid="14399"/>
                                        </p:tgtEl>
                                        <p:attrNameLst>
                                          <p:attrName>ppt_x</p:attrName>
                                        </p:attrNameLst>
                                      </p:cBhvr>
                                      <p:tavLst>
                                        <p:tav tm="0">
                                          <p:val>
                                            <p:strVal val="0-#ppt_w/2"/>
                                          </p:val>
                                        </p:tav>
                                        <p:tav tm="100000">
                                          <p:val>
                                            <p:strVal val="#ppt_x"/>
                                          </p:val>
                                        </p:tav>
                                      </p:tavLst>
                                    </p:anim>
                                    <p:anim calcmode="lin" valueType="num">
                                      <p:cBhvr additive="base">
                                        <p:cTn id="390" dur="500" fill="hold"/>
                                        <p:tgtEl>
                                          <p:spTgt spid="14399"/>
                                        </p:tgtEl>
                                        <p:attrNameLst>
                                          <p:attrName>ppt_y</p:attrName>
                                        </p:attrNameLst>
                                      </p:cBhvr>
                                      <p:tavLst>
                                        <p:tav tm="0">
                                          <p:val>
                                            <p:strVal val="#ppt_y"/>
                                          </p:val>
                                        </p:tav>
                                        <p:tav tm="100000">
                                          <p:val>
                                            <p:strVal val="#ppt_y"/>
                                          </p:val>
                                        </p:tav>
                                      </p:tavLst>
                                    </p:anim>
                                  </p:childTnLst>
                                </p:cTn>
                              </p:par>
                            </p:childTnLst>
                          </p:cTn>
                        </p:par>
                      </p:childTnLst>
                    </p:cTn>
                  </p:par>
                  <p:par>
                    <p:cTn id="391" fill="hold" nodeType="clickPar">
                      <p:stCondLst>
                        <p:cond delay="indefinite"/>
                      </p:stCondLst>
                      <p:childTnLst>
                        <p:par>
                          <p:cTn id="392" fill="hold" nodeType="withGroup">
                            <p:stCondLst>
                              <p:cond delay="0"/>
                            </p:stCondLst>
                            <p:childTnLst>
                              <p:par>
                                <p:cTn id="393" presetID="2" presetClass="entr" presetSubtype="8" fill="hold" grpId="0" nodeType="clickEffect">
                                  <p:stCondLst>
                                    <p:cond delay="0"/>
                                  </p:stCondLst>
                                  <p:childTnLst>
                                    <p:set>
                                      <p:cBhvr>
                                        <p:cTn id="394" dur="1" fill="hold">
                                          <p:stCondLst>
                                            <p:cond delay="0"/>
                                          </p:stCondLst>
                                        </p:cTn>
                                        <p:tgtEl>
                                          <p:spTgt spid="14401"/>
                                        </p:tgtEl>
                                        <p:attrNameLst>
                                          <p:attrName>style.visibility</p:attrName>
                                        </p:attrNameLst>
                                      </p:cBhvr>
                                      <p:to>
                                        <p:strVal val="visible"/>
                                      </p:to>
                                    </p:set>
                                    <p:anim calcmode="lin" valueType="num">
                                      <p:cBhvr additive="base">
                                        <p:cTn id="395" dur="500" fill="hold"/>
                                        <p:tgtEl>
                                          <p:spTgt spid="14401"/>
                                        </p:tgtEl>
                                        <p:attrNameLst>
                                          <p:attrName>ppt_x</p:attrName>
                                        </p:attrNameLst>
                                      </p:cBhvr>
                                      <p:tavLst>
                                        <p:tav tm="0">
                                          <p:val>
                                            <p:strVal val="0-#ppt_w/2"/>
                                          </p:val>
                                        </p:tav>
                                        <p:tav tm="100000">
                                          <p:val>
                                            <p:strVal val="#ppt_x"/>
                                          </p:val>
                                        </p:tav>
                                      </p:tavLst>
                                    </p:anim>
                                    <p:anim calcmode="lin" valueType="num">
                                      <p:cBhvr additive="base">
                                        <p:cTn id="396" dur="500" fill="hold"/>
                                        <p:tgtEl>
                                          <p:spTgt spid="14401"/>
                                        </p:tgtEl>
                                        <p:attrNameLst>
                                          <p:attrName>ppt_y</p:attrName>
                                        </p:attrNameLst>
                                      </p:cBhvr>
                                      <p:tavLst>
                                        <p:tav tm="0">
                                          <p:val>
                                            <p:strVal val="#ppt_y"/>
                                          </p:val>
                                        </p:tav>
                                        <p:tav tm="100000">
                                          <p:val>
                                            <p:strVal val="#ppt_y"/>
                                          </p:val>
                                        </p:tav>
                                      </p:tavLst>
                                    </p:anim>
                                  </p:childTnLst>
                                </p:cTn>
                              </p:par>
                            </p:childTnLst>
                          </p:cTn>
                        </p:par>
                      </p:childTnLst>
                    </p:cTn>
                  </p:par>
                  <p:par>
                    <p:cTn id="397" fill="hold" nodeType="clickPar">
                      <p:stCondLst>
                        <p:cond delay="indefinite"/>
                      </p:stCondLst>
                      <p:childTnLst>
                        <p:par>
                          <p:cTn id="398" fill="hold" nodeType="withGroup">
                            <p:stCondLst>
                              <p:cond delay="0"/>
                            </p:stCondLst>
                            <p:childTnLst>
                              <p:par>
                                <p:cTn id="399" presetID="2" presetClass="entr" presetSubtype="8" fill="hold" grpId="0" nodeType="clickEffect">
                                  <p:stCondLst>
                                    <p:cond delay="0"/>
                                  </p:stCondLst>
                                  <p:childTnLst>
                                    <p:set>
                                      <p:cBhvr>
                                        <p:cTn id="400" dur="1" fill="hold">
                                          <p:stCondLst>
                                            <p:cond delay="0"/>
                                          </p:stCondLst>
                                        </p:cTn>
                                        <p:tgtEl>
                                          <p:spTgt spid="14400"/>
                                        </p:tgtEl>
                                        <p:attrNameLst>
                                          <p:attrName>style.visibility</p:attrName>
                                        </p:attrNameLst>
                                      </p:cBhvr>
                                      <p:to>
                                        <p:strVal val="visible"/>
                                      </p:to>
                                    </p:set>
                                    <p:anim calcmode="lin" valueType="num">
                                      <p:cBhvr additive="base">
                                        <p:cTn id="401" dur="500" fill="hold"/>
                                        <p:tgtEl>
                                          <p:spTgt spid="14400"/>
                                        </p:tgtEl>
                                        <p:attrNameLst>
                                          <p:attrName>ppt_x</p:attrName>
                                        </p:attrNameLst>
                                      </p:cBhvr>
                                      <p:tavLst>
                                        <p:tav tm="0">
                                          <p:val>
                                            <p:strVal val="0-#ppt_w/2"/>
                                          </p:val>
                                        </p:tav>
                                        <p:tav tm="100000">
                                          <p:val>
                                            <p:strVal val="#ppt_x"/>
                                          </p:val>
                                        </p:tav>
                                      </p:tavLst>
                                    </p:anim>
                                    <p:anim calcmode="lin" valueType="num">
                                      <p:cBhvr additive="base">
                                        <p:cTn id="402" dur="500" fill="hold"/>
                                        <p:tgtEl>
                                          <p:spTgt spid="14400"/>
                                        </p:tgtEl>
                                        <p:attrNameLst>
                                          <p:attrName>ppt_y</p:attrName>
                                        </p:attrNameLst>
                                      </p:cBhvr>
                                      <p:tavLst>
                                        <p:tav tm="0">
                                          <p:val>
                                            <p:strVal val="#ppt_y"/>
                                          </p:val>
                                        </p:tav>
                                        <p:tav tm="100000">
                                          <p:val>
                                            <p:strVal val="#ppt_y"/>
                                          </p:val>
                                        </p:tav>
                                      </p:tavLst>
                                    </p:anim>
                                  </p:childTnLst>
                                </p:cTn>
                              </p:par>
                            </p:childTnLst>
                          </p:cTn>
                        </p:par>
                      </p:childTnLst>
                    </p:cTn>
                  </p:par>
                  <p:par>
                    <p:cTn id="403" fill="hold" nodeType="clickPar">
                      <p:stCondLst>
                        <p:cond delay="indefinite"/>
                      </p:stCondLst>
                      <p:childTnLst>
                        <p:par>
                          <p:cTn id="404" fill="hold" nodeType="withGroup">
                            <p:stCondLst>
                              <p:cond delay="0"/>
                            </p:stCondLst>
                            <p:childTnLst>
                              <p:par>
                                <p:cTn id="405" presetID="2" presetClass="entr" presetSubtype="1" fill="hold" grpId="0" nodeType="clickEffect">
                                  <p:stCondLst>
                                    <p:cond delay="0"/>
                                  </p:stCondLst>
                                  <p:childTnLst>
                                    <p:set>
                                      <p:cBhvr>
                                        <p:cTn id="406" dur="1" fill="hold">
                                          <p:stCondLst>
                                            <p:cond delay="0"/>
                                          </p:stCondLst>
                                        </p:cTn>
                                        <p:tgtEl>
                                          <p:spTgt spid="14408"/>
                                        </p:tgtEl>
                                        <p:attrNameLst>
                                          <p:attrName>style.visibility</p:attrName>
                                        </p:attrNameLst>
                                      </p:cBhvr>
                                      <p:to>
                                        <p:strVal val="visible"/>
                                      </p:to>
                                    </p:set>
                                    <p:anim calcmode="lin" valueType="num">
                                      <p:cBhvr additive="base">
                                        <p:cTn id="407" dur="500" fill="hold"/>
                                        <p:tgtEl>
                                          <p:spTgt spid="14408"/>
                                        </p:tgtEl>
                                        <p:attrNameLst>
                                          <p:attrName>ppt_x</p:attrName>
                                        </p:attrNameLst>
                                      </p:cBhvr>
                                      <p:tavLst>
                                        <p:tav tm="0">
                                          <p:val>
                                            <p:strVal val="#ppt_x"/>
                                          </p:val>
                                        </p:tav>
                                        <p:tav tm="100000">
                                          <p:val>
                                            <p:strVal val="#ppt_x"/>
                                          </p:val>
                                        </p:tav>
                                      </p:tavLst>
                                    </p:anim>
                                    <p:anim calcmode="lin" valueType="num">
                                      <p:cBhvr additive="base">
                                        <p:cTn id="408" dur="500" fill="hold"/>
                                        <p:tgtEl>
                                          <p:spTgt spid="14408"/>
                                        </p:tgtEl>
                                        <p:attrNameLst>
                                          <p:attrName>ppt_y</p:attrName>
                                        </p:attrNameLst>
                                      </p:cBhvr>
                                      <p:tavLst>
                                        <p:tav tm="0">
                                          <p:val>
                                            <p:strVal val="0-#ppt_h/2"/>
                                          </p:val>
                                        </p:tav>
                                        <p:tav tm="100000">
                                          <p:val>
                                            <p:strVal val="#ppt_y"/>
                                          </p:val>
                                        </p:tav>
                                      </p:tavLst>
                                    </p:anim>
                                  </p:childTnLst>
                                </p:cTn>
                              </p:par>
                            </p:childTnLst>
                          </p:cTn>
                        </p:par>
                      </p:childTnLst>
                    </p:cTn>
                  </p:par>
                  <p:par>
                    <p:cTn id="409" fill="hold" nodeType="clickPar">
                      <p:stCondLst>
                        <p:cond delay="indefinite"/>
                      </p:stCondLst>
                      <p:childTnLst>
                        <p:par>
                          <p:cTn id="410" fill="hold" nodeType="withGroup">
                            <p:stCondLst>
                              <p:cond delay="0"/>
                            </p:stCondLst>
                            <p:childTnLst>
                              <p:par>
                                <p:cTn id="411" presetID="2" presetClass="entr" presetSubtype="1" fill="hold" grpId="0" nodeType="clickEffect">
                                  <p:stCondLst>
                                    <p:cond delay="0"/>
                                  </p:stCondLst>
                                  <p:childTnLst>
                                    <p:set>
                                      <p:cBhvr>
                                        <p:cTn id="412" dur="1" fill="hold">
                                          <p:stCondLst>
                                            <p:cond delay="0"/>
                                          </p:stCondLst>
                                        </p:cTn>
                                        <p:tgtEl>
                                          <p:spTgt spid="14409"/>
                                        </p:tgtEl>
                                        <p:attrNameLst>
                                          <p:attrName>style.visibility</p:attrName>
                                        </p:attrNameLst>
                                      </p:cBhvr>
                                      <p:to>
                                        <p:strVal val="visible"/>
                                      </p:to>
                                    </p:set>
                                    <p:anim calcmode="lin" valueType="num">
                                      <p:cBhvr additive="base">
                                        <p:cTn id="413" dur="500" fill="hold"/>
                                        <p:tgtEl>
                                          <p:spTgt spid="14409"/>
                                        </p:tgtEl>
                                        <p:attrNameLst>
                                          <p:attrName>ppt_x</p:attrName>
                                        </p:attrNameLst>
                                      </p:cBhvr>
                                      <p:tavLst>
                                        <p:tav tm="0">
                                          <p:val>
                                            <p:strVal val="#ppt_x"/>
                                          </p:val>
                                        </p:tav>
                                        <p:tav tm="100000">
                                          <p:val>
                                            <p:strVal val="#ppt_x"/>
                                          </p:val>
                                        </p:tav>
                                      </p:tavLst>
                                    </p:anim>
                                    <p:anim calcmode="lin" valueType="num">
                                      <p:cBhvr additive="base">
                                        <p:cTn id="414" dur="500" fill="hold"/>
                                        <p:tgtEl>
                                          <p:spTgt spid="14409"/>
                                        </p:tgtEl>
                                        <p:attrNameLst>
                                          <p:attrName>ppt_y</p:attrName>
                                        </p:attrNameLst>
                                      </p:cBhvr>
                                      <p:tavLst>
                                        <p:tav tm="0">
                                          <p:val>
                                            <p:strVal val="0-#ppt_h/2"/>
                                          </p:val>
                                        </p:tav>
                                        <p:tav tm="100000">
                                          <p:val>
                                            <p:strVal val="#ppt_y"/>
                                          </p:val>
                                        </p:tav>
                                      </p:tavLst>
                                    </p:anim>
                                  </p:childTnLst>
                                </p:cTn>
                              </p:par>
                            </p:childTnLst>
                          </p:cTn>
                        </p:par>
                      </p:childTnLst>
                    </p:cTn>
                  </p:par>
                  <p:par>
                    <p:cTn id="415" fill="hold" nodeType="clickPar">
                      <p:stCondLst>
                        <p:cond delay="indefinite"/>
                      </p:stCondLst>
                      <p:childTnLst>
                        <p:par>
                          <p:cTn id="416" fill="hold" nodeType="withGroup">
                            <p:stCondLst>
                              <p:cond delay="0"/>
                            </p:stCondLst>
                            <p:childTnLst>
                              <p:par>
                                <p:cTn id="417" presetID="2" presetClass="entr" presetSubtype="1" fill="hold" grpId="0" nodeType="clickEffect">
                                  <p:stCondLst>
                                    <p:cond delay="0"/>
                                  </p:stCondLst>
                                  <p:childTnLst>
                                    <p:set>
                                      <p:cBhvr>
                                        <p:cTn id="418" dur="1" fill="hold">
                                          <p:stCondLst>
                                            <p:cond delay="0"/>
                                          </p:stCondLst>
                                        </p:cTn>
                                        <p:tgtEl>
                                          <p:spTgt spid="14410"/>
                                        </p:tgtEl>
                                        <p:attrNameLst>
                                          <p:attrName>style.visibility</p:attrName>
                                        </p:attrNameLst>
                                      </p:cBhvr>
                                      <p:to>
                                        <p:strVal val="visible"/>
                                      </p:to>
                                    </p:set>
                                    <p:anim calcmode="lin" valueType="num">
                                      <p:cBhvr additive="base">
                                        <p:cTn id="419" dur="500" fill="hold"/>
                                        <p:tgtEl>
                                          <p:spTgt spid="14410"/>
                                        </p:tgtEl>
                                        <p:attrNameLst>
                                          <p:attrName>ppt_x</p:attrName>
                                        </p:attrNameLst>
                                      </p:cBhvr>
                                      <p:tavLst>
                                        <p:tav tm="0">
                                          <p:val>
                                            <p:strVal val="#ppt_x"/>
                                          </p:val>
                                        </p:tav>
                                        <p:tav tm="100000">
                                          <p:val>
                                            <p:strVal val="#ppt_x"/>
                                          </p:val>
                                        </p:tav>
                                      </p:tavLst>
                                    </p:anim>
                                    <p:anim calcmode="lin" valueType="num">
                                      <p:cBhvr additive="base">
                                        <p:cTn id="420" dur="500" fill="hold"/>
                                        <p:tgtEl>
                                          <p:spTgt spid="14410"/>
                                        </p:tgtEl>
                                        <p:attrNameLst>
                                          <p:attrName>ppt_y</p:attrName>
                                        </p:attrNameLst>
                                      </p:cBhvr>
                                      <p:tavLst>
                                        <p:tav tm="0">
                                          <p:val>
                                            <p:strVal val="0-#ppt_h/2"/>
                                          </p:val>
                                        </p:tav>
                                        <p:tav tm="100000">
                                          <p:val>
                                            <p:strVal val="#ppt_y"/>
                                          </p:val>
                                        </p:tav>
                                      </p:tavLst>
                                    </p:anim>
                                  </p:childTnLst>
                                </p:cTn>
                              </p:par>
                            </p:childTnLst>
                          </p:cTn>
                        </p:par>
                      </p:childTnLst>
                    </p:cTn>
                  </p:par>
                  <p:par>
                    <p:cTn id="421" fill="hold" nodeType="clickPar">
                      <p:stCondLst>
                        <p:cond delay="indefinite"/>
                      </p:stCondLst>
                      <p:childTnLst>
                        <p:par>
                          <p:cTn id="422" fill="hold" nodeType="withGroup">
                            <p:stCondLst>
                              <p:cond delay="0"/>
                            </p:stCondLst>
                            <p:childTnLst>
                              <p:par>
                                <p:cTn id="423" presetID="2" presetClass="entr" presetSubtype="1" fill="hold" grpId="0" nodeType="clickEffect">
                                  <p:stCondLst>
                                    <p:cond delay="0"/>
                                  </p:stCondLst>
                                  <p:childTnLst>
                                    <p:set>
                                      <p:cBhvr>
                                        <p:cTn id="424" dur="1" fill="hold">
                                          <p:stCondLst>
                                            <p:cond delay="0"/>
                                          </p:stCondLst>
                                        </p:cTn>
                                        <p:tgtEl>
                                          <p:spTgt spid="14411"/>
                                        </p:tgtEl>
                                        <p:attrNameLst>
                                          <p:attrName>style.visibility</p:attrName>
                                        </p:attrNameLst>
                                      </p:cBhvr>
                                      <p:to>
                                        <p:strVal val="visible"/>
                                      </p:to>
                                    </p:set>
                                    <p:anim calcmode="lin" valueType="num">
                                      <p:cBhvr additive="base">
                                        <p:cTn id="425" dur="500" fill="hold"/>
                                        <p:tgtEl>
                                          <p:spTgt spid="14411"/>
                                        </p:tgtEl>
                                        <p:attrNameLst>
                                          <p:attrName>ppt_x</p:attrName>
                                        </p:attrNameLst>
                                      </p:cBhvr>
                                      <p:tavLst>
                                        <p:tav tm="0">
                                          <p:val>
                                            <p:strVal val="#ppt_x"/>
                                          </p:val>
                                        </p:tav>
                                        <p:tav tm="100000">
                                          <p:val>
                                            <p:strVal val="#ppt_x"/>
                                          </p:val>
                                        </p:tav>
                                      </p:tavLst>
                                    </p:anim>
                                    <p:anim calcmode="lin" valueType="num">
                                      <p:cBhvr additive="base">
                                        <p:cTn id="426" dur="500" fill="hold"/>
                                        <p:tgtEl>
                                          <p:spTgt spid="14411"/>
                                        </p:tgtEl>
                                        <p:attrNameLst>
                                          <p:attrName>ppt_y</p:attrName>
                                        </p:attrNameLst>
                                      </p:cBhvr>
                                      <p:tavLst>
                                        <p:tav tm="0">
                                          <p:val>
                                            <p:strVal val="0-#ppt_h/2"/>
                                          </p:val>
                                        </p:tav>
                                        <p:tav tm="100000">
                                          <p:val>
                                            <p:strVal val="#ppt_y"/>
                                          </p:val>
                                        </p:tav>
                                      </p:tavLst>
                                    </p:anim>
                                  </p:childTnLst>
                                </p:cTn>
                              </p:par>
                            </p:childTnLst>
                          </p:cTn>
                        </p:par>
                      </p:childTnLst>
                    </p:cTn>
                  </p:par>
                  <p:par>
                    <p:cTn id="427" fill="hold" nodeType="clickPar">
                      <p:stCondLst>
                        <p:cond delay="indefinite"/>
                      </p:stCondLst>
                      <p:childTnLst>
                        <p:par>
                          <p:cTn id="428" fill="hold" nodeType="withGroup">
                            <p:stCondLst>
                              <p:cond delay="0"/>
                            </p:stCondLst>
                            <p:childTnLst>
                              <p:par>
                                <p:cTn id="429" presetID="2" presetClass="entr" presetSubtype="1" fill="hold" grpId="0" nodeType="clickEffect">
                                  <p:stCondLst>
                                    <p:cond delay="0"/>
                                  </p:stCondLst>
                                  <p:childTnLst>
                                    <p:set>
                                      <p:cBhvr>
                                        <p:cTn id="430" dur="1" fill="hold">
                                          <p:stCondLst>
                                            <p:cond delay="0"/>
                                          </p:stCondLst>
                                        </p:cTn>
                                        <p:tgtEl>
                                          <p:spTgt spid="14412"/>
                                        </p:tgtEl>
                                        <p:attrNameLst>
                                          <p:attrName>style.visibility</p:attrName>
                                        </p:attrNameLst>
                                      </p:cBhvr>
                                      <p:to>
                                        <p:strVal val="visible"/>
                                      </p:to>
                                    </p:set>
                                    <p:anim calcmode="lin" valueType="num">
                                      <p:cBhvr additive="base">
                                        <p:cTn id="431" dur="500" fill="hold"/>
                                        <p:tgtEl>
                                          <p:spTgt spid="14412"/>
                                        </p:tgtEl>
                                        <p:attrNameLst>
                                          <p:attrName>ppt_x</p:attrName>
                                        </p:attrNameLst>
                                      </p:cBhvr>
                                      <p:tavLst>
                                        <p:tav tm="0">
                                          <p:val>
                                            <p:strVal val="#ppt_x"/>
                                          </p:val>
                                        </p:tav>
                                        <p:tav tm="100000">
                                          <p:val>
                                            <p:strVal val="#ppt_x"/>
                                          </p:val>
                                        </p:tav>
                                      </p:tavLst>
                                    </p:anim>
                                    <p:anim calcmode="lin" valueType="num">
                                      <p:cBhvr additive="base">
                                        <p:cTn id="432" dur="500" fill="hold"/>
                                        <p:tgtEl>
                                          <p:spTgt spid="14412"/>
                                        </p:tgtEl>
                                        <p:attrNameLst>
                                          <p:attrName>ppt_y</p:attrName>
                                        </p:attrNameLst>
                                      </p:cBhvr>
                                      <p:tavLst>
                                        <p:tav tm="0">
                                          <p:val>
                                            <p:strVal val="0-#ppt_h/2"/>
                                          </p:val>
                                        </p:tav>
                                        <p:tav tm="100000">
                                          <p:val>
                                            <p:strVal val="#ppt_y"/>
                                          </p:val>
                                        </p:tav>
                                      </p:tavLst>
                                    </p:anim>
                                  </p:childTnLst>
                                </p:cTn>
                              </p:par>
                            </p:childTnLst>
                          </p:cTn>
                        </p:par>
                      </p:childTnLst>
                    </p:cTn>
                  </p:par>
                  <p:par>
                    <p:cTn id="433" fill="hold" nodeType="clickPar">
                      <p:stCondLst>
                        <p:cond delay="indefinite"/>
                      </p:stCondLst>
                      <p:childTnLst>
                        <p:par>
                          <p:cTn id="434" fill="hold" nodeType="withGroup">
                            <p:stCondLst>
                              <p:cond delay="0"/>
                            </p:stCondLst>
                            <p:childTnLst>
                              <p:par>
                                <p:cTn id="435" presetID="18" presetClass="entr" presetSubtype="9" fill="hold" grpId="0" nodeType="clickEffect">
                                  <p:stCondLst>
                                    <p:cond delay="0"/>
                                  </p:stCondLst>
                                  <p:childTnLst>
                                    <p:set>
                                      <p:cBhvr>
                                        <p:cTn id="436" dur="1" fill="hold">
                                          <p:stCondLst>
                                            <p:cond delay="0"/>
                                          </p:stCondLst>
                                        </p:cTn>
                                        <p:tgtEl>
                                          <p:spTgt spid="14403"/>
                                        </p:tgtEl>
                                        <p:attrNameLst>
                                          <p:attrName>style.visibility</p:attrName>
                                        </p:attrNameLst>
                                      </p:cBhvr>
                                      <p:to>
                                        <p:strVal val="visible"/>
                                      </p:to>
                                    </p:set>
                                    <p:animEffect transition="in" filter="strips(upLeft)">
                                      <p:cBhvr>
                                        <p:cTn id="437" dur="500"/>
                                        <p:tgtEl>
                                          <p:spTgt spid="14403"/>
                                        </p:tgtEl>
                                      </p:cBhvr>
                                    </p:animEffect>
                                  </p:childTnLst>
                                </p:cTn>
                              </p:par>
                            </p:childTnLst>
                          </p:cTn>
                        </p:par>
                      </p:childTnLst>
                    </p:cTn>
                  </p:par>
                  <p:par>
                    <p:cTn id="438" fill="hold" nodeType="clickPar">
                      <p:stCondLst>
                        <p:cond delay="indefinite"/>
                      </p:stCondLst>
                      <p:childTnLst>
                        <p:par>
                          <p:cTn id="439" fill="hold" nodeType="withGroup">
                            <p:stCondLst>
                              <p:cond delay="0"/>
                            </p:stCondLst>
                            <p:childTnLst>
                              <p:par>
                                <p:cTn id="440" presetID="17" presetClass="entr" presetSubtype="2" fill="hold" grpId="0" nodeType="clickEffect">
                                  <p:stCondLst>
                                    <p:cond delay="0"/>
                                  </p:stCondLst>
                                  <p:childTnLst>
                                    <p:set>
                                      <p:cBhvr>
                                        <p:cTn id="441" dur="1" fill="hold">
                                          <p:stCondLst>
                                            <p:cond delay="0"/>
                                          </p:stCondLst>
                                        </p:cTn>
                                        <p:tgtEl>
                                          <p:spTgt spid="14405"/>
                                        </p:tgtEl>
                                        <p:attrNameLst>
                                          <p:attrName>style.visibility</p:attrName>
                                        </p:attrNameLst>
                                      </p:cBhvr>
                                      <p:to>
                                        <p:strVal val="visible"/>
                                      </p:to>
                                    </p:set>
                                    <p:anim calcmode="lin" valueType="num">
                                      <p:cBhvr>
                                        <p:cTn id="442" dur="500" fill="hold"/>
                                        <p:tgtEl>
                                          <p:spTgt spid="14405"/>
                                        </p:tgtEl>
                                        <p:attrNameLst>
                                          <p:attrName>ppt_x</p:attrName>
                                        </p:attrNameLst>
                                      </p:cBhvr>
                                      <p:tavLst>
                                        <p:tav tm="0">
                                          <p:val>
                                            <p:strVal val="#ppt_x+#ppt_w/2"/>
                                          </p:val>
                                        </p:tav>
                                        <p:tav tm="100000">
                                          <p:val>
                                            <p:strVal val="#ppt_x"/>
                                          </p:val>
                                        </p:tav>
                                      </p:tavLst>
                                    </p:anim>
                                    <p:anim calcmode="lin" valueType="num">
                                      <p:cBhvr>
                                        <p:cTn id="443" dur="500" fill="hold"/>
                                        <p:tgtEl>
                                          <p:spTgt spid="14405"/>
                                        </p:tgtEl>
                                        <p:attrNameLst>
                                          <p:attrName>ppt_y</p:attrName>
                                        </p:attrNameLst>
                                      </p:cBhvr>
                                      <p:tavLst>
                                        <p:tav tm="0">
                                          <p:val>
                                            <p:strVal val="#ppt_y"/>
                                          </p:val>
                                        </p:tav>
                                        <p:tav tm="100000">
                                          <p:val>
                                            <p:strVal val="#ppt_y"/>
                                          </p:val>
                                        </p:tav>
                                      </p:tavLst>
                                    </p:anim>
                                    <p:anim calcmode="lin" valueType="num">
                                      <p:cBhvr>
                                        <p:cTn id="444" dur="500" fill="hold"/>
                                        <p:tgtEl>
                                          <p:spTgt spid="14405"/>
                                        </p:tgtEl>
                                        <p:attrNameLst>
                                          <p:attrName>ppt_w</p:attrName>
                                        </p:attrNameLst>
                                      </p:cBhvr>
                                      <p:tavLst>
                                        <p:tav tm="0">
                                          <p:val>
                                            <p:fltVal val="0"/>
                                          </p:val>
                                        </p:tav>
                                        <p:tav tm="100000">
                                          <p:val>
                                            <p:strVal val="#ppt_w"/>
                                          </p:val>
                                        </p:tav>
                                      </p:tavLst>
                                    </p:anim>
                                    <p:anim calcmode="lin" valueType="num">
                                      <p:cBhvr>
                                        <p:cTn id="445" dur="500" fill="hold"/>
                                        <p:tgtEl>
                                          <p:spTgt spid="14405"/>
                                        </p:tgtEl>
                                        <p:attrNameLst>
                                          <p:attrName>ppt_h</p:attrName>
                                        </p:attrNameLst>
                                      </p:cBhvr>
                                      <p:tavLst>
                                        <p:tav tm="0">
                                          <p:val>
                                            <p:strVal val="#ppt_h"/>
                                          </p:val>
                                        </p:tav>
                                        <p:tav tm="100000">
                                          <p:val>
                                            <p:strVal val="#ppt_h"/>
                                          </p:val>
                                        </p:tav>
                                      </p:tavLst>
                                    </p:anim>
                                  </p:childTnLst>
                                </p:cTn>
                              </p:par>
                            </p:childTnLst>
                          </p:cTn>
                        </p:par>
                      </p:childTnLst>
                    </p:cTn>
                  </p:par>
                  <p:par>
                    <p:cTn id="446" fill="hold" nodeType="clickPar">
                      <p:stCondLst>
                        <p:cond delay="indefinite"/>
                      </p:stCondLst>
                      <p:childTnLst>
                        <p:par>
                          <p:cTn id="447" fill="hold" nodeType="withGroup">
                            <p:stCondLst>
                              <p:cond delay="0"/>
                            </p:stCondLst>
                            <p:childTnLst>
                              <p:par>
                                <p:cTn id="448" presetID="18" presetClass="entr" presetSubtype="12" fill="hold" grpId="0" nodeType="clickEffect">
                                  <p:stCondLst>
                                    <p:cond delay="0"/>
                                  </p:stCondLst>
                                  <p:childTnLst>
                                    <p:set>
                                      <p:cBhvr>
                                        <p:cTn id="449" dur="1" fill="hold">
                                          <p:stCondLst>
                                            <p:cond delay="0"/>
                                          </p:stCondLst>
                                        </p:cTn>
                                        <p:tgtEl>
                                          <p:spTgt spid="14404"/>
                                        </p:tgtEl>
                                        <p:attrNameLst>
                                          <p:attrName>style.visibility</p:attrName>
                                        </p:attrNameLst>
                                      </p:cBhvr>
                                      <p:to>
                                        <p:strVal val="visible"/>
                                      </p:to>
                                    </p:set>
                                    <p:animEffect transition="in" filter="strips(downLeft)">
                                      <p:cBhvr>
                                        <p:cTn id="450" dur="500"/>
                                        <p:tgtEl>
                                          <p:spTgt spid="14404"/>
                                        </p:tgtEl>
                                      </p:cBhvr>
                                    </p:animEffect>
                                  </p:childTnLst>
                                </p:cTn>
                              </p:par>
                            </p:childTnLst>
                          </p:cTn>
                        </p:par>
                      </p:childTnLst>
                    </p:cTn>
                  </p:par>
                  <p:par>
                    <p:cTn id="451" fill="hold" nodeType="clickPar">
                      <p:stCondLst>
                        <p:cond delay="indefinite"/>
                      </p:stCondLst>
                      <p:childTnLst>
                        <p:par>
                          <p:cTn id="452" fill="hold" nodeType="withGroup">
                            <p:stCondLst>
                              <p:cond delay="0"/>
                            </p:stCondLst>
                            <p:childTnLst>
                              <p:par>
                                <p:cTn id="453" presetID="18" presetClass="entr" presetSubtype="12" fill="hold" grpId="0" nodeType="clickEffect">
                                  <p:stCondLst>
                                    <p:cond delay="0"/>
                                  </p:stCondLst>
                                  <p:childTnLst>
                                    <p:set>
                                      <p:cBhvr>
                                        <p:cTn id="454" dur="1" fill="hold">
                                          <p:stCondLst>
                                            <p:cond delay="0"/>
                                          </p:stCondLst>
                                        </p:cTn>
                                        <p:tgtEl>
                                          <p:spTgt spid="14406"/>
                                        </p:tgtEl>
                                        <p:attrNameLst>
                                          <p:attrName>style.visibility</p:attrName>
                                        </p:attrNameLst>
                                      </p:cBhvr>
                                      <p:to>
                                        <p:strVal val="visible"/>
                                      </p:to>
                                    </p:set>
                                    <p:animEffect transition="in" filter="strips(downLeft)">
                                      <p:cBhvr>
                                        <p:cTn id="455" dur="500"/>
                                        <p:tgtEl>
                                          <p:spTgt spid="14406"/>
                                        </p:tgtEl>
                                      </p:cBhvr>
                                    </p:animEffect>
                                  </p:childTnLst>
                                </p:cTn>
                              </p:par>
                            </p:childTnLst>
                          </p:cTn>
                        </p:par>
                      </p:childTnLst>
                    </p:cTn>
                  </p:par>
                  <p:par>
                    <p:cTn id="456" fill="hold" nodeType="clickPar">
                      <p:stCondLst>
                        <p:cond delay="indefinite"/>
                      </p:stCondLst>
                      <p:childTnLst>
                        <p:par>
                          <p:cTn id="457" fill="hold" nodeType="withGroup">
                            <p:stCondLst>
                              <p:cond delay="0"/>
                            </p:stCondLst>
                            <p:childTnLst>
                              <p:par>
                                <p:cTn id="458" presetID="18" presetClass="entr" presetSubtype="6" fill="hold" grpId="0" nodeType="clickEffect">
                                  <p:stCondLst>
                                    <p:cond delay="0"/>
                                  </p:stCondLst>
                                  <p:childTnLst>
                                    <p:set>
                                      <p:cBhvr>
                                        <p:cTn id="459" dur="1" fill="hold">
                                          <p:stCondLst>
                                            <p:cond delay="0"/>
                                          </p:stCondLst>
                                        </p:cTn>
                                        <p:tgtEl>
                                          <p:spTgt spid="14407"/>
                                        </p:tgtEl>
                                        <p:attrNameLst>
                                          <p:attrName>style.visibility</p:attrName>
                                        </p:attrNameLst>
                                      </p:cBhvr>
                                      <p:to>
                                        <p:strVal val="visible"/>
                                      </p:to>
                                    </p:set>
                                    <p:animEffect transition="in" filter="strips(downRight)">
                                      <p:cBhvr>
                                        <p:cTn id="460" dur="500"/>
                                        <p:tgtEl>
                                          <p:spTgt spid="14407"/>
                                        </p:tgtEl>
                                      </p:cBhvr>
                                    </p:animEffect>
                                  </p:childTnLst>
                                </p:cTn>
                              </p:par>
                            </p:childTnLst>
                          </p:cTn>
                        </p:par>
                      </p:childTnLst>
                    </p:cTn>
                  </p:par>
                  <p:par>
                    <p:cTn id="461" fill="hold" nodeType="clickPar">
                      <p:stCondLst>
                        <p:cond delay="indefinite"/>
                      </p:stCondLst>
                      <p:childTnLst>
                        <p:par>
                          <p:cTn id="462" fill="hold" nodeType="withGroup">
                            <p:stCondLst>
                              <p:cond delay="0"/>
                            </p:stCondLst>
                            <p:childTnLst>
                              <p:par>
                                <p:cTn id="463" presetID="17" presetClass="entr" presetSubtype="8" fill="hold" grpId="0" nodeType="clickEffect">
                                  <p:stCondLst>
                                    <p:cond delay="0"/>
                                  </p:stCondLst>
                                  <p:childTnLst>
                                    <p:set>
                                      <p:cBhvr>
                                        <p:cTn id="464" dur="1" fill="hold">
                                          <p:stCondLst>
                                            <p:cond delay="0"/>
                                          </p:stCondLst>
                                        </p:cTn>
                                        <p:tgtEl>
                                          <p:spTgt spid="14447"/>
                                        </p:tgtEl>
                                        <p:attrNameLst>
                                          <p:attrName>style.visibility</p:attrName>
                                        </p:attrNameLst>
                                      </p:cBhvr>
                                      <p:to>
                                        <p:strVal val="visible"/>
                                      </p:to>
                                    </p:set>
                                    <p:anim calcmode="lin" valueType="num">
                                      <p:cBhvr>
                                        <p:cTn id="465" dur="500" fill="hold"/>
                                        <p:tgtEl>
                                          <p:spTgt spid="14447"/>
                                        </p:tgtEl>
                                        <p:attrNameLst>
                                          <p:attrName>ppt_x</p:attrName>
                                        </p:attrNameLst>
                                      </p:cBhvr>
                                      <p:tavLst>
                                        <p:tav tm="0">
                                          <p:val>
                                            <p:strVal val="#ppt_x-#ppt_w/2"/>
                                          </p:val>
                                        </p:tav>
                                        <p:tav tm="100000">
                                          <p:val>
                                            <p:strVal val="#ppt_x"/>
                                          </p:val>
                                        </p:tav>
                                      </p:tavLst>
                                    </p:anim>
                                    <p:anim calcmode="lin" valueType="num">
                                      <p:cBhvr>
                                        <p:cTn id="466" dur="500" fill="hold"/>
                                        <p:tgtEl>
                                          <p:spTgt spid="14447"/>
                                        </p:tgtEl>
                                        <p:attrNameLst>
                                          <p:attrName>ppt_y</p:attrName>
                                        </p:attrNameLst>
                                      </p:cBhvr>
                                      <p:tavLst>
                                        <p:tav tm="0">
                                          <p:val>
                                            <p:strVal val="#ppt_y"/>
                                          </p:val>
                                        </p:tav>
                                        <p:tav tm="100000">
                                          <p:val>
                                            <p:strVal val="#ppt_y"/>
                                          </p:val>
                                        </p:tav>
                                      </p:tavLst>
                                    </p:anim>
                                    <p:anim calcmode="lin" valueType="num">
                                      <p:cBhvr>
                                        <p:cTn id="467" dur="500" fill="hold"/>
                                        <p:tgtEl>
                                          <p:spTgt spid="14447"/>
                                        </p:tgtEl>
                                        <p:attrNameLst>
                                          <p:attrName>ppt_w</p:attrName>
                                        </p:attrNameLst>
                                      </p:cBhvr>
                                      <p:tavLst>
                                        <p:tav tm="0">
                                          <p:val>
                                            <p:fltVal val="0"/>
                                          </p:val>
                                        </p:tav>
                                        <p:tav tm="100000">
                                          <p:val>
                                            <p:strVal val="#ppt_w"/>
                                          </p:val>
                                        </p:tav>
                                      </p:tavLst>
                                    </p:anim>
                                    <p:anim calcmode="lin" valueType="num">
                                      <p:cBhvr>
                                        <p:cTn id="468" dur="500" fill="hold"/>
                                        <p:tgtEl>
                                          <p:spTgt spid="14447"/>
                                        </p:tgtEl>
                                        <p:attrNameLst>
                                          <p:attrName>ppt_h</p:attrName>
                                        </p:attrNameLst>
                                      </p:cBhvr>
                                      <p:tavLst>
                                        <p:tav tm="0">
                                          <p:val>
                                            <p:strVal val="#ppt_h"/>
                                          </p:val>
                                        </p:tav>
                                        <p:tav tm="100000">
                                          <p:val>
                                            <p:strVal val="#ppt_h"/>
                                          </p:val>
                                        </p:tav>
                                      </p:tavLst>
                                    </p:anim>
                                  </p:childTnLst>
                                </p:cTn>
                              </p:par>
                            </p:childTnLst>
                          </p:cTn>
                        </p:par>
                      </p:childTnLst>
                    </p:cTn>
                  </p:par>
                  <p:par>
                    <p:cTn id="469" fill="hold" nodeType="clickPar">
                      <p:stCondLst>
                        <p:cond delay="indefinite"/>
                      </p:stCondLst>
                      <p:childTnLst>
                        <p:par>
                          <p:cTn id="470" fill="hold" nodeType="withGroup">
                            <p:stCondLst>
                              <p:cond delay="0"/>
                            </p:stCondLst>
                            <p:childTnLst>
                              <p:par>
                                <p:cTn id="471" presetID="18" presetClass="entr" presetSubtype="6" fill="hold" nodeType="clickEffect">
                                  <p:stCondLst>
                                    <p:cond delay="0"/>
                                  </p:stCondLst>
                                  <p:childTnLst>
                                    <p:set>
                                      <p:cBhvr>
                                        <p:cTn id="472" dur="1" fill="hold">
                                          <p:stCondLst>
                                            <p:cond delay="0"/>
                                          </p:stCondLst>
                                        </p:cTn>
                                        <p:tgtEl>
                                          <p:spTgt spid="14431"/>
                                        </p:tgtEl>
                                        <p:attrNameLst>
                                          <p:attrName>style.visibility</p:attrName>
                                        </p:attrNameLst>
                                      </p:cBhvr>
                                      <p:to>
                                        <p:strVal val="visible"/>
                                      </p:to>
                                    </p:set>
                                    <p:animEffect transition="in" filter="strips(downRight)">
                                      <p:cBhvr>
                                        <p:cTn id="473" dur="500"/>
                                        <p:tgtEl>
                                          <p:spTgt spid="14431"/>
                                        </p:tgtEl>
                                      </p:cBhvr>
                                    </p:animEffect>
                                  </p:childTnLst>
                                </p:cTn>
                              </p:par>
                            </p:childTnLst>
                          </p:cTn>
                        </p:par>
                      </p:childTnLst>
                    </p:cTn>
                  </p:par>
                  <p:par>
                    <p:cTn id="474" fill="hold" nodeType="clickPar">
                      <p:stCondLst>
                        <p:cond delay="indefinite"/>
                      </p:stCondLst>
                      <p:childTnLst>
                        <p:par>
                          <p:cTn id="475" fill="hold" nodeType="withGroup">
                            <p:stCondLst>
                              <p:cond delay="0"/>
                            </p:stCondLst>
                            <p:childTnLst>
                              <p:par>
                                <p:cTn id="476" presetID="17" presetClass="entr" presetSubtype="8" fill="hold" grpId="0" nodeType="clickEffect">
                                  <p:stCondLst>
                                    <p:cond delay="0"/>
                                  </p:stCondLst>
                                  <p:childTnLst>
                                    <p:set>
                                      <p:cBhvr>
                                        <p:cTn id="477" dur="1" fill="hold">
                                          <p:stCondLst>
                                            <p:cond delay="0"/>
                                          </p:stCondLst>
                                        </p:cTn>
                                        <p:tgtEl>
                                          <p:spTgt spid="14448"/>
                                        </p:tgtEl>
                                        <p:attrNameLst>
                                          <p:attrName>style.visibility</p:attrName>
                                        </p:attrNameLst>
                                      </p:cBhvr>
                                      <p:to>
                                        <p:strVal val="visible"/>
                                      </p:to>
                                    </p:set>
                                    <p:anim calcmode="lin" valueType="num">
                                      <p:cBhvr>
                                        <p:cTn id="478" dur="500" fill="hold"/>
                                        <p:tgtEl>
                                          <p:spTgt spid="14448"/>
                                        </p:tgtEl>
                                        <p:attrNameLst>
                                          <p:attrName>ppt_x</p:attrName>
                                        </p:attrNameLst>
                                      </p:cBhvr>
                                      <p:tavLst>
                                        <p:tav tm="0">
                                          <p:val>
                                            <p:strVal val="#ppt_x-#ppt_w/2"/>
                                          </p:val>
                                        </p:tav>
                                        <p:tav tm="100000">
                                          <p:val>
                                            <p:strVal val="#ppt_x"/>
                                          </p:val>
                                        </p:tav>
                                      </p:tavLst>
                                    </p:anim>
                                    <p:anim calcmode="lin" valueType="num">
                                      <p:cBhvr>
                                        <p:cTn id="479" dur="500" fill="hold"/>
                                        <p:tgtEl>
                                          <p:spTgt spid="14448"/>
                                        </p:tgtEl>
                                        <p:attrNameLst>
                                          <p:attrName>ppt_y</p:attrName>
                                        </p:attrNameLst>
                                      </p:cBhvr>
                                      <p:tavLst>
                                        <p:tav tm="0">
                                          <p:val>
                                            <p:strVal val="#ppt_y"/>
                                          </p:val>
                                        </p:tav>
                                        <p:tav tm="100000">
                                          <p:val>
                                            <p:strVal val="#ppt_y"/>
                                          </p:val>
                                        </p:tav>
                                      </p:tavLst>
                                    </p:anim>
                                    <p:anim calcmode="lin" valueType="num">
                                      <p:cBhvr>
                                        <p:cTn id="480" dur="500" fill="hold"/>
                                        <p:tgtEl>
                                          <p:spTgt spid="14448"/>
                                        </p:tgtEl>
                                        <p:attrNameLst>
                                          <p:attrName>ppt_w</p:attrName>
                                        </p:attrNameLst>
                                      </p:cBhvr>
                                      <p:tavLst>
                                        <p:tav tm="0">
                                          <p:val>
                                            <p:fltVal val="0"/>
                                          </p:val>
                                        </p:tav>
                                        <p:tav tm="100000">
                                          <p:val>
                                            <p:strVal val="#ppt_w"/>
                                          </p:val>
                                        </p:tav>
                                      </p:tavLst>
                                    </p:anim>
                                    <p:anim calcmode="lin" valueType="num">
                                      <p:cBhvr>
                                        <p:cTn id="481" dur="500" fill="hold"/>
                                        <p:tgtEl>
                                          <p:spTgt spid="1444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nimBg="1"/>
      <p:bldP spid="14339" grpId="0" autoUpdateAnimBg="0"/>
      <p:bldP spid="14340" grpId="0" autoUpdateAnimBg="0"/>
      <p:bldP spid="14341" grpId="0" animBg="1"/>
      <p:bldP spid="14342" grpId="0" animBg="1"/>
      <p:bldP spid="14343" grpId="0" autoUpdateAnimBg="0"/>
      <p:bldP spid="14344" grpId="0" autoUpdateAnimBg="0"/>
      <p:bldP spid="14345" grpId="0" autoUpdateAnimBg="0"/>
      <p:bldP spid="14346" grpId="0" autoUpdateAnimBg="0"/>
      <p:bldP spid="14347" grpId="0" autoUpdateAnimBg="0"/>
      <p:bldP spid="14348" grpId="0" animBg="1"/>
      <p:bldP spid="14349" grpId="0" animBg="1"/>
      <p:bldP spid="14350" grpId="0" animBg="1"/>
      <p:bldP spid="14351" grpId="0" animBg="1"/>
      <p:bldP spid="14352" grpId="0" animBg="1"/>
      <p:bldP spid="14353" grpId="0" animBg="1"/>
      <p:bldP spid="14354" grpId="0" animBg="1"/>
      <p:bldP spid="14355" grpId="0" animBg="1"/>
      <p:bldP spid="14356" grpId="0" animBg="1"/>
      <p:bldP spid="14357" grpId="0" autoUpdateAnimBg="0"/>
      <p:bldP spid="14358" grpId="0" autoUpdateAnimBg="0"/>
      <p:bldP spid="14359" grpId="0" autoUpdateAnimBg="0"/>
      <p:bldP spid="14360" grpId="0" autoUpdateAnimBg="0"/>
      <p:bldP spid="14361" grpId="0" autoUpdateAnimBg="0"/>
      <p:bldP spid="14373" grpId="0" animBg="1"/>
      <p:bldP spid="14374" grpId="0" animBg="1"/>
      <p:bldP spid="14375" grpId="0" animBg="1"/>
      <p:bldP spid="14376" grpId="0" animBg="1"/>
      <p:bldP spid="14377" grpId="0" animBg="1"/>
      <p:bldP spid="14378" grpId="0" animBg="1"/>
      <p:bldP spid="14379" grpId="0" animBg="1"/>
      <p:bldP spid="14380" grpId="0" animBg="1"/>
      <p:bldP spid="14381" grpId="0" animBg="1"/>
      <p:bldP spid="14382" grpId="0" animBg="1"/>
      <p:bldP spid="14383" grpId="0" animBg="1"/>
      <p:bldP spid="14384" grpId="0" animBg="1"/>
      <p:bldP spid="14385" grpId="0" animBg="1"/>
      <p:bldP spid="14386" grpId="0" animBg="1"/>
      <p:bldP spid="14387" grpId="0" autoUpdateAnimBg="0"/>
      <p:bldP spid="14388" grpId="0" autoUpdateAnimBg="0"/>
      <p:bldP spid="14389" grpId="0" autoUpdateAnimBg="0"/>
      <p:bldP spid="14390" grpId="0" autoUpdateAnimBg="0"/>
      <p:bldP spid="14391" grpId="0" autoUpdateAnimBg="0"/>
      <p:bldP spid="14392" grpId="0" animBg="1"/>
      <p:bldP spid="14393" grpId="0" animBg="1"/>
      <p:bldP spid="14394" grpId="0" animBg="1"/>
      <p:bldP spid="14395" grpId="0" animBg="1"/>
      <p:bldP spid="14396" grpId="0" animBg="1"/>
      <p:bldP spid="14397" grpId="0" animBg="1"/>
      <p:bldP spid="14398" grpId="0" animBg="1"/>
      <p:bldP spid="14399" grpId="0" animBg="1"/>
      <p:bldP spid="14400" grpId="0" animBg="1"/>
      <p:bldP spid="14401" grpId="0" animBg="1"/>
      <p:bldP spid="14402" grpId="0" animBg="1"/>
      <p:bldP spid="14403" grpId="0" animBg="1"/>
      <p:bldP spid="14404" grpId="0" animBg="1"/>
      <p:bldP spid="14405" grpId="0" animBg="1"/>
      <p:bldP spid="14406" grpId="0" animBg="1"/>
      <p:bldP spid="14407" grpId="0" animBg="1"/>
      <p:bldP spid="14408" grpId="0" autoUpdateAnimBg="0"/>
      <p:bldP spid="14409" grpId="0" autoUpdateAnimBg="0"/>
      <p:bldP spid="14410" grpId="0" autoUpdateAnimBg="0"/>
      <p:bldP spid="14411" grpId="0" autoUpdateAnimBg="0"/>
      <p:bldP spid="14412" grpId="0" autoUpdateAnimBg="0"/>
      <p:bldP spid="14429" grpId="0" animBg="1"/>
      <p:bldP spid="14430" grpId="0" animBg="1"/>
      <p:bldP spid="14447" grpId="0" autoUpdateAnimBg="0"/>
      <p:bldP spid="14448"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txBox="1">
            <a:spLocks noChangeArrowheads="1"/>
          </p:cNvSpPr>
          <p:nvPr/>
        </p:nvSpPr>
        <p:spPr bwMode="auto">
          <a:xfrm>
            <a:off x="0" y="0"/>
            <a:ext cx="9144000" cy="923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a:t>Q Draw the projections of a pentagonal prism , base 25 mm side and axis 50 mm long, resting on one of its rectangular faces on the H.P. with the axis inclined at 45</a:t>
            </a:r>
            <a:r>
              <a:rPr lang="en-US" altLang="en-US" b="1">
                <a:cs typeface="Arial" panose="020B0604020202020204" pitchFamily="34" charset="0"/>
              </a:rPr>
              <a:t>º to the V.P.</a:t>
            </a:r>
          </a:p>
        </p:txBody>
      </p:sp>
      <p:sp>
        <p:nvSpPr>
          <p:cNvPr id="45061" name="Text Box 5"/>
          <p:cNvSpPr txBox="1">
            <a:spLocks noChangeArrowheads="1"/>
          </p:cNvSpPr>
          <p:nvPr/>
        </p:nvSpPr>
        <p:spPr bwMode="auto">
          <a:xfrm>
            <a:off x="0" y="922264"/>
            <a:ext cx="9144000" cy="923330"/>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dirty="0"/>
              <a:t>As the axis is to be inclined with the VP, in the first view it must be kept perpendicular to the VP i.e. true shape of the base will be drawn in the FV with one side on XY line</a:t>
            </a:r>
          </a:p>
        </p:txBody>
      </p:sp>
      <p:sp>
        <p:nvSpPr>
          <p:cNvPr id="45062" name="Line 6"/>
          <p:cNvSpPr>
            <a:spLocks noChangeShapeType="1"/>
          </p:cNvSpPr>
          <p:nvPr/>
        </p:nvSpPr>
        <p:spPr bwMode="auto">
          <a:xfrm>
            <a:off x="1409700" y="3429000"/>
            <a:ext cx="6273800" cy="0"/>
          </a:xfrm>
          <a:prstGeom prst="line">
            <a:avLst/>
          </a:prstGeom>
          <a:noFill/>
          <a:ln w="9525">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63" name="Text Box 7"/>
          <p:cNvSpPr txBox="1">
            <a:spLocks noChangeArrowheads="1"/>
          </p:cNvSpPr>
          <p:nvPr/>
        </p:nvSpPr>
        <p:spPr bwMode="auto">
          <a:xfrm>
            <a:off x="482600" y="3251200"/>
            <a:ext cx="3937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t>X</a:t>
            </a:r>
          </a:p>
        </p:txBody>
      </p:sp>
      <p:sp>
        <p:nvSpPr>
          <p:cNvPr id="45064" name="Text Box 8"/>
          <p:cNvSpPr txBox="1">
            <a:spLocks noChangeArrowheads="1"/>
          </p:cNvSpPr>
          <p:nvPr/>
        </p:nvSpPr>
        <p:spPr bwMode="auto">
          <a:xfrm>
            <a:off x="7848600" y="3251200"/>
            <a:ext cx="3937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t>Y</a:t>
            </a:r>
          </a:p>
        </p:txBody>
      </p:sp>
      <p:sp>
        <p:nvSpPr>
          <p:cNvPr id="45065" name="AutoShape 9"/>
          <p:cNvSpPr>
            <a:spLocks noChangeArrowheads="1"/>
          </p:cNvSpPr>
          <p:nvPr/>
        </p:nvSpPr>
        <p:spPr bwMode="auto">
          <a:xfrm>
            <a:off x="1841500" y="2108200"/>
            <a:ext cx="1435100" cy="1320800"/>
          </a:xfrm>
          <a:prstGeom prst="pentagon">
            <a:avLst/>
          </a:prstGeom>
          <a:solidFill>
            <a:schemeClr val="accent1">
              <a:alpha val="0"/>
            </a:schemeClr>
          </a:solidFill>
          <a:ln w="222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066" name="Text Box 10"/>
          <p:cNvSpPr txBox="1">
            <a:spLocks noChangeArrowheads="1"/>
          </p:cNvSpPr>
          <p:nvPr/>
        </p:nvSpPr>
        <p:spPr bwMode="auto">
          <a:xfrm>
            <a:off x="1143000" y="2463800"/>
            <a:ext cx="533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a’ 1’</a:t>
            </a:r>
          </a:p>
        </p:txBody>
      </p:sp>
      <p:sp>
        <p:nvSpPr>
          <p:cNvPr id="45068" name="Text Box 12"/>
          <p:cNvSpPr txBox="1">
            <a:spLocks noChangeArrowheads="1"/>
          </p:cNvSpPr>
          <p:nvPr/>
        </p:nvSpPr>
        <p:spPr bwMode="auto">
          <a:xfrm>
            <a:off x="2314575" y="1636713"/>
            <a:ext cx="533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b’ 2’</a:t>
            </a:r>
          </a:p>
        </p:txBody>
      </p:sp>
      <p:sp>
        <p:nvSpPr>
          <p:cNvPr id="45069" name="Text Box 13"/>
          <p:cNvSpPr txBox="1">
            <a:spLocks noChangeArrowheads="1"/>
          </p:cNvSpPr>
          <p:nvPr/>
        </p:nvSpPr>
        <p:spPr bwMode="auto">
          <a:xfrm>
            <a:off x="3441700" y="2463800"/>
            <a:ext cx="533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c’ 3’</a:t>
            </a:r>
          </a:p>
        </p:txBody>
      </p:sp>
      <p:sp>
        <p:nvSpPr>
          <p:cNvPr id="45070" name="Text Box 14"/>
          <p:cNvSpPr txBox="1">
            <a:spLocks noChangeArrowheads="1"/>
          </p:cNvSpPr>
          <p:nvPr/>
        </p:nvSpPr>
        <p:spPr bwMode="auto">
          <a:xfrm>
            <a:off x="2784475" y="3371850"/>
            <a:ext cx="533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d’ 4’</a:t>
            </a:r>
          </a:p>
        </p:txBody>
      </p:sp>
      <p:sp>
        <p:nvSpPr>
          <p:cNvPr id="45071" name="Text Box 15"/>
          <p:cNvSpPr txBox="1">
            <a:spLocks noChangeArrowheads="1"/>
          </p:cNvSpPr>
          <p:nvPr/>
        </p:nvSpPr>
        <p:spPr bwMode="auto">
          <a:xfrm>
            <a:off x="1881188" y="3371850"/>
            <a:ext cx="533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a:t>e’ 5’</a:t>
            </a:r>
          </a:p>
        </p:txBody>
      </p:sp>
      <p:sp>
        <p:nvSpPr>
          <p:cNvPr id="45072" name="Line 16"/>
          <p:cNvSpPr>
            <a:spLocks noChangeShapeType="1"/>
          </p:cNvSpPr>
          <p:nvPr/>
        </p:nvSpPr>
        <p:spPr bwMode="auto">
          <a:xfrm>
            <a:off x="1841500" y="2616200"/>
            <a:ext cx="0" cy="35798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73" name="Line 17"/>
          <p:cNvSpPr>
            <a:spLocks noChangeShapeType="1"/>
          </p:cNvSpPr>
          <p:nvPr/>
        </p:nvSpPr>
        <p:spPr bwMode="auto">
          <a:xfrm>
            <a:off x="2559050" y="2108200"/>
            <a:ext cx="0" cy="40878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74" name="Line 18"/>
          <p:cNvSpPr>
            <a:spLocks noChangeShapeType="1"/>
          </p:cNvSpPr>
          <p:nvPr/>
        </p:nvSpPr>
        <p:spPr bwMode="auto">
          <a:xfrm>
            <a:off x="3276600" y="2616200"/>
            <a:ext cx="0" cy="35750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75" name="Line 19"/>
          <p:cNvSpPr>
            <a:spLocks noChangeShapeType="1"/>
          </p:cNvSpPr>
          <p:nvPr/>
        </p:nvSpPr>
        <p:spPr bwMode="auto">
          <a:xfrm>
            <a:off x="2120900" y="3429000"/>
            <a:ext cx="0" cy="27622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76" name="Line 20"/>
          <p:cNvSpPr>
            <a:spLocks noChangeShapeType="1"/>
          </p:cNvSpPr>
          <p:nvPr/>
        </p:nvSpPr>
        <p:spPr bwMode="auto">
          <a:xfrm>
            <a:off x="2997200" y="3429000"/>
            <a:ext cx="0" cy="27670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77" name="Rectangle 21"/>
          <p:cNvSpPr>
            <a:spLocks noChangeArrowheads="1"/>
          </p:cNvSpPr>
          <p:nvPr/>
        </p:nvSpPr>
        <p:spPr bwMode="auto">
          <a:xfrm>
            <a:off x="1841500" y="4443413"/>
            <a:ext cx="1435100" cy="1752600"/>
          </a:xfrm>
          <a:prstGeom prst="rect">
            <a:avLst/>
          </a:prstGeom>
          <a:solidFill>
            <a:schemeClr val="accent1">
              <a:alpha val="0"/>
            </a:schemeClr>
          </a:solidFill>
          <a:ln w="222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078" name="AutoShape 22"/>
          <p:cNvSpPr>
            <a:spLocks noChangeArrowheads="1"/>
          </p:cNvSpPr>
          <p:nvPr/>
        </p:nvSpPr>
        <p:spPr bwMode="auto">
          <a:xfrm>
            <a:off x="2500313" y="1285875"/>
            <a:ext cx="176212" cy="228600"/>
          </a:xfrm>
          <a:prstGeom prst="downArrow">
            <a:avLst>
              <a:gd name="adj1" fmla="val 50000"/>
              <a:gd name="adj2" fmla="val 32433"/>
            </a:avLst>
          </a:prstGeom>
          <a:solidFill>
            <a:srgbClr val="0000FF"/>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079" name="Oval 23"/>
          <p:cNvSpPr>
            <a:spLocks noChangeArrowheads="1"/>
          </p:cNvSpPr>
          <p:nvPr/>
        </p:nvSpPr>
        <p:spPr bwMode="auto">
          <a:xfrm>
            <a:off x="2516188" y="2065338"/>
            <a:ext cx="92075" cy="92075"/>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080" name="Oval 24"/>
          <p:cNvSpPr>
            <a:spLocks noChangeArrowheads="1"/>
          </p:cNvSpPr>
          <p:nvPr/>
        </p:nvSpPr>
        <p:spPr bwMode="auto">
          <a:xfrm>
            <a:off x="2516188" y="4398963"/>
            <a:ext cx="92075" cy="92075"/>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081" name="Line 25"/>
          <p:cNvSpPr>
            <a:spLocks noChangeShapeType="1"/>
          </p:cNvSpPr>
          <p:nvPr/>
        </p:nvSpPr>
        <p:spPr bwMode="auto">
          <a:xfrm>
            <a:off x="2559050" y="4443413"/>
            <a:ext cx="0" cy="17526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82" name="Oval 26"/>
          <p:cNvSpPr>
            <a:spLocks noChangeArrowheads="1"/>
          </p:cNvSpPr>
          <p:nvPr/>
        </p:nvSpPr>
        <p:spPr bwMode="auto">
          <a:xfrm>
            <a:off x="2097088" y="3405188"/>
            <a:ext cx="92075" cy="92075"/>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083" name="Oval 27"/>
          <p:cNvSpPr>
            <a:spLocks noChangeArrowheads="1"/>
          </p:cNvSpPr>
          <p:nvPr/>
        </p:nvSpPr>
        <p:spPr bwMode="auto">
          <a:xfrm>
            <a:off x="2949575" y="3386138"/>
            <a:ext cx="92075" cy="92075"/>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084" name="Oval 28"/>
          <p:cNvSpPr>
            <a:spLocks noChangeArrowheads="1"/>
          </p:cNvSpPr>
          <p:nvPr/>
        </p:nvSpPr>
        <p:spPr bwMode="auto">
          <a:xfrm>
            <a:off x="2073275" y="4398963"/>
            <a:ext cx="92075" cy="92075"/>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085" name="Oval 29"/>
          <p:cNvSpPr>
            <a:spLocks noChangeArrowheads="1"/>
          </p:cNvSpPr>
          <p:nvPr/>
        </p:nvSpPr>
        <p:spPr bwMode="auto">
          <a:xfrm>
            <a:off x="2949575" y="4386263"/>
            <a:ext cx="92075" cy="92075"/>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086" name="Line 30"/>
          <p:cNvSpPr>
            <a:spLocks noChangeShapeType="1"/>
          </p:cNvSpPr>
          <p:nvPr/>
        </p:nvSpPr>
        <p:spPr bwMode="auto">
          <a:xfrm>
            <a:off x="2120900" y="4438650"/>
            <a:ext cx="0" cy="1752600"/>
          </a:xfrm>
          <a:prstGeom prst="line">
            <a:avLst/>
          </a:prstGeom>
          <a:noFill/>
          <a:ln w="222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87" name="Line 31"/>
          <p:cNvSpPr>
            <a:spLocks noChangeShapeType="1"/>
          </p:cNvSpPr>
          <p:nvPr/>
        </p:nvSpPr>
        <p:spPr bwMode="auto">
          <a:xfrm>
            <a:off x="2997200" y="4438650"/>
            <a:ext cx="0" cy="1757363"/>
          </a:xfrm>
          <a:prstGeom prst="line">
            <a:avLst/>
          </a:prstGeom>
          <a:noFill/>
          <a:ln w="222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89" name="Line 33"/>
          <p:cNvSpPr>
            <a:spLocks noChangeShapeType="1"/>
          </p:cNvSpPr>
          <p:nvPr/>
        </p:nvSpPr>
        <p:spPr bwMode="auto">
          <a:xfrm>
            <a:off x="2120900" y="3819525"/>
            <a:ext cx="8763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90" name="Text Box 34"/>
          <p:cNvSpPr txBox="1">
            <a:spLocks noChangeArrowheads="1"/>
          </p:cNvSpPr>
          <p:nvPr/>
        </p:nvSpPr>
        <p:spPr bwMode="auto">
          <a:xfrm>
            <a:off x="2357438" y="3546475"/>
            <a:ext cx="533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25</a:t>
            </a:r>
          </a:p>
        </p:txBody>
      </p:sp>
      <p:sp>
        <p:nvSpPr>
          <p:cNvPr id="45091" name="Line 35"/>
          <p:cNvSpPr>
            <a:spLocks noChangeShapeType="1"/>
          </p:cNvSpPr>
          <p:nvPr/>
        </p:nvSpPr>
        <p:spPr bwMode="auto">
          <a:xfrm flipH="1">
            <a:off x="1028700" y="4443413"/>
            <a:ext cx="81280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92" name="Line 36"/>
          <p:cNvSpPr>
            <a:spLocks noChangeShapeType="1"/>
          </p:cNvSpPr>
          <p:nvPr/>
        </p:nvSpPr>
        <p:spPr bwMode="auto">
          <a:xfrm flipH="1">
            <a:off x="1028700" y="6196013"/>
            <a:ext cx="81280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93" name="Line 37"/>
          <p:cNvSpPr>
            <a:spLocks noChangeShapeType="1"/>
          </p:cNvSpPr>
          <p:nvPr/>
        </p:nvSpPr>
        <p:spPr bwMode="auto">
          <a:xfrm>
            <a:off x="1143000" y="4443413"/>
            <a:ext cx="0" cy="17526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094" name="Text Box 38"/>
          <p:cNvSpPr txBox="1">
            <a:spLocks noChangeArrowheads="1"/>
          </p:cNvSpPr>
          <p:nvPr/>
        </p:nvSpPr>
        <p:spPr bwMode="auto">
          <a:xfrm rot="-5400000">
            <a:off x="781050" y="4987409"/>
            <a:ext cx="533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50</a:t>
            </a:r>
          </a:p>
        </p:txBody>
      </p:sp>
      <p:sp>
        <p:nvSpPr>
          <p:cNvPr id="45095" name="Text Box 39"/>
          <p:cNvSpPr txBox="1">
            <a:spLocks noChangeArrowheads="1"/>
          </p:cNvSpPr>
          <p:nvPr/>
        </p:nvSpPr>
        <p:spPr bwMode="auto">
          <a:xfrm>
            <a:off x="1676400" y="4081463"/>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a</a:t>
            </a:r>
          </a:p>
        </p:txBody>
      </p:sp>
      <p:sp>
        <p:nvSpPr>
          <p:cNvPr id="45096" name="Text Box 40"/>
          <p:cNvSpPr txBox="1">
            <a:spLocks noChangeArrowheads="1"/>
          </p:cNvSpPr>
          <p:nvPr/>
        </p:nvSpPr>
        <p:spPr bwMode="auto">
          <a:xfrm>
            <a:off x="2414588" y="4000500"/>
            <a:ext cx="328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b</a:t>
            </a:r>
          </a:p>
        </p:txBody>
      </p:sp>
      <p:sp>
        <p:nvSpPr>
          <p:cNvPr id="45097" name="Text Box 41"/>
          <p:cNvSpPr txBox="1">
            <a:spLocks noChangeArrowheads="1"/>
          </p:cNvSpPr>
          <p:nvPr/>
        </p:nvSpPr>
        <p:spPr bwMode="auto">
          <a:xfrm>
            <a:off x="3160713" y="4081463"/>
            <a:ext cx="328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c</a:t>
            </a:r>
          </a:p>
        </p:txBody>
      </p:sp>
      <p:sp>
        <p:nvSpPr>
          <p:cNvPr id="45098" name="Text Box 42"/>
          <p:cNvSpPr txBox="1">
            <a:spLocks noChangeArrowheads="1"/>
          </p:cNvSpPr>
          <p:nvPr/>
        </p:nvSpPr>
        <p:spPr bwMode="auto">
          <a:xfrm>
            <a:off x="2832100" y="3894138"/>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d</a:t>
            </a:r>
          </a:p>
        </p:txBody>
      </p:sp>
      <p:sp>
        <p:nvSpPr>
          <p:cNvPr id="45099" name="Text Box 43"/>
          <p:cNvSpPr txBox="1">
            <a:spLocks noChangeArrowheads="1"/>
          </p:cNvSpPr>
          <p:nvPr/>
        </p:nvSpPr>
        <p:spPr bwMode="auto">
          <a:xfrm>
            <a:off x="1931988" y="4011613"/>
            <a:ext cx="328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e</a:t>
            </a:r>
          </a:p>
        </p:txBody>
      </p:sp>
      <p:sp>
        <p:nvSpPr>
          <p:cNvPr id="45100" name="Text Box 44"/>
          <p:cNvSpPr txBox="1">
            <a:spLocks noChangeArrowheads="1"/>
          </p:cNvSpPr>
          <p:nvPr/>
        </p:nvSpPr>
        <p:spPr bwMode="auto">
          <a:xfrm>
            <a:off x="1687513" y="6196013"/>
            <a:ext cx="328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1</a:t>
            </a:r>
          </a:p>
        </p:txBody>
      </p:sp>
      <p:sp>
        <p:nvSpPr>
          <p:cNvPr id="45101" name="Text Box 45"/>
          <p:cNvSpPr txBox="1">
            <a:spLocks noChangeArrowheads="1"/>
          </p:cNvSpPr>
          <p:nvPr/>
        </p:nvSpPr>
        <p:spPr bwMode="auto">
          <a:xfrm>
            <a:off x="2393950" y="6181725"/>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2</a:t>
            </a:r>
          </a:p>
        </p:txBody>
      </p:sp>
      <p:sp>
        <p:nvSpPr>
          <p:cNvPr id="45102" name="Text Box 46"/>
          <p:cNvSpPr txBox="1">
            <a:spLocks noChangeArrowheads="1"/>
          </p:cNvSpPr>
          <p:nvPr/>
        </p:nvSpPr>
        <p:spPr bwMode="auto">
          <a:xfrm>
            <a:off x="3111500" y="6196013"/>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3</a:t>
            </a:r>
          </a:p>
        </p:txBody>
      </p:sp>
      <p:sp>
        <p:nvSpPr>
          <p:cNvPr id="45103" name="Text Box 47"/>
          <p:cNvSpPr txBox="1">
            <a:spLocks noChangeArrowheads="1"/>
          </p:cNvSpPr>
          <p:nvPr/>
        </p:nvSpPr>
        <p:spPr bwMode="auto">
          <a:xfrm>
            <a:off x="1985963" y="6180138"/>
            <a:ext cx="328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5</a:t>
            </a:r>
          </a:p>
        </p:txBody>
      </p:sp>
      <p:sp>
        <p:nvSpPr>
          <p:cNvPr id="45104" name="Text Box 48"/>
          <p:cNvSpPr txBox="1">
            <a:spLocks noChangeArrowheads="1"/>
          </p:cNvSpPr>
          <p:nvPr/>
        </p:nvSpPr>
        <p:spPr bwMode="auto">
          <a:xfrm>
            <a:off x="2808288" y="6191250"/>
            <a:ext cx="328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4</a:t>
            </a:r>
          </a:p>
        </p:txBody>
      </p:sp>
      <p:sp>
        <p:nvSpPr>
          <p:cNvPr id="45106" name="Arc 50"/>
          <p:cNvSpPr>
            <a:spLocks/>
          </p:cNvSpPr>
          <p:nvPr/>
        </p:nvSpPr>
        <p:spPr bwMode="auto">
          <a:xfrm flipV="1">
            <a:off x="3965575" y="3429000"/>
            <a:ext cx="447675" cy="401638"/>
          </a:xfrm>
          <a:custGeom>
            <a:avLst/>
            <a:gdLst>
              <a:gd name="T0" fmla="*/ 295942 w 21600"/>
              <a:gd name="T1" fmla="*/ 0 h 16207"/>
              <a:gd name="T2" fmla="*/ 447675 w 21600"/>
              <a:gd name="T3" fmla="*/ 401638 h 16207"/>
              <a:gd name="T4" fmla="*/ 0 w 21600"/>
              <a:gd name="T5" fmla="*/ 401638 h 16207"/>
              <a:gd name="T6" fmla="*/ 0 60000 65536"/>
              <a:gd name="T7" fmla="*/ 0 60000 65536"/>
              <a:gd name="T8" fmla="*/ 0 60000 65536"/>
            </a:gdLst>
            <a:ahLst/>
            <a:cxnLst>
              <a:cxn ang="T6">
                <a:pos x="T0" y="T1"/>
              </a:cxn>
              <a:cxn ang="T7">
                <a:pos x="T2" y="T3"/>
              </a:cxn>
              <a:cxn ang="T8">
                <a:pos x="T4" y="T5"/>
              </a:cxn>
            </a:cxnLst>
            <a:rect l="0" t="0" r="r" b="b"/>
            <a:pathLst>
              <a:path w="21600" h="16207" fill="none" extrusionOk="0">
                <a:moveTo>
                  <a:pt x="14279" y="-1"/>
                </a:moveTo>
                <a:cubicBezTo>
                  <a:pt x="18933" y="4100"/>
                  <a:pt x="21600" y="10004"/>
                  <a:pt x="21600" y="16207"/>
                </a:cubicBezTo>
              </a:path>
              <a:path w="21600" h="16207" stroke="0" extrusionOk="0">
                <a:moveTo>
                  <a:pt x="14279" y="-1"/>
                </a:moveTo>
                <a:cubicBezTo>
                  <a:pt x="18933" y="4100"/>
                  <a:pt x="21600" y="10004"/>
                  <a:pt x="21600" y="16207"/>
                </a:cubicBezTo>
                <a:lnTo>
                  <a:pt x="0" y="16207"/>
                </a:lnTo>
                <a:lnTo>
                  <a:pt x="14279" y="-1"/>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45107" name="Text Box 51"/>
          <p:cNvSpPr txBox="1">
            <a:spLocks noChangeArrowheads="1"/>
          </p:cNvSpPr>
          <p:nvPr/>
        </p:nvSpPr>
        <p:spPr bwMode="auto">
          <a:xfrm>
            <a:off x="4413250" y="3494088"/>
            <a:ext cx="533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45</a:t>
            </a:r>
            <a:r>
              <a:rPr lang="en-US" altLang="en-US">
                <a:cs typeface="Arial" panose="020B0604020202020204" pitchFamily="34" charset="0"/>
              </a:rPr>
              <a:t>º</a:t>
            </a:r>
          </a:p>
        </p:txBody>
      </p:sp>
      <p:grpSp>
        <p:nvGrpSpPr>
          <p:cNvPr id="45142" name="Group 86"/>
          <p:cNvGrpSpPr>
            <a:grpSpLocks/>
          </p:cNvGrpSpPr>
          <p:nvPr/>
        </p:nvGrpSpPr>
        <p:grpSpPr bwMode="auto">
          <a:xfrm rot="-2722008">
            <a:off x="5600700" y="4010025"/>
            <a:ext cx="1435100" cy="1752600"/>
            <a:chOff x="3116" y="2783"/>
            <a:chExt cx="904" cy="1104"/>
          </a:xfrm>
        </p:grpSpPr>
        <p:sp>
          <p:nvSpPr>
            <p:cNvPr id="15471" name="Rectangle 69"/>
            <p:cNvSpPr>
              <a:spLocks noChangeArrowheads="1"/>
            </p:cNvSpPr>
            <p:nvPr/>
          </p:nvSpPr>
          <p:spPr bwMode="auto">
            <a:xfrm>
              <a:off x="3116" y="2783"/>
              <a:ext cx="904" cy="1104"/>
            </a:xfrm>
            <a:prstGeom prst="rect">
              <a:avLst/>
            </a:prstGeom>
            <a:solidFill>
              <a:schemeClr val="accent1">
                <a:alpha val="0"/>
              </a:schemeClr>
            </a:solidFill>
            <a:ln w="222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5472" name="Line 71"/>
            <p:cNvSpPr>
              <a:spLocks noChangeShapeType="1"/>
            </p:cNvSpPr>
            <p:nvPr/>
          </p:nvSpPr>
          <p:spPr bwMode="auto">
            <a:xfrm>
              <a:off x="3568" y="2783"/>
              <a:ext cx="0" cy="1104"/>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5473" name="Line 74"/>
            <p:cNvSpPr>
              <a:spLocks noChangeShapeType="1"/>
            </p:cNvSpPr>
            <p:nvPr/>
          </p:nvSpPr>
          <p:spPr bwMode="auto">
            <a:xfrm>
              <a:off x="3292" y="2784"/>
              <a:ext cx="0" cy="1100"/>
            </a:xfrm>
            <a:prstGeom prst="line">
              <a:avLst/>
            </a:prstGeom>
            <a:noFill/>
            <a:ln w="222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5474" name="Line 75"/>
            <p:cNvSpPr>
              <a:spLocks noChangeShapeType="1"/>
            </p:cNvSpPr>
            <p:nvPr/>
          </p:nvSpPr>
          <p:spPr bwMode="auto">
            <a:xfrm>
              <a:off x="3844" y="2784"/>
              <a:ext cx="0" cy="1103"/>
            </a:xfrm>
            <a:prstGeom prst="line">
              <a:avLst/>
            </a:prstGeom>
            <a:noFill/>
            <a:ln w="222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45132" name="Text Box 76"/>
          <p:cNvSpPr txBox="1">
            <a:spLocks noChangeArrowheads="1"/>
          </p:cNvSpPr>
          <p:nvPr/>
        </p:nvSpPr>
        <p:spPr bwMode="auto">
          <a:xfrm>
            <a:off x="4946650" y="4619625"/>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a</a:t>
            </a:r>
          </a:p>
        </p:txBody>
      </p:sp>
      <p:sp>
        <p:nvSpPr>
          <p:cNvPr id="45133" name="Text Box 77"/>
          <p:cNvSpPr txBox="1">
            <a:spLocks noChangeArrowheads="1"/>
          </p:cNvSpPr>
          <p:nvPr/>
        </p:nvSpPr>
        <p:spPr bwMode="auto">
          <a:xfrm>
            <a:off x="5480050" y="4052888"/>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b</a:t>
            </a:r>
          </a:p>
        </p:txBody>
      </p:sp>
      <p:sp>
        <p:nvSpPr>
          <p:cNvPr id="45134" name="Text Box 78"/>
          <p:cNvSpPr txBox="1">
            <a:spLocks noChangeArrowheads="1"/>
          </p:cNvSpPr>
          <p:nvPr/>
        </p:nvSpPr>
        <p:spPr bwMode="auto">
          <a:xfrm>
            <a:off x="6148388" y="3557588"/>
            <a:ext cx="328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c</a:t>
            </a:r>
          </a:p>
        </p:txBody>
      </p:sp>
      <p:sp>
        <p:nvSpPr>
          <p:cNvPr id="45135" name="Text Box 79"/>
          <p:cNvSpPr txBox="1">
            <a:spLocks noChangeArrowheads="1"/>
          </p:cNvSpPr>
          <p:nvPr/>
        </p:nvSpPr>
        <p:spPr bwMode="auto">
          <a:xfrm>
            <a:off x="5759450" y="3749675"/>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d</a:t>
            </a:r>
          </a:p>
        </p:txBody>
      </p:sp>
      <p:sp>
        <p:nvSpPr>
          <p:cNvPr id="45136" name="Text Box 80"/>
          <p:cNvSpPr txBox="1">
            <a:spLocks noChangeArrowheads="1"/>
          </p:cNvSpPr>
          <p:nvPr/>
        </p:nvSpPr>
        <p:spPr bwMode="auto">
          <a:xfrm>
            <a:off x="5165725" y="4348163"/>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e</a:t>
            </a:r>
          </a:p>
        </p:txBody>
      </p:sp>
      <p:sp>
        <p:nvSpPr>
          <p:cNvPr id="45137" name="Text Box 81"/>
          <p:cNvSpPr txBox="1">
            <a:spLocks noChangeArrowheads="1"/>
          </p:cNvSpPr>
          <p:nvPr/>
        </p:nvSpPr>
        <p:spPr bwMode="auto">
          <a:xfrm>
            <a:off x="6223000" y="6027738"/>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1</a:t>
            </a:r>
          </a:p>
        </p:txBody>
      </p:sp>
      <p:sp>
        <p:nvSpPr>
          <p:cNvPr id="45138" name="Text Box 82"/>
          <p:cNvSpPr txBox="1">
            <a:spLocks noChangeArrowheads="1"/>
          </p:cNvSpPr>
          <p:nvPr/>
        </p:nvSpPr>
        <p:spPr bwMode="auto">
          <a:xfrm>
            <a:off x="6838950" y="5445125"/>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2</a:t>
            </a:r>
          </a:p>
        </p:txBody>
      </p:sp>
      <p:sp>
        <p:nvSpPr>
          <p:cNvPr id="45139" name="Text Box 83"/>
          <p:cNvSpPr txBox="1">
            <a:spLocks noChangeArrowheads="1"/>
          </p:cNvSpPr>
          <p:nvPr/>
        </p:nvSpPr>
        <p:spPr bwMode="auto">
          <a:xfrm>
            <a:off x="7385050" y="4956175"/>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3</a:t>
            </a:r>
          </a:p>
        </p:txBody>
      </p:sp>
      <p:sp>
        <p:nvSpPr>
          <p:cNvPr id="45140" name="Text Box 84"/>
          <p:cNvSpPr txBox="1">
            <a:spLocks noChangeArrowheads="1"/>
          </p:cNvSpPr>
          <p:nvPr/>
        </p:nvSpPr>
        <p:spPr bwMode="auto">
          <a:xfrm>
            <a:off x="6519863" y="5781675"/>
            <a:ext cx="3286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5</a:t>
            </a:r>
          </a:p>
        </p:txBody>
      </p:sp>
      <p:sp>
        <p:nvSpPr>
          <p:cNvPr id="45141" name="Text Box 85"/>
          <p:cNvSpPr txBox="1">
            <a:spLocks noChangeArrowheads="1"/>
          </p:cNvSpPr>
          <p:nvPr/>
        </p:nvSpPr>
        <p:spPr bwMode="auto">
          <a:xfrm>
            <a:off x="7134225" y="5108575"/>
            <a:ext cx="328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t>4</a:t>
            </a:r>
          </a:p>
        </p:txBody>
      </p:sp>
      <p:sp>
        <p:nvSpPr>
          <p:cNvPr id="45143" name="Line 87"/>
          <p:cNvSpPr>
            <a:spLocks noChangeShapeType="1"/>
          </p:cNvSpPr>
          <p:nvPr/>
        </p:nvSpPr>
        <p:spPr bwMode="auto">
          <a:xfrm flipV="1">
            <a:off x="5191125" y="2622550"/>
            <a:ext cx="0" cy="21558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44" name="Line 88"/>
          <p:cNvSpPr>
            <a:spLocks noChangeShapeType="1"/>
          </p:cNvSpPr>
          <p:nvPr/>
        </p:nvSpPr>
        <p:spPr bwMode="auto">
          <a:xfrm flipV="1">
            <a:off x="5384800" y="3429000"/>
            <a:ext cx="0" cy="11493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45" name="Line 89"/>
          <p:cNvSpPr>
            <a:spLocks noChangeShapeType="1"/>
          </p:cNvSpPr>
          <p:nvPr/>
        </p:nvSpPr>
        <p:spPr bwMode="auto">
          <a:xfrm flipV="1">
            <a:off x="5695950" y="2058988"/>
            <a:ext cx="0" cy="221297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46" name="Line 90"/>
          <p:cNvSpPr>
            <a:spLocks noChangeShapeType="1"/>
          </p:cNvSpPr>
          <p:nvPr/>
        </p:nvSpPr>
        <p:spPr bwMode="auto">
          <a:xfrm flipV="1">
            <a:off x="6002338" y="3429000"/>
            <a:ext cx="0" cy="5270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47" name="Line 91"/>
          <p:cNvSpPr>
            <a:spLocks noChangeShapeType="1"/>
          </p:cNvSpPr>
          <p:nvPr/>
        </p:nvSpPr>
        <p:spPr bwMode="auto">
          <a:xfrm flipV="1">
            <a:off x="6200775" y="2616200"/>
            <a:ext cx="0" cy="11430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48" name="Line 92"/>
          <p:cNvSpPr>
            <a:spLocks noChangeShapeType="1"/>
          </p:cNvSpPr>
          <p:nvPr/>
        </p:nvSpPr>
        <p:spPr bwMode="auto">
          <a:xfrm flipV="1">
            <a:off x="6437313" y="2616200"/>
            <a:ext cx="0" cy="33893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49" name="Line 93"/>
          <p:cNvSpPr>
            <a:spLocks noChangeShapeType="1"/>
          </p:cNvSpPr>
          <p:nvPr/>
        </p:nvSpPr>
        <p:spPr bwMode="auto">
          <a:xfrm flipV="1">
            <a:off x="6634163" y="3429000"/>
            <a:ext cx="0" cy="238283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50" name="Line 94"/>
          <p:cNvSpPr>
            <a:spLocks noChangeShapeType="1"/>
          </p:cNvSpPr>
          <p:nvPr/>
        </p:nvSpPr>
        <p:spPr bwMode="auto">
          <a:xfrm flipV="1">
            <a:off x="6940550" y="2108200"/>
            <a:ext cx="0" cy="339248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51" name="Line 95"/>
          <p:cNvSpPr>
            <a:spLocks noChangeShapeType="1"/>
          </p:cNvSpPr>
          <p:nvPr/>
        </p:nvSpPr>
        <p:spPr bwMode="auto">
          <a:xfrm flipV="1">
            <a:off x="7250113" y="3429000"/>
            <a:ext cx="0" cy="176053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52" name="Line 96"/>
          <p:cNvSpPr>
            <a:spLocks noChangeShapeType="1"/>
          </p:cNvSpPr>
          <p:nvPr/>
        </p:nvSpPr>
        <p:spPr bwMode="auto">
          <a:xfrm flipV="1">
            <a:off x="7446963" y="2622550"/>
            <a:ext cx="0" cy="236696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53" name="Line 97"/>
          <p:cNvSpPr>
            <a:spLocks noChangeShapeType="1"/>
          </p:cNvSpPr>
          <p:nvPr/>
        </p:nvSpPr>
        <p:spPr bwMode="auto">
          <a:xfrm flipH="1" flipV="1">
            <a:off x="3810000" y="3429000"/>
            <a:ext cx="2627313" cy="2576513"/>
          </a:xfrm>
          <a:prstGeom prst="line">
            <a:avLst/>
          </a:prstGeom>
          <a:noFill/>
          <a:ln w="9525">
            <a:solidFill>
              <a:srgbClr val="33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54" name="Line 98"/>
          <p:cNvSpPr>
            <a:spLocks noChangeShapeType="1"/>
          </p:cNvSpPr>
          <p:nvPr/>
        </p:nvSpPr>
        <p:spPr bwMode="auto">
          <a:xfrm>
            <a:off x="2559050" y="2108200"/>
            <a:ext cx="452120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55" name="Line 99"/>
          <p:cNvSpPr>
            <a:spLocks noChangeShapeType="1"/>
          </p:cNvSpPr>
          <p:nvPr/>
        </p:nvSpPr>
        <p:spPr bwMode="auto">
          <a:xfrm>
            <a:off x="1841500" y="2616200"/>
            <a:ext cx="5659438"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56" name="Line 100"/>
          <p:cNvSpPr>
            <a:spLocks noChangeShapeType="1"/>
          </p:cNvSpPr>
          <p:nvPr/>
        </p:nvSpPr>
        <p:spPr bwMode="auto">
          <a:xfrm>
            <a:off x="2117725" y="3429000"/>
            <a:ext cx="5659438"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57" name="Oval 101"/>
          <p:cNvSpPr>
            <a:spLocks noChangeArrowheads="1"/>
          </p:cNvSpPr>
          <p:nvPr/>
        </p:nvSpPr>
        <p:spPr bwMode="auto">
          <a:xfrm>
            <a:off x="5176838" y="2608263"/>
            <a:ext cx="26987" cy="26987"/>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58" name="Text Box 102"/>
          <p:cNvSpPr txBox="1">
            <a:spLocks noChangeArrowheads="1"/>
          </p:cNvSpPr>
          <p:nvPr/>
        </p:nvSpPr>
        <p:spPr bwMode="auto">
          <a:xfrm>
            <a:off x="4719638" y="2460625"/>
            <a:ext cx="387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t>a</a:t>
            </a:r>
            <a:r>
              <a:rPr lang="en-US" altLang="en-US" sz="1400" baseline="-25000"/>
              <a:t>1</a:t>
            </a:r>
            <a:r>
              <a:rPr lang="en-US" altLang="en-US" sz="1400"/>
              <a:t>’</a:t>
            </a:r>
          </a:p>
        </p:txBody>
      </p:sp>
      <p:sp>
        <p:nvSpPr>
          <p:cNvPr id="45160" name="Oval 104"/>
          <p:cNvSpPr>
            <a:spLocks noChangeArrowheads="1"/>
          </p:cNvSpPr>
          <p:nvPr/>
        </p:nvSpPr>
        <p:spPr bwMode="auto">
          <a:xfrm>
            <a:off x="5681663" y="2093913"/>
            <a:ext cx="26987" cy="26987"/>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61" name="Text Box 105"/>
          <p:cNvSpPr txBox="1">
            <a:spLocks noChangeArrowheads="1"/>
          </p:cNvSpPr>
          <p:nvPr/>
        </p:nvSpPr>
        <p:spPr bwMode="auto">
          <a:xfrm>
            <a:off x="5514975" y="1833563"/>
            <a:ext cx="387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t>b</a:t>
            </a:r>
            <a:r>
              <a:rPr lang="en-US" altLang="en-US" sz="1400" baseline="-25000"/>
              <a:t>1</a:t>
            </a:r>
            <a:r>
              <a:rPr lang="en-US" altLang="en-US" sz="1400"/>
              <a:t>’</a:t>
            </a:r>
          </a:p>
        </p:txBody>
      </p:sp>
      <p:sp>
        <p:nvSpPr>
          <p:cNvPr id="45162" name="Oval 106"/>
          <p:cNvSpPr>
            <a:spLocks noChangeArrowheads="1"/>
          </p:cNvSpPr>
          <p:nvPr/>
        </p:nvSpPr>
        <p:spPr bwMode="auto">
          <a:xfrm>
            <a:off x="6186488" y="2614613"/>
            <a:ext cx="26987" cy="26987"/>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63" name="Text Box 107"/>
          <p:cNvSpPr txBox="1">
            <a:spLocks noChangeArrowheads="1"/>
          </p:cNvSpPr>
          <p:nvPr/>
        </p:nvSpPr>
        <p:spPr bwMode="auto">
          <a:xfrm>
            <a:off x="5864225" y="2560638"/>
            <a:ext cx="3873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t>c</a:t>
            </a:r>
            <a:r>
              <a:rPr lang="en-US" altLang="en-US" sz="1400" baseline="-25000"/>
              <a:t>1</a:t>
            </a:r>
            <a:r>
              <a:rPr lang="en-US" altLang="en-US" sz="1400"/>
              <a:t>’</a:t>
            </a:r>
          </a:p>
        </p:txBody>
      </p:sp>
      <p:sp>
        <p:nvSpPr>
          <p:cNvPr id="45164" name="Oval 108"/>
          <p:cNvSpPr>
            <a:spLocks noChangeArrowheads="1"/>
          </p:cNvSpPr>
          <p:nvPr/>
        </p:nvSpPr>
        <p:spPr bwMode="auto">
          <a:xfrm>
            <a:off x="5988050" y="3414713"/>
            <a:ext cx="26988" cy="26987"/>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65" name="Text Box 109"/>
          <p:cNvSpPr txBox="1">
            <a:spLocks noChangeArrowheads="1"/>
          </p:cNvSpPr>
          <p:nvPr/>
        </p:nvSpPr>
        <p:spPr bwMode="auto">
          <a:xfrm>
            <a:off x="5819775" y="3371850"/>
            <a:ext cx="387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t>d</a:t>
            </a:r>
            <a:r>
              <a:rPr lang="en-US" altLang="en-US" sz="1400" baseline="-25000"/>
              <a:t>1</a:t>
            </a:r>
            <a:r>
              <a:rPr lang="en-US" altLang="en-US" sz="1400"/>
              <a:t>’</a:t>
            </a:r>
          </a:p>
        </p:txBody>
      </p:sp>
      <p:sp>
        <p:nvSpPr>
          <p:cNvPr id="45166" name="Oval 110"/>
          <p:cNvSpPr>
            <a:spLocks noChangeArrowheads="1"/>
          </p:cNvSpPr>
          <p:nvPr/>
        </p:nvSpPr>
        <p:spPr bwMode="auto">
          <a:xfrm>
            <a:off x="5370513" y="3405188"/>
            <a:ext cx="26987" cy="26987"/>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67" name="Text Box 111"/>
          <p:cNvSpPr txBox="1">
            <a:spLocks noChangeArrowheads="1"/>
          </p:cNvSpPr>
          <p:nvPr/>
        </p:nvSpPr>
        <p:spPr bwMode="auto">
          <a:xfrm>
            <a:off x="5205413" y="3379788"/>
            <a:ext cx="387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t>e</a:t>
            </a:r>
            <a:r>
              <a:rPr lang="en-US" altLang="en-US" sz="1400" baseline="-25000"/>
              <a:t>1</a:t>
            </a:r>
            <a:r>
              <a:rPr lang="en-US" altLang="en-US" sz="1400"/>
              <a:t>’</a:t>
            </a:r>
          </a:p>
        </p:txBody>
      </p:sp>
      <p:sp>
        <p:nvSpPr>
          <p:cNvPr id="45168" name="Oval 112"/>
          <p:cNvSpPr>
            <a:spLocks noChangeArrowheads="1"/>
          </p:cNvSpPr>
          <p:nvPr/>
        </p:nvSpPr>
        <p:spPr bwMode="auto">
          <a:xfrm>
            <a:off x="6423025" y="2595563"/>
            <a:ext cx="26988" cy="26987"/>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69" name="Text Box 113"/>
          <p:cNvSpPr txBox="1">
            <a:spLocks noChangeArrowheads="1"/>
          </p:cNvSpPr>
          <p:nvPr/>
        </p:nvSpPr>
        <p:spPr bwMode="auto">
          <a:xfrm>
            <a:off x="6407150" y="2559050"/>
            <a:ext cx="3873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t>1</a:t>
            </a:r>
            <a:r>
              <a:rPr lang="en-US" altLang="en-US" sz="1400" baseline="-25000"/>
              <a:t>1</a:t>
            </a:r>
            <a:r>
              <a:rPr lang="en-US" altLang="en-US" sz="1400"/>
              <a:t>’</a:t>
            </a:r>
          </a:p>
        </p:txBody>
      </p:sp>
      <p:sp>
        <p:nvSpPr>
          <p:cNvPr id="45170" name="Oval 114"/>
          <p:cNvSpPr>
            <a:spLocks noChangeArrowheads="1"/>
          </p:cNvSpPr>
          <p:nvPr/>
        </p:nvSpPr>
        <p:spPr bwMode="auto">
          <a:xfrm>
            <a:off x="6926263" y="2093913"/>
            <a:ext cx="26987" cy="26987"/>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71" name="Text Box 115"/>
          <p:cNvSpPr txBox="1">
            <a:spLocks noChangeArrowheads="1"/>
          </p:cNvSpPr>
          <p:nvPr/>
        </p:nvSpPr>
        <p:spPr bwMode="auto">
          <a:xfrm>
            <a:off x="6746875" y="1833563"/>
            <a:ext cx="387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t>2</a:t>
            </a:r>
            <a:r>
              <a:rPr lang="en-US" altLang="en-US" sz="1400" baseline="-25000"/>
              <a:t>1</a:t>
            </a:r>
            <a:r>
              <a:rPr lang="en-US" altLang="en-US" sz="1400"/>
              <a:t>’</a:t>
            </a:r>
          </a:p>
        </p:txBody>
      </p:sp>
      <p:sp>
        <p:nvSpPr>
          <p:cNvPr id="45172" name="Oval 116"/>
          <p:cNvSpPr>
            <a:spLocks noChangeArrowheads="1"/>
          </p:cNvSpPr>
          <p:nvPr/>
        </p:nvSpPr>
        <p:spPr bwMode="auto">
          <a:xfrm>
            <a:off x="7432675" y="2608263"/>
            <a:ext cx="26988" cy="26987"/>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73" name="Text Box 117"/>
          <p:cNvSpPr txBox="1">
            <a:spLocks noChangeArrowheads="1"/>
          </p:cNvSpPr>
          <p:nvPr/>
        </p:nvSpPr>
        <p:spPr bwMode="auto">
          <a:xfrm>
            <a:off x="7389813" y="2476500"/>
            <a:ext cx="387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t>3</a:t>
            </a:r>
            <a:r>
              <a:rPr lang="en-US" altLang="en-US" sz="1400" baseline="-25000"/>
              <a:t>1</a:t>
            </a:r>
            <a:r>
              <a:rPr lang="en-US" altLang="en-US" sz="1400"/>
              <a:t>’</a:t>
            </a:r>
          </a:p>
        </p:txBody>
      </p:sp>
      <p:sp>
        <p:nvSpPr>
          <p:cNvPr id="45174" name="Oval 118"/>
          <p:cNvSpPr>
            <a:spLocks noChangeArrowheads="1"/>
          </p:cNvSpPr>
          <p:nvPr/>
        </p:nvSpPr>
        <p:spPr bwMode="auto">
          <a:xfrm>
            <a:off x="7235825" y="3417888"/>
            <a:ext cx="26988" cy="26987"/>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75" name="Text Box 119"/>
          <p:cNvSpPr txBox="1">
            <a:spLocks noChangeArrowheads="1"/>
          </p:cNvSpPr>
          <p:nvPr/>
        </p:nvSpPr>
        <p:spPr bwMode="auto">
          <a:xfrm>
            <a:off x="7065963" y="3395663"/>
            <a:ext cx="387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t>4</a:t>
            </a:r>
            <a:r>
              <a:rPr lang="en-US" altLang="en-US" sz="1400" baseline="-25000"/>
              <a:t>1</a:t>
            </a:r>
            <a:r>
              <a:rPr lang="en-US" altLang="en-US" sz="1400"/>
              <a:t>’</a:t>
            </a:r>
          </a:p>
        </p:txBody>
      </p:sp>
      <p:sp>
        <p:nvSpPr>
          <p:cNvPr id="45176" name="Oval 120"/>
          <p:cNvSpPr>
            <a:spLocks noChangeArrowheads="1"/>
          </p:cNvSpPr>
          <p:nvPr/>
        </p:nvSpPr>
        <p:spPr bwMode="auto">
          <a:xfrm>
            <a:off x="6619875" y="3414713"/>
            <a:ext cx="26988" cy="26987"/>
          </a:xfrm>
          <a:prstGeom prst="ellipse">
            <a:avLst/>
          </a:prstGeom>
          <a:solidFill>
            <a:srgbClr val="3333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77" name="Text Box 121"/>
          <p:cNvSpPr txBox="1">
            <a:spLocks noChangeArrowheads="1"/>
          </p:cNvSpPr>
          <p:nvPr/>
        </p:nvSpPr>
        <p:spPr bwMode="auto">
          <a:xfrm>
            <a:off x="6453188" y="3494088"/>
            <a:ext cx="3873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t>5</a:t>
            </a:r>
            <a:r>
              <a:rPr lang="en-US" altLang="en-US" sz="1400" baseline="-25000"/>
              <a:t>1</a:t>
            </a:r>
            <a:r>
              <a:rPr lang="en-US" altLang="en-US" sz="1400"/>
              <a:t>’</a:t>
            </a:r>
          </a:p>
        </p:txBody>
      </p:sp>
      <p:sp>
        <p:nvSpPr>
          <p:cNvPr id="45178" name="Oval 122"/>
          <p:cNvSpPr>
            <a:spLocks noChangeArrowheads="1"/>
          </p:cNvSpPr>
          <p:nvPr/>
        </p:nvSpPr>
        <p:spPr bwMode="auto">
          <a:xfrm>
            <a:off x="6402388" y="5959475"/>
            <a:ext cx="92075" cy="92075"/>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79" name="Oval 123"/>
          <p:cNvSpPr>
            <a:spLocks noChangeArrowheads="1"/>
          </p:cNvSpPr>
          <p:nvPr/>
        </p:nvSpPr>
        <p:spPr bwMode="auto">
          <a:xfrm>
            <a:off x="6399213" y="2584450"/>
            <a:ext cx="92075" cy="92075"/>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80" name="Line 124"/>
          <p:cNvSpPr>
            <a:spLocks noChangeShapeType="1"/>
          </p:cNvSpPr>
          <p:nvPr/>
        </p:nvSpPr>
        <p:spPr bwMode="auto">
          <a:xfrm flipV="1">
            <a:off x="6437313" y="2108200"/>
            <a:ext cx="503237" cy="5080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81" name="Line 125"/>
          <p:cNvSpPr>
            <a:spLocks noChangeShapeType="1"/>
          </p:cNvSpPr>
          <p:nvPr/>
        </p:nvSpPr>
        <p:spPr bwMode="auto">
          <a:xfrm>
            <a:off x="6437313" y="2622550"/>
            <a:ext cx="196850" cy="80645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82" name="Line 126"/>
          <p:cNvSpPr>
            <a:spLocks noChangeShapeType="1"/>
          </p:cNvSpPr>
          <p:nvPr/>
        </p:nvSpPr>
        <p:spPr bwMode="auto">
          <a:xfrm flipH="1">
            <a:off x="5191125" y="2622550"/>
            <a:ext cx="1246188"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83" name="Oval 127"/>
          <p:cNvSpPr>
            <a:spLocks noChangeArrowheads="1"/>
          </p:cNvSpPr>
          <p:nvPr/>
        </p:nvSpPr>
        <p:spPr bwMode="auto">
          <a:xfrm>
            <a:off x="6157913" y="3725863"/>
            <a:ext cx="92075" cy="92075"/>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84" name="Oval 128"/>
          <p:cNvSpPr>
            <a:spLocks noChangeArrowheads="1"/>
          </p:cNvSpPr>
          <p:nvPr/>
        </p:nvSpPr>
        <p:spPr bwMode="auto">
          <a:xfrm>
            <a:off x="6162675" y="2579688"/>
            <a:ext cx="92075" cy="92075"/>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85" name="Line 129"/>
          <p:cNvSpPr>
            <a:spLocks noChangeShapeType="1"/>
          </p:cNvSpPr>
          <p:nvPr/>
        </p:nvSpPr>
        <p:spPr bwMode="auto">
          <a:xfrm flipH="1">
            <a:off x="6002338" y="2622550"/>
            <a:ext cx="198437" cy="806450"/>
          </a:xfrm>
          <a:prstGeom prst="line">
            <a:avLst/>
          </a:prstGeom>
          <a:noFill/>
          <a:ln w="222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86" name="Line 130"/>
          <p:cNvSpPr>
            <a:spLocks noChangeShapeType="1"/>
          </p:cNvSpPr>
          <p:nvPr/>
        </p:nvSpPr>
        <p:spPr bwMode="auto">
          <a:xfrm flipH="1" flipV="1">
            <a:off x="5695950" y="2108200"/>
            <a:ext cx="504825" cy="514350"/>
          </a:xfrm>
          <a:prstGeom prst="line">
            <a:avLst/>
          </a:prstGeom>
          <a:noFill/>
          <a:ln w="222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87" name="Line 131"/>
          <p:cNvSpPr>
            <a:spLocks noChangeShapeType="1"/>
          </p:cNvSpPr>
          <p:nvPr/>
        </p:nvSpPr>
        <p:spPr bwMode="auto">
          <a:xfrm flipV="1">
            <a:off x="6200775" y="2616200"/>
            <a:ext cx="1246188" cy="6350"/>
          </a:xfrm>
          <a:prstGeom prst="line">
            <a:avLst/>
          </a:prstGeom>
          <a:noFill/>
          <a:ln w="222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88" name="Line 132"/>
          <p:cNvSpPr>
            <a:spLocks noChangeShapeType="1"/>
          </p:cNvSpPr>
          <p:nvPr/>
        </p:nvSpPr>
        <p:spPr bwMode="auto">
          <a:xfrm flipH="1" flipV="1">
            <a:off x="5191125" y="2616200"/>
            <a:ext cx="193675" cy="8128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89" name="Line 133"/>
          <p:cNvSpPr>
            <a:spLocks noChangeShapeType="1"/>
          </p:cNvSpPr>
          <p:nvPr/>
        </p:nvSpPr>
        <p:spPr bwMode="auto">
          <a:xfrm flipV="1">
            <a:off x="5191125" y="2108200"/>
            <a:ext cx="504825" cy="50800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90" name="Line 134"/>
          <p:cNvSpPr>
            <a:spLocks noChangeShapeType="1"/>
          </p:cNvSpPr>
          <p:nvPr/>
        </p:nvSpPr>
        <p:spPr bwMode="auto">
          <a:xfrm>
            <a:off x="5695950" y="2108200"/>
            <a:ext cx="1244600"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91" name="Line 135"/>
          <p:cNvSpPr>
            <a:spLocks noChangeShapeType="1"/>
          </p:cNvSpPr>
          <p:nvPr/>
        </p:nvSpPr>
        <p:spPr bwMode="auto">
          <a:xfrm>
            <a:off x="6940550" y="2108200"/>
            <a:ext cx="506413" cy="51435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92" name="Line 136"/>
          <p:cNvSpPr>
            <a:spLocks noChangeShapeType="1"/>
          </p:cNvSpPr>
          <p:nvPr/>
        </p:nvSpPr>
        <p:spPr bwMode="auto">
          <a:xfrm flipH="1">
            <a:off x="7250113" y="2622550"/>
            <a:ext cx="196850" cy="80645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93" name="Line 137"/>
          <p:cNvSpPr>
            <a:spLocks noChangeShapeType="1"/>
          </p:cNvSpPr>
          <p:nvPr/>
        </p:nvSpPr>
        <p:spPr bwMode="auto">
          <a:xfrm>
            <a:off x="5384800" y="3429000"/>
            <a:ext cx="1865313" cy="0"/>
          </a:xfrm>
          <a:prstGeom prst="line">
            <a:avLst/>
          </a:prstGeom>
          <a:noFill/>
          <a:ln w="222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5194" name="Oval 138"/>
          <p:cNvSpPr>
            <a:spLocks noChangeArrowheads="1"/>
          </p:cNvSpPr>
          <p:nvPr/>
        </p:nvSpPr>
        <p:spPr bwMode="auto">
          <a:xfrm>
            <a:off x="2511425" y="6157913"/>
            <a:ext cx="92075" cy="92075"/>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95" name="Oval 139"/>
          <p:cNvSpPr>
            <a:spLocks noChangeArrowheads="1"/>
          </p:cNvSpPr>
          <p:nvPr/>
        </p:nvSpPr>
        <p:spPr bwMode="auto">
          <a:xfrm>
            <a:off x="2078038" y="6153150"/>
            <a:ext cx="92075" cy="92075"/>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5196" name="Oval 140"/>
          <p:cNvSpPr>
            <a:spLocks noChangeArrowheads="1"/>
          </p:cNvSpPr>
          <p:nvPr/>
        </p:nvSpPr>
        <p:spPr bwMode="auto">
          <a:xfrm>
            <a:off x="2949575" y="6157913"/>
            <a:ext cx="92075" cy="92075"/>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62"/>
                                        </p:tgtEl>
                                        <p:attrNameLst>
                                          <p:attrName>style.visibility</p:attrName>
                                        </p:attrNameLst>
                                      </p:cBhvr>
                                      <p:to>
                                        <p:strVal val="visible"/>
                                      </p:to>
                                    </p:set>
                                    <p:animEffect transition="in" filter="wipe(left)">
                                      <p:cBhvr>
                                        <p:cTn id="7" dur="500"/>
                                        <p:tgtEl>
                                          <p:spTgt spid="450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5063"/>
                                        </p:tgtEl>
                                        <p:attrNameLst>
                                          <p:attrName>style.visibility</p:attrName>
                                        </p:attrNameLst>
                                      </p:cBhvr>
                                      <p:to>
                                        <p:strVal val="visible"/>
                                      </p:to>
                                    </p:set>
                                    <p:animEffect transition="in" filter="wipe(down)">
                                      <p:cBhvr>
                                        <p:cTn id="12" dur="500"/>
                                        <p:tgtEl>
                                          <p:spTgt spid="450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5064"/>
                                        </p:tgtEl>
                                        <p:attrNameLst>
                                          <p:attrName>style.visibility</p:attrName>
                                        </p:attrNameLst>
                                      </p:cBhvr>
                                      <p:to>
                                        <p:strVal val="visible"/>
                                      </p:to>
                                    </p:set>
                                    <p:animEffect transition="in" filter="wipe(down)">
                                      <p:cBhvr>
                                        <p:cTn id="17" dur="500"/>
                                        <p:tgtEl>
                                          <p:spTgt spid="450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1" presetClass="entr" presetSubtype="0" fill="hold" grpId="0" nodeType="clickEffect">
                                  <p:stCondLst>
                                    <p:cond delay="0"/>
                                  </p:stCondLst>
                                  <p:iterate type="lt">
                                    <p:tmPct val="5000"/>
                                  </p:iterate>
                                  <p:childTnLst>
                                    <p:set>
                                      <p:cBhvr>
                                        <p:cTn id="21" dur="1" fill="hold">
                                          <p:stCondLst>
                                            <p:cond delay="0"/>
                                          </p:stCondLst>
                                        </p:cTn>
                                        <p:tgtEl>
                                          <p:spTgt spid="45061"/>
                                        </p:tgtEl>
                                        <p:attrNameLst>
                                          <p:attrName>style.visibility</p:attrName>
                                        </p:attrNameLst>
                                      </p:cBhvr>
                                      <p:to>
                                        <p:strVal val="visible"/>
                                      </p:to>
                                    </p:set>
                                    <p:anim calcmode="lin" valueType="num">
                                      <p:cBhvr>
                                        <p:cTn id="22" dur="1000" fill="hold"/>
                                        <p:tgtEl>
                                          <p:spTgt spid="45061"/>
                                        </p:tgtEl>
                                        <p:attrNameLst>
                                          <p:attrName>ppt_w</p:attrName>
                                        </p:attrNameLst>
                                      </p:cBhvr>
                                      <p:tavLst>
                                        <p:tav tm="0">
                                          <p:val>
                                            <p:fltVal val="0"/>
                                          </p:val>
                                        </p:tav>
                                        <p:tav tm="100000">
                                          <p:val>
                                            <p:strVal val="#ppt_w"/>
                                          </p:val>
                                        </p:tav>
                                      </p:tavLst>
                                    </p:anim>
                                    <p:anim calcmode="lin" valueType="num">
                                      <p:cBhvr>
                                        <p:cTn id="23" dur="1000" fill="hold"/>
                                        <p:tgtEl>
                                          <p:spTgt spid="45061"/>
                                        </p:tgtEl>
                                        <p:attrNameLst>
                                          <p:attrName>ppt_h</p:attrName>
                                        </p:attrNameLst>
                                      </p:cBhvr>
                                      <p:tavLst>
                                        <p:tav tm="0">
                                          <p:val>
                                            <p:fltVal val="0"/>
                                          </p:val>
                                        </p:tav>
                                        <p:tav tm="100000">
                                          <p:val>
                                            <p:strVal val="#ppt_h"/>
                                          </p:val>
                                        </p:tav>
                                      </p:tavLst>
                                    </p:anim>
                                    <p:anim calcmode="lin" valueType="num">
                                      <p:cBhvr>
                                        <p:cTn id="24" dur="1000" fill="hold"/>
                                        <p:tgtEl>
                                          <p:spTgt spid="45061"/>
                                        </p:tgtEl>
                                        <p:attrNameLst>
                                          <p:attrName>style.rotation</p:attrName>
                                        </p:attrNameLst>
                                      </p:cBhvr>
                                      <p:tavLst>
                                        <p:tav tm="0">
                                          <p:val>
                                            <p:fltVal val="90"/>
                                          </p:val>
                                        </p:tav>
                                        <p:tav tm="100000">
                                          <p:val>
                                            <p:fltVal val="0"/>
                                          </p:val>
                                        </p:tav>
                                      </p:tavLst>
                                    </p:anim>
                                    <p:animEffect transition="in" filter="fade">
                                      <p:cBhvr>
                                        <p:cTn id="25" dur="1000"/>
                                        <p:tgtEl>
                                          <p:spTgt spid="4506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45065"/>
                                        </p:tgtEl>
                                        <p:attrNameLst>
                                          <p:attrName>style.visibility</p:attrName>
                                        </p:attrNameLst>
                                      </p:cBhvr>
                                      <p:to>
                                        <p:strVal val="visible"/>
                                      </p:to>
                                    </p:set>
                                    <p:animEffect transition="in" filter="wipe(down)">
                                      <p:cBhvr>
                                        <p:cTn id="30" dur="500"/>
                                        <p:tgtEl>
                                          <p:spTgt spid="4506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45066"/>
                                        </p:tgtEl>
                                        <p:attrNameLst>
                                          <p:attrName>style.visibility</p:attrName>
                                        </p:attrNameLst>
                                      </p:cBhvr>
                                      <p:to>
                                        <p:strVal val="visible"/>
                                      </p:to>
                                    </p:set>
                                    <p:animEffect transition="in" filter="wipe(down)">
                                      <p:cBhvr>
                                        <p:cTn id="35" dur="500"/>
                                        <p:tgtEl>
                                          <p:spTgt spid="4506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45068"/>
                                        </p:tgtEl>
                                        <p:attrNameLst>
                                          <p:attrName>style.visibility</p:attrName>
                                        </p:attrNameLst>
                                      </p:cBhvr>
                                      <p:to>
                                        <p:strVal val="visible"/>
                                      </p:to>
                                    </p:set>
                                    <p:animEffect transition="in" filter="wipe(down)">
                                      <p:cBhvr>
                                        <p:cTn id="40" dur="500"/>
                                        <p:tgtEl>
                                          <p:spTgt spid="4506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45069"/>
                                        </p:tgtEl>
                                        <p:attrNameLst>
                                          <p:attrName>style.visibility</p:attrName>
                                        </p:attrNameLst>
                                      </p:cBhvr>
                                      <p:to>
                                        <p:strVal val="visible"/>
                                      </p:to>
                                    </p:set>
                                    <p:animEffect transition="in" filter="wipe(down)">
                                      <p:cBhvr>
                                        <p:cTn id="45" dur="500"/>
                                        <p:tgtEl>
                                          <p:spTgt spid="4506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45070"/>
                                        </p:tgtEl>
                                        <p:attrNameLst>
                                          <p:attrName>style.visibility</p:attrName>
                                        </p:attrNameLst>
                                      </p:cBhvr>
                                      <p:to>
                                        <p:strVal val="visible"/>
                                      </p:to>
                                    </p:set>
                                    <p:animEffect transition="in" filter="wipe(down)">
                                      <p:cBhvr>
                                        <p:cTn id="50" dur="500"/>
                                        <p:tgtEl>
                                          <p:spTgt spid="4507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45071"/>
                                        </p:tgtEl>
                                        <p:attrNameLst>
                                          <p:attrName>style.visibility</p:attrName>
                                        </p:attrNameLst>
                                      </p:cBhvr>
                                      <p:to>
                                        <p:strVal val="visible"/>
                                      </p:to>
                                    </p:set>
                                    <p:animEffect transition="in" filter="wipe(down)">
                                      <p:cBhvr>
                                        <p:cTn id="55" dur="500"/>
                                        <p:tgtEl>
                                          <p:spTgt spid="4507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45072"/>
                                        </p:tgtEl>
                                        <p:attrNameLst>
                                          <p:attrName>style.visibility</p:attrName>
                                        </p:attrNameLst>
                                      </p:cBhvr>
                                      <p:to>
                                        <p:strVal val="visible"/>
                                      </p:to>
                                    </p:set>
                                    <p:animEffect transition="in" filter="wipe(up)">
                                      <p:cBhvr>
                                        <p:cTn id="60" dur="500"/>
                                        <p:tgtEl>
                                          <p:spTgt spid="4507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45073"/>
                                        </p:tgtEl>
                                        <p:attrNameLst>
                                          <p:attrName>style.visibility</p:attrName>
                                        </p:attrNameLst>
                                      </p:cBhvr>
                                      <p:to>
                                        <p:strVal val="visible"/>
                                      </p:to>
                                    </p:set>
                                    <p:animEffect transition="in" filter="wipe(up)">
                                      <p:cBhvr>
                                        <p:cTn id="65" dur="500"/>
                                        <p:tgtEl>
                                          <p:spTgt spid="4507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grpId="0" nodeType="clickEffect">
                                  <p:stCondLst>
                                    <p:cond delay="0"/>
                                  </p:stCondLst>
                                  <p:childTnLst>
                                    <p:set>
                                      <p:cBhvr>
                                        <p:cTn id="69" dur="1" fill="hold">
                                          <p:stCondLst>
                                            <p:cond delay="0"/>
                                          </p:stCondLst>
                                        </p:cTn>
                                        <p:tgtEl>
                                          <p:spTgt spid="45074"/>
                                        </p:tgtEl>
                                        <p:attrNameLst>
                                          <p:attrName>style.visibility</p:attrName>
                                        </p:attrNameLst>
                                      </p:cBhvr>
                                      <p:to>
                                        <p:strVal val="visible"/>
                                      </p:to>
                                    </p:set>
                                    <p:animEffect transition="in" filter="wipe(up)">
                                      <p:cBhvr>
                                        <p:cTn id="70" dur="500"/>
                                        <p:tgtEl>
                                          <p:spTgt spid="4507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45075"/>
                                        </p:tgtEl>
                                        <p:attrNameLst>
                                          <p:attrName>style.visibility</p:attrName>
                                        </p:attrNameLst>
                                      </p:cBhvr>
                                      <p:to>
                                        <p:strVal val="visible"/>
                                      </p:to>
                                    </p:set>
                                    <p:animEffect transition="in" filter="wipe(up)">
                                      <p:cBhvr>
                                        <p:cTn id="75" dur="500"/>
                                        <p:tgtEl>
                                          <p:spTgt spid="4507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45076"/>
                                        </p:tgtEl>
                                        <p:attrNameLst>
                                          <p:attrName>style.visibility</p:attrName>
                                        </p:attrNameLst>
                                      </p:cBhvr>
                                      <p:to>
                                        <p:strVal val="visible"/>
                                      </p:to>
                                    </p:set>
                                    <p:animEffect transition="in" filter="wipe(up)">
                                      <p:cBhvr>
                                        <p:cTn id="80" dur="500"/>
                                        <p:tgtEl>
                                          <p:spTgt spid="4507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45089"/>
                                        </p:tgtEl>
                                        <p:attrNameLst>
                                          <p:attrName>style.visibility</p:attrName>
                                        </p:attrNameLst>
                                      </p:cBhvr>
                                      <p:to>
                                        <p:strVal val="visible"/>
                                      </p:to>
                                    </p:set>
                                    <p:animEffect transition="in" filter="wipe(left)">
                                      <p:cBhvr>
                                        <p:cTn id="85" dur="500"/>
                                        <p:tgtEl>
                                          <p:spTgt spid="4508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45090"/>
                                        </p:tgtEl>
                                        <p:attrNameLst>
                                          <p:attrName>style.visibility</p:attrName>
                                        </p:attrNameLst>
                                      </p:cBhvr>
                                      <p:to>
                                        <p:strVal val="visible"/>
                                      </p:to>
                                    </p:set>
                                    <p:animEffect transition="in" filter="wipe(down)">
                                      <p:cBhvr>
                                        <p:cTn id="90" dur="500"/>
                                        <p:tgtEl>
                                          <p:spTgt spid="4509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45077"/>
                                        </p:tgtEl>
                                        <p:attrNameLst>
                                          <p:attrName>style.visibility</p:attrName>
                                        </p:attrNameLst>
                                      </p:cBhvr>
                                      <p:to>
                                        <p:strVal val="visible"/>
                                      </p:to>
                                    </p:set>
                                    <p:animEffect transition="in" filter="wipe(up)">
                                      <p:cBhvr>
                                        <p:cTn id="95" dur="500"/>
                                        <p:tgtEl>
                                          <p:spTgt spid="45077"/>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2" fill="hold" grpId="0" nodeType="clickEffect">
                                  <p:stCondLst>
                                    <p:cond delay="0"/>
                                  </p:stCondLst>
                                  <p:childTnLst>
                                    <p:set>
                                      <p:cBhvr>
                                        <p:cTn id="99" dur="1" fill="hold">
                                          <p:stCondLst>
                                            <p:cond delay="0"/>
                                          </p:stCondLst>
                                        </p:cTn>
                                        <p:tgtEl>
                                          <p:spTgt spid="45091"/>
                                        </p:tgtEl>
                                        <p:attrNameLst>
                                          <p:attrName>style.visibility</p:attrName>
                                        </p:attrNameLst>
                                      </p:cBhvr>
                                      <p:to>
                                        <p:strVal val="visible"/>
                                      </p:to>
                                    </p:set>
                                    <p:animEffect transition="in" filter="wipe(right)">
                                      <p:cBhvr>
                                        <p:cTn id="100" dur="500"/>
                                        <p:tgtEl>
                                          <p:spTgt spid="45091"/>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2" fill="hold" grpId="0" nodeType="clickEffect">
                                  <p:stCondLst>
                                    <p:cond delay="0"/>
                                  </p:stCondLst>
                                  <p:childTnLst>
                                    <p:set>
                                      <p:cBhvr>
                                        <p:cTn id="104" dur="1" fill="hold">
                                          <p:stCondLst>
                                            <p:cond delay="0"/>
                                          </p:stCondLst>
                                        </p:cTn>
                                        <p:tgtEl>
                                          <p:spTgt spid="45092"/>
                                        </p:tgtEl>
                                        <p:attrNameLst>
                                          <p:attrName>style.visibility</p:attrName>
                                        </p:attrNameLst>
                                      </p:cBhvr>
                                      <p:to>
                                        <p:strVal val="visible"/>
                                      </p:to>
                                    </p:set>
                                    <p:animEffect transition="in" filter="wipe(right)">
                                      <p:cBhvr>
                                        <p:cTn id="105" dur="500"/>
                                        <p:tgtEl>
                                          <p:spTgt spid="45092"/>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45093"/>
                                        </p:tgtEl>
                                        <p:attrNameLst>
                                          <p:attrName>style.visibility</p:attrName>
                                        </p:attrNameLst>
                                      </p:cBhvr>
                                      <p:to>
                                        <p:strVal val="visible"/>
                                      </p:to>
                                    </p:set>
                                    <p:animEffect transition="in" filter="wipe(down)">
                                      <p:cBhvr>
                                        <p:cTn id="110" dur="500"/>
                                        <p:tgtEl>
                                          <p:spTgt spid="45093"/>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4" fill="hold" grpId="0" nodeType="clickEffect">
                                  <p:stCondLst>
                                    <p:cond delay="0"/>
                                  </p:stCondLst>
                                  <p:childTnLst>
                                    <p:set>
                                      <p:cBhvr>
                                        <p:cTn id="114" dur="1" fill="hold">
                                          <p:stCondLst>
                                            <p:cond delay="0"/>
                                          </p:stCondLst>
                                        </p:cTn>
                                        <p:tgtEl>
                                          <p:spTgt spid="45094"/>
                                        </p:tgtEl>
                                        <p:attrNameLst>
                                          <p:attrName>style.visibility</p:attrName>
                                        </p:attrNameLst>
                                      </p:cBhvr>
                                      <p:to>
                                        <p:strVal val="visible"/>
                                      </p:to>
                                    </p:set>
                                    <p:animEffect transition="in" filter="wipe(down)">
                                      <p:cBhvr>
                                        <p:cTn id="115" dur="500"/>
                                        <p:tgtEl>
                                          <p:spTgt spid="45094"/>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1" fill="hold" grpId="0" nodeType="clickEffect">
                                  <p:stCondLst>
                                    <p:cond delay="0"/>
                                  </p:stCondLst>
                                  <p:childTnLst>
                                    <p:set>
                                      <p:cBhvr>
                                        <p:cTn id="119" dur="1" fill="hold">
                                          <p:stCondLst>
                                            <p:cond delay="0"/>
                                          </p:stCondLst>
                                        </p:cTn>
                                        <p:tgtEl>
                                          <p:spTgt spid="45078"/>
                                        </p:tgtEl>
                                        <p:attrNameLst>
                                          <p:attrName>style.visibility</p:attrName>
                                        </p:attrNameLst>
                                      </p:cBhvr>
                                      <p:to>
                                        <p:strVal val="visible"/>
                                      </p:to>
                                    </p:set>
                                    <p:animEffect transition="in" filter="wipe(up)">
                                      <p:cBhvr>
                                        <p:cTn id="120" dur="500"/>
                                        <p:tgtEl>
                                          <p:spTgt spid="45078"/>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4" fill="hold" grpId="0" nodeType="clickEffect">
                                  <p:stCondLst>
                                    <p:cond delay="0"/>
                                  </p:stCondLst>
                                  <p:childTnLst>
                                    <p:set>
                                      <p:cBhvr>
                                        <p:cTn id="124" dur="1" fill="hold">
                                          <p:stCondLst>
                                            <p:cond delay="0"/>
                                          </p:stCondLst>
                                        </p:cTn>
                                        <p:tgtEl>
                                          <p:spTgt spid="45079"/>
                                        </p:tgtEl>
                                        <p:attrNameLst>
                                          <p:attrName>style.visibility</p:attrName>
                                        </p:attrNameLst>
                                      </p:cBhvr>
                                      <p:to>
                                        <p:strVal val="visible"/>
                                      </p:to>
                                    </p:set>
                                    <p:animEffect transition="in" filter="wipe(down)">
                                      <p:cBhvr>
                                        <p:cTn id="125" dur="500"/>
                                        <p:tgtEl>
                                          <p:spTgt spid="45079"/>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4" fill="hold" grpId="0" nodeType="clickEffect">
                                  <p:stCondLst>
                                    <p:cond delay="0"/>
                                  </p:stCondLst>
                                  <p:childTnLst>
                                    <p:set>
                                      <p:cBhvr>
                                        <p:cTn id="129" dur="1" fill="hold">
                                          <p:stCondLst>
                                            <p:cond delay="0"/>
                                          </p:stCondLst>
                                        </p:cTn>
                                        <p:tgtEl>
                                          <p:spTgt spid="45080"/>
                                        </p:tgtEl>
                                        <p:attrNameLst>
                                          <p:attrName>style.visibility</p:attrName>
                                        </p:attrNameLst>
                                      </p:cBhvr>
                                      <p:to>
                                        <p:strVal val="visible"/>
                                      </p:to>
                                    </p:set>
                                    <p:animEffect transition="in" filter="wipe(down)">
                                      <p:cBhvr>
                                        <p:cTn id="130" dur="500"/>
                                        <p:tgtEl>
                                          <p:spTgt spid="45080"/>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4" fill="hold" grpId="0" nodeType="clickEffect">
                                  <p:stCondLst>
                                    <p:cond delay="0"/>
                                  </p:stCondLst>
                                  <p:childTnLst>
                                    <p:set>
                                      <p:cBhvr>
                                        <p:cTn id="134" dur="1" fill="hold">
                                          <p:stCondLst>
                                            <p:cond delay="0"/>
                                          </p:stCondLst>
                                        </p:cTn>
                                        <p:tgtEl>
                                          <p:spTgt spid="45194"/>
                                        </p:tgtEl>
                                        <p:attrNameLst>
                                          <p:attrName>style.visibility</p:attrName>
                                        </p:attrNameLst>
                                      </p:cBhvr>
                                      <p:to>
                                        <p:strVal val="visible"/>
                                      </p:to>
                                    </p:set>
                                    <p:animEffect transition="in" filter="wipe(down)">
                                      <p:cBhvr>
                                        <p:cTn id="135" dur="500"/>
                                        <p:tgtEl>
                                          <p:spTgt spid="45194"/>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1" fill="hold" grpId="0" nodeType="clickEffect">
                                  <p:stCondLst>
                                    <p:cond delay="0"/>
                                  </p:stCondLst>
                                  <p:childTnLst>
                                    <p:set>
                                      <p:cBhvr>
                                        <p:cTn id="139" dur="1" fill="hold">
                                          <p:stCondLst>
                                            <p:cond delay="0"/>
                                          </p:stCondLst>
                                        </p:cTn>
                                        <p:tgtEl>
                                          <p:spTgt spid="45081"/>
                                        </p:tgtEl>
                                        <p:attrNameLst>
                                          <p:attrName>style.visibility</p:attrName>
                                        </p:attrNameLst>
                                      </p:cBhvr>
                                      <p:to>
                                        <p:strVal val="visible"/>
                                      </p:to>
                                    </p:set>
                                    <p:animEffect transition="in" filter="wipe(up)">
                                      <p:cBhvr>
                                        <p:cTn id="140" dur="500"/>
                                        <p:tgtEl>
                                          <p:spTgt spid="45081"/>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4" fill="hold" grpId="0" nodeType="clickEffect">
                                  <p:stCondLst>
                                    <p:cond delay="0"/>
                                  </p:stCondLst>
                                  <p:childTnLst>
                                    <p:set>
                                      <p:cBhvr>
                                        <p:cTn id="144" dur="1" fill="hold">
                                          <p:stCondLst>
                                            <p:cond delay="0"/>
                                          </p:stCondLst>
                                        </p:cTn>
                                        <p:tgtEl>
                                          <p:spTgt spid="45082"/>
                                        </p:tgtEl>
                                        <p:attrNameLst>
                                          <p:attrName>style.visibility</p:attrName>
                                        </p:attrNameLst>
                                      </p:cBhvr>
                                      <p:to>
                                        <p:strVal val="visible"/>
                                      </p:to>
                                    </p:set>
                                    <p:animEffect transition="in" filter="wipe(down)">
                                      <p:cBhvr>
                                        <p:cTn id="145" dur="500"/>
                                        <p:tgtEl>
                                          <p:spTgt spid="45082"/>
                                        </p:tgtEl>
                                      </p:cBhvr>
                                    </p:animEffect>
                                  </p:childTnLst>
                                </p:cTn>
                              </p:par>
                              <p:par>
                                <p:cTn id="146" presetID="22" presetClass="entr" presetSubtype="4" fill="hold" grpId="0" nodeType="withEffect">
                                  <p:stCondLst>
                                    <p:cond delay="0"/>
                                  </p:stCondLst>
                                  <p:childTnLst>
                                    <p:set>
                                      <p:cBhvr>
                                        <p:cTn id="147" dur="1" fill="hold">
                                          <p:stCondLst>
                                            <p:cond delay="0"/>
                                          </p:stCondLst>
                                        </p:cTn>
                                        <p:tgtEl>
                                          <p:spTgt spid="45083"/>
                                        </p:tgtEl>
                                        <p:attrNameLst>
                                          <p:attrName>style.visibility</p:attrName>
                                        </p:attrNameLst>
                                      </p:cBhvr>
                                      <p:to>
                                        <p:strVal val="visible"/>
                                      </p:to>
                                    </p:set>
                                    <p:animEffect transition="in" filter="wipe(down)">
                                      <p:cBhvr>
                                        <p:cTn id="148" dur="500"/>
                                        <p:tgtEl>
                                          <p:spTgt spid="45083"/>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4" fill="hold" grpId="0" nodeType="clickEffect">
                                  <p:stCondLst>
                                    <p:cond delay="0"/>
                                  </p:stCondLst>
                                  <p:childTnLst>
                                    <p:set>
                                      <p:cBhvr>
                                        <p:cTn id="152" dur="1" fill="hold">
                                          <p:stCondLst>
                                            <p:cond delay="0"/>
                                          </p:stCondLst>
                                        </p:cTn>
                                        <p:tgtEl>
                                          <p:spTgt spid="45195"/>
                                        </p:tgtEl>
                                        <p:attrNameLst>
                                          <p:attrName>style.visibility</p:attrName>
                                        </p:attrNameLst>
                                      </p:cBhvr>
                                      <p:to>
                                        <p:strVal val="visible"/>
                                      </p:to>
                                    </p:set>
                                    <p:animEffect transition="in" filter="wipe(down)">
                                      <p:cBhvr>
                                        <p:cTn id="153" dur="500"/>
                                        <p:tgtEl>
                                          <p:spTgt spid="45195"/>
                                        </p:tgtEl>
                                      </p:cBhvr>
                                    </p:animEffect>
                                  </p:childTnLst>
                                </p:cTn>
                              </p:par>
                              <p:par>
                                <p:cTn id="154" presetID="22" presetClass="entr" presetSubtype="4" fill="hold" grpId="0" nodeType="withEffect">
                                  <p:stCondLst>
                                    <p:cond delay="0"/>
                                  </p:stCondLst>
                                  <p:childTnLst>
                                    <p:set>
                                      <p:cBhvr>
                                        <p:cTn id="155" dur="1" fill="hold">
                                          <p:stCondLst>
                                            <p:cond delay="0"/>
                                          </p:stCondLst>
                                        </p:cTn>
                                        <p:tgtEl>
                                          <p:spTgt spid="45196"/>
                                        </p:tgtEl>
                                        <p:attrNameLst>
                                          <p:attrName>style.visibility</p:attrName>
                                        </p:attrNameLst>
                                      </p:cBhvr>
                                      <p:to>
                                        <p:strVal val="visible"/>
                                      </p:to>
                                    </p:set>
                                    <p:animEffect transition="in" filter="wipe(down)">
                                      <p:cBhvr>
                                        <p:cTn id="156" dur="500"/>
                                        <p:tgtEl>
                                          <p:spTgt spid="45196"/>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4" fill="hold" grpId="0" nodeType="clickEffect">
                                  <p:stCondLst>
                                    <p:cond delay="0"/>
                                  </p:stCondLst>
                                  <p:childTnLst>
                                    <p:set>
                                      <p:cBhvr>
                                        <p:cTn id="160" dur="1" fill="hold">
                                          <p:stCondLst>
                                            <p:cond delay="0"/>
                                          </p:stCondLst>
                                        </p:cTn>
                                        <p:tgtEl>
                                          <p:spTgt spid="45084"/>
                                        </p:tgtEl>
                                        <p:attrNameLst>
                                          <p:attrName>style.visibility</p:attrName>
                                        </p:attrNameLst>
                                      </p:cBhvr>
                                      <p:to>
                                        <p:strVal val="visible"/>
                                      </p:to>
                                    </p:set>
                                    <p:animEffect transition="in" filter="wipe(down)">
                                      <p:cBhvr>
                                        <p:cTn id="161" dur="500"/>
                                        <p:tgtEl>
                                          <p:spTgt spid="45084"/>
                                        </p:tgtEl>
                                      </p:cBhvr>
                                    </p:animEffect>
                                  </p:childTnLst>
                                </p:cTn>
                              </p:par>
                              <p:par>
                                <p:cTn id="162" presetID="22" presetClass="entr" presetSubtype="4" fill="hold" grpId="0" nodeType="withEffect">
                                  <p:stCondLst>
                                    <p:cond delay="0"/>
                                  </p:stCondLst>
                                  <p:childTnLst>
                                    <p:set>
                                      <p:cBhvr>
                                        <p:cTn id="163" dur="1" fill="hold">
                                          <p:stCondLst>
                                            <p:cond delay="0"/>
                                          </p:stCondLst>
                                        </p:cTn>
                                        <p:tgtEl>
                                          <p:spTgt spid="45085"/>
                                        </p:tgtEl>
                                        <p:attrNameLst>
                                          <p:attrName>style.visibility</p:attrName>
                                        </p:attrNameLst>
                                      </p:cBhvr>
                                      <p:to>
                                        <p:strVal val="visible"/>
                                      </p:to>
                                    </p:set>
                                    <p:animEffect transition="in" filter="wipe(down)">
                                      <p:cBhvr>
                                        <p:cTn id="164" dur="500"/>
                                        <p:tgtEl>
                                          <p:spTgt spid="45085"/>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2" presetClass="entr" presetSubtype="1" fill="hold" grpId="0" nodeType="clickEffect">
                                  <p:stCondLst>
                                    <p:cond delay="0"/>
                                  </p:stCondLst>
                                  <p:childTnLst>
                                    <p:set>
                                      <p:cBhvr>
                                        <p:cTn id="168" dur="1" fill="hold">
                                          <p:stCondLst>
                                            <p:cond delay="0"/>
                                          </p:stCondLst>
                                        </p:cTn>
                                        <p:tgtEl>
                                          <p:spTgt spid="45086"/>
                                        </p:tgtEl>
                                        <p:attrNameLst>
                                          <p:attrName>style.visibility</p:attrName>
                                        </p:attrNameLst>
                                      </p:cBhvr>
                                      <p:to>
                                        <p:strVal val="visible"/>
                                      </p:to>
                                    </p:set>
                                    <p:animEffect transition="in" filter="wipe(up)">
                                      <p:cBhvr>
                                        <p:cTn id="169" dur="500"/>
                                        <p:tgtEl>
                                          <p:spTgt spid="45086"/>
                                        </p:tgtEl>
                                      </p:cBhvr>
                                    </p:animEffec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22" presetClass="entr" presetSubtype="1" fill="hold" grpId="0" nodeType="clickEffect">
                                  <p:stCondLst>
                                    <p:cond delay="0"/>
                                  </p:stCondLst>
                                  <p:childTnLst>
                                    <p:set>
                                      <p:cBhvr>
                                        <p:cTn id="173" dur="1" fill="hold">
                                          <p:stCondLst>
                                            <p:cond delay="0"/>
                                          </p:stCondLst>
                                        </p:cTn>
                                        <p:tgtEl>
                                          <p:spTgt spid="45087"/>
                                        </p:tgtEl>
                                        <p:attrNameLst>
                                          <p:attrName>style.visibility</p:attrName>
                                        </p:attrNameLst>
                                      </p:cBhvr>
                                      <p:to>
                                        <p:strVal val="visible"/>
                                      </p:to>
                                    </p:set>
                                    <p:animEffect transition="in" filter="wipe(up)">
                                      <p:cBhvr>
                                        <p:cTn id="174" dur="500"/>
                                        <p:tgtEl>
                                          <p:spTgt spid="45087"/>
                                        </p:tgtEl>
                                      </p:cBhvr>
                                    </p:animEffect>
                                  </p:childTnLst>
                                </p:cTn>
                              </p:par>
                            </p:childTnLst>
                          </p:cTn>
                        </p:par>
                      </p:childTnLst>
                    </p:cTn>
                  </p:par>
                  <p:par>
                    <p:cTn id="175" fill="hold" nodeType="clickPar">
                      <p:stCondLst>
                        <p:cond delay="indefinite"/>
                      </p:stCondLst>
                      <p:childTnLst>
                        <p:par>
                          <p:cTn id="176" fill="hold" nodeType="withGroup">
                            <p:stCondLst>
                              <p:cond delay="0"/>
                            </p:stCondLst>
                            <p:childTnLst>
                              <p:par>
                                <p:cTn id="177" presetID="22" presetClass="entr" presetSubtype="4" fill="hold" grpId="0" nodeType="clickEffect">
                                  <p:stCondLst>
                                    <p:cond delay="0"/>
                                  </p:stCondLst>
                                  <p:childTnLst>
                                    <p:set>
                                      <p:cBhvr>
                                        <p:cTn id="178" dur="1" fill="hold">
                                          <p:stCondLst>
                                            <p:cond delay="0"/>
                                          </p:stCondLst>
                                        </p:cTn>
                                        <p:tgtEl>
                                          <p:spTgt spid="45095"/>
                                        </p:tgtEl>
                                        <p:attrNameLst>
                                          <p:attrName>style.visibility</p:attrName>
                                        </p:attrNameLst>
                                      </p:cBhvr>
                                      <p:to>
                                        <p:strVal val="visible"/>
                                      </p:to>
                                    </p:set>
                                    <p:animEffect transition="in" filter="wipe(down)">
                                      <p:cBhvr>
                                        <p:cTn id="179" dur="500"/>
                                        <p:tgtEl>
                                          <p:spTgt spid="45095"/>
                                        </p:tgtEl>
                                      </p:cBhvr>
                                    </p:animEffect>
                                  </p:childTnLst>
                                </p:cTn>
                              </p:par>
                              <p:par>
                                <p:cTn id="180" presetID="22" presetClass="entr" presetSubtype="4" fill="hold" grpId="0" nodeType="withEffect">
                                  <p:stCondLst>
                                    <p:cond delay="0"/>
                                  </p:stCondLst>
                                  <p:childTnLst>
                                    <p:set>
                                      <p:cBhvr>
                                        <p:cTn id="181" dur="1" fill="hold">
                                          <p:stCondLst>
                                            <p:cond delay="0"/>
                                          </p:stCondLst>
                                        </p:cTn>
                                        <p:tgtEl>
                                          <p:spTgt spid="45100"/>
                                        </p:tgtEl>
                                        <p:attrNameLst>
                                          <p:attrName>style.visibility</p:attrName>
                                        </p:attrNameLst>
                                      </p:cBhvr>
                                      <p:to>
                                        <p:strVal val="visible"/>
                                      </p:to>
                                    </p:set>
                                    <p:animEffect transition="in" filter="wipe(down)">
                                      <p:cBhvr>
                                        <p:cTn id="182" dur="500"/>
                                        <p:tgtEl>
                                          <p:spTgt spid="45100"/>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4" fill="hold" grpId="0" nodeType="clickEffect">
                                  <p:stCondLst>
                                    <p:cond delay="0"/>
                                  </p:stCondLst>
                                  <p:childTnLst>
                                    <p:set>
                                      <p:cBhvr>
                                        <p:cTn id="186" dur="1" fill="hold">
                                          <p:stCondLst>
                                            <p:cond delay="0"/>
                                          </p:stCondLst>
                                        </p:cTn>
                                        <p:tgtEl>
                                          <p:spTgt spid="45096"/>
                                        </p:tgtEl>
                                        <p:attrNameLst>
                                          <p:attrName>style.visibility</p:attrName>
                                        </p:attrNameLst>
                                      </p:cBhvr>
                                      <p:to>
                                        <p:strVal val="visible"/>
                                      </p:to>
                                    </p:set>
                                    <p:animEffect transition="in" filter="wipe(down)">
                                      <p:cBhvr>
                                        <p:cTn id="187" dur="500"/>
                                        <p:tgtEl>
                                          <p:spTgt spid="45096"/>
                                        </p:tgtEl>
                                      </p:cBhvr>
                                    </p:animEffect>
                                  </p:childTnLst>
                                </p:cTn>
                              </p:par>
                              <p:par>
                                <p:cTn id="188" presetID="22" presetClass="entr" presetSubtype="4" fill="hold" grpId="0" nodeType="withEffect">
                                  <p:stCondLst>
                                    <p:cond delay="0"/>
                                  </p:stCondLst>
                                  <p:childTnLst>
                                    <p:set>
                                      <p:cBhvr>
                                        <p:cTn id="189" dur="1" fill="hold">
                                          <p:stCondLst>
                                            <p:cond delay="0"/>
                                          </p:stCondLst>
                                        </p:cTn>
                                        <p:tgtEl>
                                          <p:spTgt spid="45101"/>
                                        </p:tgtEl>
                                        <p:attrNameLst>
                                          <p:attrName>style.visibility</p:attrName>
                                        </p:attrNameLst>
                                      </p:cBhvr>
                                      <p:to>
                                        <p:strVal val="visible"/>
                                      </p:to>
                                    </p:set>
                                    <p:animEffect transition="in" filter="wipe(down)">
                                      <p:cBhvr>
                                        <p:cTn id="190" dur="500"/>
                                        <p:tgtEl>
                                          <p:spTgt spid="45101"/>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22" presetClass="entr" presetSubtype="4" fill="hold" grpId="0" nodeType="clickEffect">
                                  <p:stCondLst>
                                    <p:cond delay="0"/>
                                  </p:stCondLst>
                                  <p:childTnLst>
                                    <p:set>
                                      <p:cBhvr>
                                        <p:cTn id="194" dur="1" fill="hold">
                                          <p:stCondLst>
                                            <p:cond delay="0"/>
                                          </p:stCondLst>
                                        </p:cTn>
                                        <p:tgtEl>
                                          <p:spTgt spid="45097"/>
                                        </p:tgtEl>
                                        <p:attrNameLst>
                                          <p:attrName>style.visibility</p:attrName>
                                        </p:attrNameLst>
                                      </p:cBhvr>
                                      <p:to>
                                        <p:strVal val="visible"/>
                                      </p:to>
                                    </p:set>
                                    <p:animEffect transition="in" filter="wipe(down)">
                                      <p:cBhvr>
                                        <p:cTn id="195" dur="500"/>
                                        <p:tgtEl>
                                          <p:spTgt spid="45097"/>
                                        </p:tgtEl>
                                      </p:cBhvr>
                                    </p:animEffect>
                                  </p:childTnLst>
                                </p:cTn>
                              </p:par>
                              <p:par>
                                <p:cTn id="196" presetID="22" presetClass="entr" presetSubtype="4" fill="hold" grpId="0" nodeType="withEffect">
                                  <p:stCondLst>
                                    <p:cond delay="0"/>
                                  </p:stCondLst>
                                  <p:childTnLst>
                                    <p:set>
                                      <p:cBhvr>
                                        <p:cTn id="197" dur="1" fill="hold">
                                          <p:stCondLst>
                                            <p:cond delay="0"/>
                                          </p:stCondLst>
                                        </p:cTn>
                                        <p:tgtEl>
                                          <p:spTgt spid="45102"/>
                                        </p:tgtEl>
                                        <p:attrNameLst>
                                          <p:attrName>style.visibility</p:attrName>
                                        </p:attrNameLst>
                                      </p:cBhvr>
                                      <p:to>
                                        <p:strVal val="visible"/>
                                      </p:to>
                                    </p:set>
                                    <p:animEffect transition="in" filter="wipe(down)">
                                      <p:cBhvr>
                                        <p:cTn id="198" dur="500"/>
                                        <p:tgtEl>
                                          <p:spTgt spid="45102"/>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2" presetClass="entr" presetSubtype="4" fill="hold" grpId="0" nodeType="clickEffect">
                                  <p:stCondLst>
                                    <p:cond delay="0"/>
                                  </p:stCondLst>
                                  <p:childTnLst>
                                    <p:set>
                                      <p:cBhvr>
                                        <p:cTn id="202" dur="1" fill="hold">
                                          <p:stCondLst>
                                            <p:cond delay="0"/>
                                          </p:stCondLst>
                                        </p:cTn>
                                        <p:tgtEl>
                                          <p:spTgt spid="45098"/>
                                        </p:tgtEl>
                                        <p:attrNameLst>
                                          <p:attrName>style.visibility</p:attrName>
                                        </p:attrNameLst>
                                      </p:cBhvr>
                                      <p:to>
                                        <p:strVal val="visible"/>
                                      </p:to>
                                    </p:set>
                                    <p:animEffect transition="in" filter="wipe(down)">
                                      <p:cBhvr>
                                        <p:cTn id="203" dur="500"/>
                                        <p:tgtEl>
                                          <p:spTgt spid="45098"/>
                                        </p:tgtEl>
                                      </p:cBhvr>
                                    </p:animEffect>
                                  </p:childTnLst>
                                </p:cTn>
                              </p:par>
                              <p:par>
                                <p:cTn id="204" presetID="22" presetClass="entr" presetSubtype="4" fill="hold" grpId="0" nodeType="withEffect">
                                  <p:stCondLst>
                                    <p:cond delay="0"/>
                                  </p:stCondLst>
                                  <p:childTnLst>
                                    <p:set>
                                      <p:cBhvr>
                                        <p:cTn id="205" dur="1" fill="hold">
                                          <p:stCondLst>
                                            <p:cond delay="0"/>
                                          </p:stCondLst>
                                        </p:cTn>
                                        <p:tgtEl>
                                          <p:spTgt spid="45104"/>
                                        </p:tgtEl>
                                        <p:attrNameLst>
                                          <p:attrName>style.visibility</p:attrName>
                                        </p:attrNameLst>
                                      </p:cBhvr>
                                      <p:to>
                                        <p:strVal val="visible"/>
                                      </p:to>
                                    </p:set>
                                    <p:animEffect transition="in" filter="wipe(down)">
                                      <p:cBhvr>
                                        <p:cTn id="206" dur="500"/>
                                        <p:tgtEl>
                                          <p:spTgt spid="45104"/>
                                        </p:tgtEl>
                                      </p:cBhvr>
                                    </p:animEffect>
                                  </p:childTnLst>
                                </p:cTn>
                              </p:par>
                            </p:childTnLst>
                          </p:cTn>
                        </p:par>
                      </p:childTnLst>
                    </p:cTn>
                  </p:par>
                  <p:par>
                    <p:cTn id="207" fill="hold" nodeType="clickPar">
                      <p:stCondLst>
                        <p:cond delay="indefinite"/>
                      </p:stCondLst>
                      <p:childTnLst>
                        <p:par>
                          <p:cTn id="208" fill="hold" nodeType="withGroup">
                            <p:stCondLst>
                              <p:cond delay="0"/>
                            </p:stCondLst>
                            <p:childTnLst>
                              <p:par>
                                <p:cTn id="209" presetID="22" presetClass="entr" presetSubtype="4" fill="hold" grpId="0" nodeType="clickEffect">
                                  <p:stCondLst>
                                    <p:cond delay="0"/>
                                  </p:stCondLst>
                                  <p:childTnLst>
                                    <p:set>
                                      <p:cBhvr>
                                        <p:cTn id="210" dur="1" fill="hold">
                                          <p:stCondLst>
                                            <p:cond delay="0"/>
                                          </p:stCondLst>
                                        </p:cTn>
                                        <p:tgtEl>
                                          <p:spTgt spid="45099"/>
                                        </p:tgtEl>
                                        <p:attrNameLst>
                                          <p:attrName>style.visibility</p:attrName>
                                        </p:attrNameLst>
                                      </p:cBhvr>
                                      <p:to>
                                        <p:strVal val="visible"/>
                                      </p:to>
                                    </p:set>
                                    <p:animEffect transition="in" filter="wipe(down)">
                                      <p:cBhvr>
                                        <p:cTn id="211" dur="500"/>
                                        <p:tgtEl>
                                          <p:spTgt spid="45099"/>
                                        </p:tgtEl>
                                      </p:cBhvr>
                                    </p:animEffect>
                                  </p:childTnLst>
                                </p:cTn>
                              </p:par>
                              <p:par>
                                <p:cTn id="212" presetID="22" presetClass="entr" presetSubtype="4" fill="hold" grpId="0" nodeType="withEffect">
                                  <p:stCondLst>
                                    <p:cond delay="0"/>
                                  </p:stCondLst>
                                  <p:childTnLst>
                                    <p:set>
                                      <p:cBhvr>
                                        <p:cTn id="213" dur="1" fill="hold">
                                          <p:stCondLst>
                                            <p:cond delay="0"/>
                                          </p:stCondLst>
                                        </p:cTn>
                                        <p:tgtEl>
                                          <p:spTgt spid="45103"/>
                                        </p:tgtEl>
                                        <p:attrNameLst>
                                          <p:attrName>style.visibility</p:attrName>
                                        </p:attrNameLst>
                                      </p:cBhvr>
                                      <p:to>
                                        <p:strVal val="visible"/>
                                      </p:to>
                                    </p:set>
                                    <p:animEffect transition="in" filter="wipe(down)">
                                      <p:cBhvr>
                                        <p:cTn id="214" dur="500"/>
                                        <p:tgtEl>
                                          <p:spTgt spid="45103"/>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22" presetClass="entr" presetSubtype="1" fill="hold" grpId="0" nodeType="clickEffect">
                                  <p:stCondLst>
                                    <p:cond delay="0"/>
                                  </p:stCondLst>
                                  <p:childTnLst>
                                    <p:set>
                                      <p:cBhvr>
                                        <p:cTn id="218" dur="1" fill="hold">
                                          <p:stCondLst>
                                            <p:cond delay="0"/>
                                          </p:stCondLst>
                                        </p:cTn>
                                        <p:tgtEl>
                                          <p:spTgt spid="45153"/>
                                        </p:tgtEl>
                                        <p:attrNameLst>
                                          <p:attrName>style.visibility</p:attrName>
                                        </p:attrNameLst>
                                      </p:cBhvr>
                                      <p:to>
                                        <p:strVal val="visible"/>
                                      </p:to>
                                    </p:set>
                                    <p:animEffect transition="in" filter="wipe(up)">
                                      <p:cBhvr>
                                        <p:cTn id="219" dur="500"/>
                                        <p:tgtEl>
                                          <p:spTgt spid="45153"/>
                                        </p:tgtEl>
                                      </p:cBhvr>
                                    </p:animEffect>
                                  </p:childTnLst>
                                </p:cTn>
                              </p:par>
                            </p:childTnLst>
                          </p:cTn>
                        </p:par>
                      </p:childTnLst>
                    </p:cTn>
                  </p:par>
                  <p:par>
                    <p:cTn id="220" fill="hold" nodeType="clickPar">
                      <p:stCondLst>
                        <p:cond delay="indefinite"/>
                      </p:stCondLst>
                      <p:childTnLst>
                        <p:par>
                          <p:cTn id="221" fill="hold" nodeType="withGroup">
                            <p:stCondLst>
                              <p:cond delay="0"/>
                            </p:stCondLst>
                            <p:childTnLst>
                              <p:par>
                                <p:cTn id="222" presetID="22" presetClass="entr" presetSubtype="4" fill="hold" grpId="0" nodeType="clickEffect">
                                  <p:stCondLst>
                                    <p:cond delay="0"/>
                                  </p:stCondLst>
                                  <p:childTnLst>
                                    <p:set>
                                      <p:cBhvr>
                                        <p:cTn id="223" dur="1" fill="hold">
                                          <p:stCondLst>
                                            <p:cond delay="0"/>
                                          </p:stCondLst>
                                        </p:cTn>
                                        <p:tgtEl>
                                          <p:spTgt spid="45106"/>
                                        </p:tgtEl>
                                        <p:attrNameLst>
                                          <p:attrName>style.visibility</p:attrName>
                                        </p:attrNameLst>
                                      </p:cBhvr>
                                      <p:to>
                                        <p:strVal val="visible"/>
                                      </p:to>
                                    </p:set>
                                    <p:animEffect transition="in" filter="wipe(down)">
                                      <p:cBhvr>
                                        <p:cTn id="224" dur="500"/>
                                        <p:tgtEl>
                                          <p:spTgt spid="45106"/>
                                        </p:tgtEl>
                                      </p:cBhvr>
                                    </p:animEffect>
                                  </p:childTnLst>
                                </p:cTn>
                              </p:par>
                              <p:par>
                                <p:cTn id="225" presetID="22" presetClass="entr" presetSubtype="4" fill="hold" grpId="0" nodeType="withEffect">
                                  <p:stCondLst>
                                    <p:cond delay="0"/>
                                  </p:stCondLst>
                                  <p:childTnLst>
                                    <p:set>
                                      <p:cBhvr>
                                        <p:cTn id="226" dur="1" fill="hold">
                                          <p:stCondLst>
                                            <p:cond delay="0"/>
                                          </p:stCondLst>
                                        </p:cTn>
                                        <p:tgtEl>
                                          <p:spTgt spid="45107"/>
                                        </p:tgtEl>
                                        <p:attrNameLst>
                                          <p:attrName>style.visibility</p:attrName>
                                        </p:attrNameLst>
                                      </p:cBhvr>
                                      <p:to>
                                        <p:strVal val="visible"/>
                                      </p:to>
                                    </p:set>
                                    <p:animEffect transition="in" filter="wipe(down)">
                                      <p:cBhvr>
                                        <p:cTn id="227" dur="500"/>
                                        <p:tgtEl>
                                          <p:spTgt spid="45107"/>
                                        </p:tgtEl>
                                      </p:cBhvr>
                                    </p:animEffec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26" presetClass="entr" presetSubtype="0" fill="hold" nodeType="clickEffect">
                                  <p:stCondLst>
                                    <p:cond delay="0"/>
                                  </p:stCondLst>
                                  <p:childTnLst>
                                    <p:set>
                                      <p:cBhvr>
                                        <p:cTn id="231" dur="1" fill="hold">
                                          <p:stCondLst>
                                            <p:cond delay="0"/>
                                          </p:stCondLst>
                                        </p:cTn>
                                        <p:tgtEl>
                                          <p:spTgt spid="45142"/>
                                        </p:tgtEl>
                                        <p:attrNameLst>
                                          <p:attrName>style.visibility</p:attrName>
                                        </p:attrNameLst>
                                      </p:cBhvr>
                                      <p:to>
                                        <p:strVal val="visible"/>
                                      </p:to>
                                    </p:set>
                                    <p:animEffect transition="in" filter="wipe(down)">
                                      <p:cBhvr>
                                        <p:cTn id="232" dur="580">
                                          <p:stCondLst>
                                            <p:cond delay="0"/>
                                          </p:stCondLst>
                                        </p:cTn>
                                        <p:tgtEl>
                                          <p:spTgt spid="45142"/>
                                        </p:tgtEl>
                                      </p:cBhvr>
                                    </p:animEffect>
                                    <p:anim calcmode="lin" valueType="num">
                                      <p:cBhvr>
                                        <p:cTn id="233" dur="1822" tmFilter="0,0; 0.14,0.36; 0.43,0.73; 0.71,0.91; 1.0,1.0">
                                          <p:stCondLst>
                                            <p:cond delay="0"/>
                                          </p:stCondLst>
                                        </p:cTn>
                                        <p:tgtEl>
                                          <p:spTgt spid="45142"/>
                                        </p:tgtEl>
                                        <p:attrNameLst>
                                          <p:attrName>ppt_x</p:attrName>
                                        </p:attrNameLst>
                                      </p:cBhvr>
                                      <p:tavLst>
                                        <p:tav tm="0">
                                          <p:val>
                                            <p:strVal val="#ppt_x-0.25"/>
                                          </p:val>
                                        </p:tav>
                                        <p:tav tm="100000">
                                          <p:val>
                                            <p:strVal val="#ppt_x"/>
                                          </p:val>
                                        </p:tav>
                                      </p:tavLst>
                                    </p:anim>
                                    <p:anim calcmode="lin" valueType="num">
                                      <p:cBhvr>
                                        <p:cTn id="234" dur="664" tmFilter="0.0,0.0; 0.25,0.07; 0.50,0.2; 0.75,0.467; 1.0,1.0">
                                          <p:stCondLst>
                                            <p:cond delay="0"/>
                                          </p:stCondLst>
                                        </p:cTn>
                                        <p:tgtEl>
                                          <p:spTgt spid="45142"/>
                                        </p:tgtEl>
                                        <p:attrNameLst>
                                          <p:attrName>ppt_y</p:attrName>
                                        </p:attrNameLst>
                                      </p:cBhvr>
                                      <p:tavLst>
                                        <p:tav tm="0" fmla="#ppt_y-sin(pi*$)/3">
                                          <p:val>
                                            <p:fltVal val="0.5"/>
                                          </p:val>
                                        </p:tav>
                                        <p:tav tm="100000">
                                          <p:val>
                                            <p:fltVal val="1"/>
                                          </p:val>
                                        </p:tav>
                                      </p:tavLst>
                                    </p:anim>
                                    <p:anim calcmode="lin" valueType="num">
                                      <p:cBhvr>
                                        <p:cTn id="235" dur="664" tmFilter="0, 0; 0.125,0.2665; 0.25,0.4; 0.375,0.465; 0.5,0.5;  0.625,0.535; 0.75,0.6; 0.875,0.7335; 1,1">
                                          <p:stCondLst>
                                            <p:cond delay="664"/>
                                          </p:stCondLst>
                                        </p:cTn>
                                        <p:tgtEl>
                                          <p:spTgt spid="45142"/>
                                        </p:tgtEl>
                                        <p:attrNameLst>
                                          <p:attrName>ppt_y</p:attrName>
                                        </p:attrNameLst>
                                      </p:cBhvr>
                                      <p:tavLst>
                                        <p:tav tm="0" fmla="#ppt_y-sin(pi*$)/9">
                                          <p:val>
                                            <p:fltVal val="0"/>
                                          </p:val>
                                        </p:tav>
                                        <p:tav tm="100000">
                                          <p:val>
                                            <p:fltVal val="1"/>
                                          </p:val>
                                        </p:tav>
                                      </p:tavLst>
                                    </p:anim>
                                    <p:anim calcmode="lin" valueType="num">
                                      <p:cBhvr>
                                        <p:cTn id="236" dur="332" tmFilter="0, 0; 0.125,0.2665; 0.25,0.4; 0.375,0.465; 0.5,0.5;  0.625,0.535; 0.75,0.6; 0.875,0.7335; 1,1">
                                          <p:stCondLst>
                                            <p:cond delay="1324"/>
                                          </p:stCondLst>
                                        </p:cTn>
                                        <p:tgtEl>
                                          <p:spTgt spid="45142"/>
                                        </p:tgtEl>
                                        <p:attrNameLst>
                                          <p:attrName>ppt_y</p:attrName>
                                        </p:attrNameLst>
                                      </p:cBhvr>
                                      <p:tavLst>
                                        <p:tav tm="0" fmla="#ppt_y-sin(pi*$)/27">
                                          <p:val>
                                            <p:fltVal val="0"/>
                                          </p:val>
                                        </p:tav>
                                        <p:tav tm="100000">
                                          <p:val>
                                            <p:fltVal val="1"/>
                                          </p:val>
                                        </p:tav>
                                      </p:tavLst>
                                    </p:anim>
                                    <p:anim calcmode="lin" valueType="num">
                                      <p:cBhvr>
                                        <p:cTn id="237" dur="164" tmFilter="0, 0; 0.125,0.2665; 0.25,0.4; 0.375,0.465; 0.5,0.5;  0.625,0.535; 0.75,0.6; 0.875,0.7335; 1,1">
                                          <p:stCondLst>
                                            <p:cond delay="1656"/>
                                          </p:stCondLst>
                                        </p:cTn>
                                        <p:tgtEl>
                                          <p:spTgt spid="45142"/>
                                        </p:tgtEl>
                                        <p:attrNameLst>
                                          <p:attrName>ppt_y</p:attrName>
                                        </p:attrNameLst>
                                      </p:cBhvr>
                                      <p:tavLst>
                                        <p:tav tm="0" fmla="#ppt_y-sin(pi*$)/81">
                                          <p:val>
                                            <p:fltVal val="0"/>
                                          </p:val>
                                        </p:tav>
                                        <p:tav tm="100000">
                                          <p:val>
                                            <p:fltVal val="1"/>
                                          </p:val>
                                        </p:tav>
                                      </p:tavLst>
                                    </p:anim>
                                    <p:animScale>
                                      <p:cBhvr>
                                        <p:cTn id="238" dur="26">
                                          <p:stCondLst>
                                            <p:cond delay="650"/>
                                          </p:stCondLst>
                                        </p:cTn>
                                        <p:tgtEl>
                                          <p:spTgt spid="45142"/>
                                        </p:tgtEl>
                                      </p:cBhvr>
                                      <p:to x="100000" y="60000"/>
                                    </p:animScale>
                                    <p:animScale>
                                      <p:cBhvr>
                                        <p:cTn id="239" dur="166" decel="50000">
                                          <p:stCondLst>
                                            <p:cond delay="676"/>
                                          </p:stCondLst>
                                        </p:cTn>
                                        <p:tgtEl>
                                          <p:spTgt spid="45142"/>
                                        </p:tgtEl>
                                      </p:cBhvr>
                                      <p:to x="100000" y="100000"/>
                                    </p:animScale>
                                    <p:animScale>
                                      <p:cBhvr>
                                        <p:cTn id="240" dur="26">
                                          <p:stCondLst>
                                            <p:cond delay="1312"/>
                                          </p:stCondLst>
                                        </p:cTn>
                                        <p:tgtEl>
                                          <p:spTgt spid="45142"/>
                                        </p:tgtEl>
                                      </p:cBhvr>
                                      <p:to x="100000" y="80000"/>
                                    </p:animScale>
                                    <p:animScale>
                                      <p:cBhvr>
                                        <p:cTn id="241" dur="166" decel="50000">
                                          <p:stCondLst>
                                            <p:cond delay="1338"/>
                                          </p:stCondLst>
                                        </p:cTn>
                                        <p:tgtEl>
                                          <p:spTgt spid="45142"/>
                                        </p:tgtEl>
                                      </p:cBhvr>
                                      <p:to x="100000" y="100000"/>
                                    </p:animScale>
                                    <p:animScale>
                                      <p:cBhvr>
                                        <p:cTn id="242" dur="26">
                                          <p:stCondLst>
                                            <p:cond delay="1642"/>
                                          </p:stCondLst>
                                        </p:cTn>
                                        <p:tgtEl>
                                          <p:spTgt spid="45142"/>
                                        </p:tgtEl>
                                      </p:cBhvr>
                                      <p:to x="100000" y="90000"/>
                                    </p:animScale>
                                    <p:animScale>
                                      <p:cBhvr>
                                        <p:cTn id="243" dur="166" decel="50000">
                                          <p:stCondLst>
                                            <p:cond delay="1668"/>
                                          </p:stCondLst>
                                        </p:cTn>
                                        <p:tgtEl>
                                          <p:spTgt spid="45142"/>
                                        </p:tgtEl>
                                      </p:cBhvr>
                                      <p:to x="100000" y="100000"/>
                                    </p:animScale>
                                    <p:animScale>
                                      <p:cBhvr>
                                        <p:cTn id="244" dur="26">
                                          <p:stCondLst>
                                            <p:cond delay="1808"/>
                                          </p:stCondLst>
                                        </p:cTn>
                                        <p:tgtEl>
                                          <p:spTgt spid="45142"/>
                                        </p:tgtEl>
                                      </p:cBhvr>
                                      <p:to x="100000" y="95000"/>
                                    </p:animScale>
                                    <p:animScale>
                                      <p:cBhvr>
                                        <p:cTn id="245" dur="166" decel="50000">
                                          <p:stCondLst>
                                            <p:cond delay="1834"/>
                                          </p:stCondLst>
                                        </p:cTn>
                                        <p:tgtEl>
                                          <p:spTgt spid="45142"/>
                                        </p:tgtEl>
                                      </p:cBhvr>
                                      <p:to x="100000" y="100000"/>
                                    </p:animScale>
                                  </p:childTnLst>
                                </p:cTn>
                              </p:par>
                            </p:childTnLst>
                          </p:cTn>
                        </p:par>
                      </p:childTnLst>
                    </p:cTn>
                  </p:par>
                  <p:par>
                    <p:cTn id="246" fill="hold" nodeType="clickPar">
                      <p:stCondLst>
                        <p:cond delay="indefinite"/>
                      </p:stCondLst>
                      <p:childTnLst>
                        <p:par>
                          <p:cTn id="247" fill="hold" nodeType="withGroup">
                            <p:stCondLst>
                              <p:cond delay="0"/>
                            </p:stCondLst>
                            <p:childTnLst>
                              <p:par>
                                <p:cTn id="248" presetID="22" presetClass="entr" presetSubtype="4" fill="hold" grpId="0" nodeType="clickEffect">
                                  <p:stCondLst>
                                    <p:cond delay="0"/>
                                  </p:stCondLst>
                                  <p:childTnLst>
                                    <p:set>
                                      <p:cBhvr>
                                        <p:cTn id="249" dur="1" fill="hold">
                                          <p:stCondLst>
                                            <p:cond delay="0"/>
                                          </p:stCondLst>
                                        </p:cTn>
                                        <p:tgtEl>
                                          <p:spTgt spid="45132"/>
                                        </p:tgtEl>
                                        <p:attrNameLst>
                                          <p:attrName>style.visibility</p:attrName>
                                        </p:attrNameLst>
                                      </p:cBhvr>
                                      <p:to>
                                        <p:strVal val="visible"/>
                                      </p:to>
                                    </p:set>
                                    <p:animEffect transition="in" filter="wipe(down)">
                                      <p:cBhvr>
                                        <p:cTn id="250" dur="500"/>
                                        <p:tgtEl>
                                          <p:spTgt spid="45132"/>
                                        </p:tgtEl>
                                      </p:cBhvr>
                                    </p:animEffect>
                                  </p:childTnLst>
                                </p:cTn>
                              </p:par>
                              <p:par>
                                <p:cTn id="251" presetID="22" presetClass="entr" presetSubtype="4" fill="hold" grpId="0" nodeType="withEffect">
                                  <p:stCondLst>
                                    <p:cond delay="0"/>
                                  </p:stCondLst>
                                  <p:childTnLst>
                                    <p:set>
                                      <p:cBhvr>
                                        <p:cTn id="252" dur="1" fill="hold">
                                          <p:stCondLst>
                                            <p:cond delay="0"/>
                                          </p:stCondLst>
                                        </p:cTn>
                                        <p:tgtEl>
                                          <p:spTgt spid="45137"/>
                                        </p:tgtEl>
                                        <p:attrNameLst>
                                          <p:attrName>style.visibility</p:attrName>
                                        </p:attrNameLst>
                                      </p:cBhvr>
                                      <p:to>
                                        <p:strVal val="visible"/>
                                      </p:to>
                                    </p:set>
                                    <p:animEffect transition="in" filter="wipe(down)">
                                      <p:cBhvr>
                                        <p:cTn id="253" dur="500"/>
                                        <p:tgtEl>
                                          <p:spTgt spid="45137"/>
                                        </p:tgtEl>
                                      </p:cBhvr>
                                    </p:animEffect>
                                  </p:childTnLst>
                                </p:cTn>
                              </p:par>
                            </p:childTnLst>
                          </p:cTn>
                        </p:par>
                      </p:childTnLst>
                    </p:cTn>
                  </p:par>
                  <p:par>
                    <p:cTn id="254" fill="hold" nodeType="clickPar">
                      <p:stCondLst>
                        <p:cond delay="indefinite"/>
                      </p:stCondLst>
                      <p:childTnLst>
                        <p:par>
                          <p:cTn id="255" fill="hold" nodeType="withGroup">
                            <p:stCondLst>
                              <p:cond delay="0"/>
                            </p:stCondLst>
                            <p:childTnLst>
                              <p:par>
                                <p:cTn id="256" presetID="22" presetClass="entr" presetSubtype="4" fill="hold" grpId="0" nodeType="clickEffect">
                                  <p:stCondLst>
                                    <p:cond delay="0"/>
                                  </p:stCondLst>
                                  <p:childTnLst>
                                    <p:set>
                                      <p:cBhvr>
                                        <p:cTn id="257" dur="1" fill="hold">
                                          <p:stCondLst>
                                            <p:cond delay="0"/>
                                          </p:stCondLst>
                                        </p:cTn>
                                        <p:tgtEl>
                                          <p:spTgt spid="45133"/>
                                        </p:tgtEl>
                                        <p:attrNameLst>
                                          <p:attrName>style.visibility</p:attrName>
                                        </p:attrNameLst>
                                      </p:cBhvr>
                                      <p:to>
                                        <p:strVal val="visible"/>
                                      </p:to>
                                    </p:set>
                                    <p:animEffect transition="in" filter="wipe(down)">
                                      <p:cBhvr>
                                        <p:cTn id="258" dur="500"/>
                                        <p:tgtEl>
                                          <p:spTgt spid="45133"/>
                                        </p:tgtEl>
                                      </p:cBhvr>
                                    </p:animEffect>
                                  </p:childTnLst>
                                </p:cTn>
                              </p:par>
                              <p:par>
                                <p:cTn id="259" presetID="22" presetClass="entr" presetSubtype="4" fill="hold" grpId="0" nodeType="withEffect">
                                  <p:stCondLst>
                                    <p:cond delay="0"/>
                                  </p:stCondLst>
                                  <p:childTnLst>
                                    <p:set>
                                      <p:cBhvr>
                                        <p:cTn id="260" dur="1" fill="hold">
                                          <p:stCondLst>
                                            <p:cond delay="0"/>
                                          </p:stCondLst>
                                        </p:cTn>
                                        <p:tgtEl>
                                          <p:spTgt spid="45138"/>
                                        </p:tgtEl>
                                        <p:attrNameLst>
                                          <p:attrName>style.visibility</p:attrName>
                                        </p:attrNameLst>
                                      </p:cBhvr>
                                      <p:to>
                                        <p:strVal val="visible"/>
                                      </p:to>
                                    </p:set>
                                    <p:animEffect transition="in" filter="wipe(down)">
                                      <p:cBhvr>
                                        <p:cTn id="261" dur="500"/>
                                        <p:tgtEl>
                                          <p:spTgt spid="45138"/>
                                        </p:tgtEl>
                                      </p:cBhvr>
                                    </p:animEffec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22" presetClass="entr" presetSubtype="4" fill="hold" grpId="0" nodeType="clickEffect">
                                  <p:stCondLst>
                                    <p:cond delay="0"/>
                                  </p:stCondLst>
                                  <p:childTnLst>
                                    <p:set>
                                      <p:cBhvr>
                                        <p:cTn id="265" dur="1" fill="hold">
                                          <p:stCondLst>
                                            <p:cond delay="0"/>
                                          </p:stCondLst>
                                        </p:cTn>
                                        <p:tgtEl>
                                          <p:spTgt spid="45134"/>
                                        </p:tgtEl>
                                        <p:attrNameLst>
                                          <p:attrName>style.visibility</p:attrName>
                                        </p:attrNameLst>
                                      </p:cBhvr>
                                      <p:to>
                                        <p:strVal val="visible"/>
                                      </p:to>
                                    </p:set>
                                    <p:animEffect transition="in" filter="wipe(down)">
                                      <p:cBhvr>
                                        <p:cTn id="266" dur="500"/>
                                        <p:tgtEl>
                                          <p:spTgt spid="45134"/>
                                        </p:tgtEl>
                                      </p:cBhvr>
                                    </p:animEffect>
                                  </p:childTnLst>
                                </p:cTn>
                              </p:par>
                              <p:par>
                                <p:cTn id="267" presetID="22" presetClass="entr" presetSubtype="4" fill="hold" grpId="0" nodeType="withEffect">
                                  <p:stCondLst>
                                    <p:cond delay="0"/>
                                  </p:stCondLst>
                                  <p:childTnLst>
                                    <p:set>
                                      <p:cBhvr>
                                        <p:cTn id="268" dur="1" fill="hold">
                                          <p:stCondLst>
                                            <p:cond delay="0"/>
                                          </p:stCondLst>
                                        </p:cTn>
                                        <p:tgtEl>
                                          <p:spTgt spid="45139"/>
                                        </p:tgtEl>
                                        <p:attrNameLst>
                                          <p:attrName>style.visibility</p:attrName>
                                        </p:attrNameLst>
                                      </p:cBhvr>
                                      <p:to>
                                        <p:strVal val="visible"/>
                                      </p:to>
                                    </p:set>
                                    <p:animEffect transition="in" filter="wipe(down)">
                                      <p:cBhvr>
                                        <p:cTn id="269" dur="500"/>
                                        <p:tgtEl>
                                          <p:spTgt spid="45139"/>
                                        </p:tgtEl>
                                      </p:cBhvr>
                                    </p:animEffect>
                                  </p:childTnLst>
                                </p:cTn>
                              </p:par>
                            </p:childTnLst>
                          </p:cTn>
                        </p:par>
                      </p:childTnLst>
                    </p:cTn>
                  </p:par>
                  <p:par>
                    <p:cTn id="270" fill="hold" nodeType="clickPar">
                      <p:stCondLst>
                        <p:cond delay="indefinite"/>
                      </p:stCondLst>
                      <p:childTnLst>
                        <p:par>
                          <p:cTn id="271" fill="hold" nodeType="withGroup">
                            <p:stCondLst>
                              <p:cond delay="0"/>
                            </p:stCondLst>
                            <p:childTnLst>
                              <p:par>
                                <p:cTn id="272" presetID="22" presetClass="entr" presetSubtype="4" fill="hold" grpId="0" nodeType="clickEffect">
                                  <p:stCondLst>
                                    <p:cond delay="0"/>
                                  </p:stCondLst>
                                  <p:childTnLst>
                                    <p:set>
                                      <p:cBhvr>
                                        <p:cTn id="273" dur="1" fill="hold">
                                          <p:stCondLst>
                                            <p:cond delay="0"/>
                                          </p:stCondLst>
                                        </p:cTn>
                                        <p:tgtEl>
                                          <p:spTgt spid="45135"/>
                                        </p:tgtEl>
                                        <p:attrNameLst>
                                          <p:attrName>style.visibility</p:attrName>
                                        </p:attrNameLst>
                                      </p:cBhvr>
                                      <p:to>
                                        <p:strVal val="visible"/>
                                      </p:to>
                                    </p:set>
                                    <p:animEffect transition="in" filter="wipe(down)">
                                      <p:cBhvr>
                                        <p:cTn id="274" dur="500"/>
                                        <p:tgtEl>
                                          <p:spTgt spid="45135"/>
                                        </p:tgtEl>
                                      </p:cBhvr>
                                    </p:animEffect>
                                  </p:childTnLst>
                                </p:cTn>
                              </p:par>
                              <p:par>
                                <p:cTn id="275" presetID="22" presetClass="entr" presetSubtype="4" fill="hold" grpId="0" nodeType="withEffect">
                                  <p:stCondLst>
                                    <p:cond delay="0"/>
                                  </p:stCondLst>
                                  <p:childTnLst>
                                    <p:set>
                                      <p:cBhvr>
                                        <p:cTn id="276" dur="1" fill="hold">
                                          <p:stCondLst>
                                            <p:cond delay="0"/>
                                          </p:stCondLst>
                                        </p:cTn>
                                        <p:tgtEl>
                                          <p:spTgt spid="45141"/>
                                        </p:tgtEl>
                                        <p:attrNameLst>
                                          <p:attrName>style.visibility</p:attrName>
                                        </p:attrNameLst>
                                      </p:cBhvr>
                                      <p:to>
                                        <p:strVal val="visible"/>
                                      </p:to>
                                    </p:set>
                                    <p:animEffect transition="in" filter="wipe(down)">
                                      <p:cBhvr>
                                        <p:cTn id="277" dur="500"/>
                                        <p:tgtEl>
                                          <p:spTgt spid="45141"/>
                                        </p:tgtEl>
                                      </p:cBhvr>
                                    </p:animEffect>
                                  </p:childTnLst>
                                </p:cTn>
                              </p:par>
                            </p:childTnLst>
                          </p:cTn>
                        </p:par>
                      </p:childTnLst>
                    </p:cTn>
                  </p:par>
                  <p:par>
                    <p:cTn id="278" fill="hold" nodeType="clickPar">
                      <p:stCondLst>
                        <p:cond delay="indefinite"/>
                      </p:stCondLst>
                      <p:childTnLst>
                        <p:par>
                          <p:cTn id="279" fill="hold" nodeType="withGroup">
                            <p:stCondLst>
                              <p:cond delay="0"/>
                            </p:stCondLst>
                            <p:childTnLst>
                              <p:par>
                                <p:cTn id="280" presetID="22" presetClass="entr" presetSubtype="4" fill="hold" grpId="0" nodeType="clickEffect">
                                  <p:stCondLst>
                                    <p:cond delay="0"/>
                                  </p:stCondLst>
                                  <p:childTnLst>
                                    <p:set>
                                      <p:cBhvr>
                                        <p:cTn id="281" dur="1" fill="hold">
                                          <p:stCondLst>
                                            <p:cond delay="0"/>
                                          </p:stCondLst>
                                        </p:cTn>
                                        <p:tgtEl>
                                          <p:spTgt spid="45136"/>
                                        </p:tgtEl>
                                        <p:attrNameLst>
                                          <p:attrName>style.visibility</p:attrName>
                                        </p:attrNameLst>
                                      </p:cBhvr>
                                      <p:to>
                                        <p:strVal val="visible"/>
                                      </p:to>
                                    </p:set>
                                    <p:animEffect transition="in" filter="wipe(down)">
                                      <p:cBhvr>
                                        <p:cTn id="282" dur="500"/>
                                        <p:tgtEl>
                                          <p:spTgt spid="45136"/>
                                        </p:tgtEl>
                                      </p:cBhvr>
                                    </p:animEffect>
                                  </p:childTnLst>
                                </p:cTn>
                              </p:par>
                              <p:par>
                                <p:cTn id="283" presetID="22" presetClass="entr" presetSubtype="4" fill="hold" grpId="0" nodeType="withEffect">
                                  <p:stCondLst>
                                    <p:cond delay="0"/>
                                  </p:stCondLst>
                                  <p:childTnLst>
                                    <p:set>
                                      <p:cBhvr>
                                        <p:cTn id="284" dur="1" fill="hold">
                                          <p:stCondLst>
                                            <p:cond delay="0"/>
                                          </p:stCondLst>
                                        </p:cTn>
                                        <p:tgtEl>
                                          <p:spTgt spid="45140"/>
                                        </p:tgtEl>
                                        <p:attrNameLst>
                                          <p:attrName>style.visibility</p:attrName>
                                        </p:attrNameLst>
                                      </p:cBhvr>
                                      <p:to>
                                        <p:strVal val="visible"/>
                                      </p:to>
                                    </p:set>
                                    <p:animEffect transition="in" filter="wipe(down)">
                                      <p:cBhvr>
                                        <p:cTn id="285" dur="500"/>
                                        <p:tgtEl>
                                          <p:spTgt spid="45140"/>
                                        </p:tgtEl>
                                      </p:cBhvr>
                                    </p:animEffect>
                                  </p:childTnLst>
                                </p:cTn>
                              </p:par>
                            </p:childTnLst>
                          </p:cTn>
                        </p:par>
                      </p:childTnLst>
                    </p:cTn>
                  </p:par>
                  <p:par>
                    <p:cTn id="286" fill="hold" nodeType="clickPar">
                      <p:stCondLst>
                        <p:cond delay="indefinite"/>
                      </p:stCondLst>
                      <p:childTnLst>
                        <p:par>
                          <p:cTn id="287" fill="hold" nodeType="withGroup">
                            <p:stCondLst>
                              <p:cond delay="0"/>
                            </p:stCondLst>
                            <p:childTnLst>
                              <p:par>
                                <p:cTn id="288" presetID="22" presetClass="entr" presetSubtype="4" fill="hold" grpId="0" nodeType="clickEffect">
                                  <p:stCondLst>
                                    <p:cond delay="0"/>
                                  </p:stCondLst>
                                  <p:childTnLst>
                                    <p:set>
                                      <p:cBhvr>
                                        <p:cTn id="289" dur="1" fill="hold">
                                          <p:stCondLst>
                                            <p:cond delay="0"/>
                                          </p:stCondLst>
                                        </p:cTn>
                                        <p:tgtEl>
                                          <p:spTgt spid="45143"/>
                                        </p:tgtEl>
                                        <p:attrNameLst>
                                          <p:attrName>style.visibility</p:attrName>
                                        </p:attrNameLst>
                                      </p:cBhvr>
                                      <p:to>
                                        <p:strVal val="visible"/>
                                      </p:to>
                                    </p:set>
                                    <p:animEffect transition="in" filter="wipe(down)">
                                      <p:cBhvr>
                                        <p:cTn id="290" dur="500"/>
                                        <p:tgtEl>
                                          <p:spTgt spid="45143"/>
                                        </p:tgtEl>
                                      </p:cBhvr>
                                    </p:animEffect>
                                  </p:childTnLst>
                                </p:cTn>
                              </p:par>
                            </p:childTnLst>
                          </p:cTn>
                        </p:par>
                      </p:childTnLst>
                    </p:cTn>
                  </p:par>
                  <p:par>
                    <p:cTn id="291" fill="hold" nodeType="clickPar">
                      <p:stCondLst>
                        <p:cond delay="indefinite"/>
                      </p:stCondLst>
                      <p:childTnLst>
                        <p:par>
                          <p:cTn id="292" fill="hold" nodeType="withGroup">
                            <p:stCondLst>
                              <p:cond delay="0"/>
                            </p:stCondLst>
                            <p:childTnLst>
                              <p:par>
                                <p:cTn id="293" presetID="22" presetClass="entr" presetSubtype="4" fill="hold" grpId="0" nodeType="clickEffect">
                                  <p:stCondLst>
                                    <p:cond delay="0"/>
                                  </p:stCondLst>
                                  <p:childTnLst>
                                    <p:set>
                                      <p:cBhvr>
                                        <p:cTn id="294" dur="1" fill="hold">
                                          <p:stCondLst>
                                            <p:cond delay="0"/>
                                          </p:stCondLst>
                                        </p:cTn>
                                        <p:tgtEl>
                                          <p:spTgt spid="45144"/>
                                        </p:tgtEl>
                                        <p:attrNameLst>
                                          <p:attrName>style.visibility</p:attrName>
                                        </p:attrNameLst>
                                      </p:cBhvr>
                                      <p:to>
                                        <p:strVal val="visible"/>
                                      </p:to>
                                    </p:set>
                                    <p:animEffect transition="in" filter="wipe(down)">
                                      <p:cBhvr>
                                        <p:cTn id="295" dur="500"/>
                                        <p:tgtEl>
                                          <p:spTgt spid="45144"/>
                                        </p:tgtEl>
                                      </p:cBhvr>
                                    </p:animEffect>
                                  </p:childTnLst>
                                </p:cTn>
                              </p:par>
                            </p:childTnLst>
                          </p:cTn>
                        </p:par>
                      </p:childTnLst>
                    </p:cTn>
                  </p:par>
                  <p:par>
                    <p:cTn id="296" fill="hold" nodeType="clickPar">
                      <p:stCondLst>
                        <p:cond delay="indefinite"/>
                      </p:stCondLst>
                      <p:childTnLst>
                        <p:par>
                          <p:cTn id="297" fill="hold" nodeType="withGroup">
                            <p:stCondLst>
                              <p:cond delay="0"/>
                            </p:stCondLst>
                            <p:childTnLst>
                              <p:par>
                                <p:cTn id="298" presetID="22" presetClass="entr" presetSubtype="4" fill="hold" grpId="0" nodeType="clickEffect">
                                  <p:stCondLst>
                                    <p:cond delay="0"/>
                                  </p:stCondLst>
                                  <p:childTnLst>
                                    <p:set>
                                      <p:cBhvr>
                                        <p:cTn id="299" dur="1" fill="hold">
                                          <p:stCondLst>
                                            <p:cond delay="0"/>
                                          </p:stCondLst>
                                        </p:cTn>
                                        <p:tgtEl>
                                          <p:spTgt spid="45145"/>
                                        </p:tgtEl>
                                        <p:attrNameLst>
                                          <p:attrName>style.visibility</p:attrName>
                                        </p:attrNameLst>
                                      </p:cBhvr>
                                      <p:to>
                                        <p:strVal val="visible"/>
                                      </p:to>
                                    </p:set>
                                    <p:animEffect transition="in" filter="wipe(down)">
                                      <p:cBhvr>
                                        <p:cTn id="300" dur="500"/>
                                        <p:tgtEl>
                                          <p:spTgt spid="45145"/>
                                        </p:tgtEl>
                                      </p:cBhvr>
                                    </p:animEffect>
                                  </p:childTnLst>
                                </p:cTn>
                              </p:par>
                            </p:childTnLst>
                          </p:cTn>
                        </p:par>
                      </p:childTnLst>
                    </p:cTn>
                  </p:par>
                  <p:par>
                    <p:cTn id="301" fill="hold" nodeType="clickPar">
                      <p:stCondLst>
                        <p:cond delay="indefinite"/>
                      </p:stCondLst>
                      <p:childTnLst>
                        <p:par>
                          <p:cTn id="302" fill="hold" nodeType="withGroup">
                            <p:stCondLst>
                              <p:cond delay="0"/>
                            </p:stCondLst>
                            <p:childTnLst>
                              <p:par>
                                <p:cTn id="303" presetID="22" presetClass="entr" presetSubtype="4" fill="hold" grpId="0" nodeType="clickEffect">
                                  <p:stCondLst>
                                    <p:cond delay="0"/>
                                  </p:stCondLst>
                                  <p:childTnLst>
                                    <p:set>
                                      <p:cBhvr>
                                        <p:cTn id="304" dur="1" fill="hold">
                                          <p:stCondLst>
                                            <p:cond delay="0"/>
                                          </p:stCondLst>
                                        </p:cTn>
                                        <p:tgtEl>
                                          <p:spTgt spid="45146"/>
                                        </p:tgtEl>
                                        <p:attrNameLst>
                                          <p:attrName>style.visibility</p:attrName>
                                        </p:attrNameLst>
                                      </p:cBhvr>
                                      <p:to>
                                        <p:strVal val="visible"/>
                                      </p:to>
                                    </p:set>
                                    <p:animEffect transition="in" filter="wipe(down)">
                                      <p:cBhvr>
                                        <p:cTn id="305" dur="500"/>
                                        <p:tgtEl>
                                          <p:spTgt spid="45146"/>
                                        </p:tgtEl>
                                      </p:cBhvr>
                                    </p:animEffect>
                                  </p:childTnLst>
                                </p:cTn>
                              </p:par>
                            </p:childTnLst>
                          </p:cTn>
                        </p:par>
                      </p:childTnLst>
                    </p:cTn>
                  </p:par>
                  <p:par>
                    <p:cTn id="306" fill="hold" nodeType="clickPar">
                      <p:stCondLst>
                        <p:cond delay="indefinite"/>
                      </p:stCondLst>
                      <p:childTnLst>
                        <p:par>
                          <p:cTn id="307" fill="hold" nodeType="withGroup">
                            <p:stCondLst>
                              <p:cond delay="0"/>
                            </p:stCondLst>
                            <p:childTnLst>
                              <p:par>
                                <p:cTn id="308" presetID="22" presetClass="entr" presetSubtype="4" fill="hold" grpId="0" nodeType="clickEffect">
                                  <p:stCondLst>
                                    <p:cond delay="0"/>
                                  </p:stCondLst>
                                  <p:childTnLst>
                                    <p:set>
                                      <p:cBhvr>
                                        <p:cTn id="309" dur="1" fill="hold">
                                          <p:stCondLst>
                                            <p:cond delay="0"/>
                                          </p:stCondLst>
                                        </p:cTn>
                                        <p:tgtEl>
                                          <p:spTgt spid="45147"/>
                                        </p:tgtEl>
                                        <p:attrNameLst>
                                          <p:attrName>style.visibility</p:attrName>
                                        </p:attrNameLst>
                                      </p:cBhvr>
                                      <p:to>
                                        <p:strVal val="visible"/>
                                      </p:to>
                                    </p:set>
                                    <p:animEffect transition="in" filter="wipe(down)">
                                      <p:cBhvr>
                                        <p:cTn id="310" dur="500"/>
                                        <p:tgtEl>
                                          <p:spTgt spid="45147"/>
                                        </p:tgtEl>
                                      </p:cBhvr>
                                    </p:animEffect>
                                  </p:childTnLst>
                                </p:cTn>
                              </p:par>
                            </p:childTnLst>
                          </p:cTn>
                        </p:par>
                      </p:childTnLst>
                    </p:cTn>
                  </p:par>
                  <p:par>
                    <p:cTn id="311" fill="hold" nodeType="clickPar">
                      <p:stCondLst>
                        <p:cond delay="indefinite"/>
                      </p:stCondLst>
                      <p:childTnLst>
                        <p:par>
                          <p:cTn id="312" fill="hold" nodeType="withGroup">
                            <p:stCondLst>
                              <p:cond delay="0"/>
                            </p:stCondLst>
                            <p:childTnLst>
                              <p:par>
                                <p:cTn id="313" presetID="22" presetClass="entr" presetSubtype="4" fill="hold" grpId="0" nodeType="clickEffect">
                                  <p:stCondLst>
                                    <p:cond delay="0"/>
                                  </p:stCondLst>
                                  <p:childTnLst>
                                    <p:set>
                                      <p:cBhvr>
                                        <p:cTn id="314" dur="1" fill="hold">
                                          <p:stCondLst>
                                            <p:cond delay="0"/>
                                          </p:stCondLst>
                                        </p:cTn>
                                        <p:tgtEl>
                                          <p:spTgt spid="45148"/>
                                        </p:tgtEl>
                                        <p:attrNameLst>
                                          <p:attrName>style.visibility</p:attrName>
                                        </p:attrNameLst>
                                      </p:cBhvr>
                                      <p:to>
                                        <p:strVal val="visible"/>
                                      </p:to>
                                    </p:set>
                                    <p:animEffect transition="in" filter="wipe(down)">
                                      <p:cBhvr>
                                        <p:cTn id="315" dur="500"/>
                                        <p:tgtEl>
                                          <p:spTgt spid="45148"/>
                                        </p:tgtEl>
                                      </p:cBhvr>
                                    </p:animEffect>
                                  </p:childTnLst>
                                </p:cTn>
                              </p:par>
                            </p:childTnLst>
                          </p:cTn>
                        </p:par>
                      </p:childTnLst>
                    </p:cTn>
                  </p:par>
                  <p:par>
                    <p:cTn id="316" fill="hold" nodeType="clickPar">
                      <p:stCondLst>
                        <p:cond delay="indefinite"/>
                      </p:stCondLst>
                      <p:childTnLst>
                        <p:par>
                          <p:cTn id="317" fill="hold" nodeType="withGroup">
                            <p:stCondLst>
                              <p:cond delay="0"/>
                            </p:stCondLst>
                            <p:childTnLst>
                              <p:par>
                                <p:cTn id="318" presetID="22" presetClass="entr" presetSubtype="4" fill="hold" grpId="0" nodeType="clickEffect">
                                  <p:stCondLst>
                                    <p:cond delay="0"/>
                                  </p:stCondLst>
                                  <p:childTnLst>
                                    <p:set>
                                      <p:cBhvr>
                                        <p:cTn id="319" dur="1" fill="hold">
                                          <p:stCondLst>
                                            <p:cond delay="0"/>
                                          </p:stCondLst>
                                        </p:cTn>
                                        <p:tgtEl>
                                          <p:spTgt spid="45149"/>
                                        </p:tgtEl>
                                        <p:attrNameLst>
                                          <p:attrName>style.visibility</p:attrName>
                                        </p:attrNameLst>
                                      </p:cBhvr>
                                      <p:to>
                                        <p:strVal val="visible"/>
                                      </p:to>
                                    </p:set>
                                    <p:animEffect transition="in" filter="wipe(down)">
                                      <p:cBhvr>
                                        <p:cTn id="320" dur="500"/>
                                        <p:tgtEl>
                                          <p:spTgt spid="45149"/>
                                        </p:tgtEl>
                                      </p:cBhvr>
                                    </p:animEffect>
                                  </p:childTnLst>
                                </p:cTn>
                              </p:par>
                            </p:childTnLst>
                          </p:cTn>
                        </p:par>
                      </p:childTnLst>
                    </p:cTn>
                  </p:par>
                  <p:par>
                    <p:cTn id="321" fill="hold" nodeType="clickPar">
                      <p:stCondLst>
                        <p:cond delay="indefinite"/>
                      </p:stCondLst>
                      <p:childTnLst>
                        <p:par>
                          <p:cTn id="322" fill="hold" nodeType="withGroup">
                            <p:stCondLst>
                              <p:cond delay="0"/>
                            </p:stCondLst>
                            <p:childTnLst>
                              <p:par>
                                <p:cTn id="323" presetID="22" presetClass="entr" presetSubtype="4" fill="hold" grpId="0" nodeType="clickEffect">
                                  <p:stCondLst>
                                    <p:cond delay="0"/>
                                  </p:stCondLst>
                                  <p:childTnLst>
                                    <p:set>
                                      <p:cBhvr>
                                        <p:cTn id="324" dur="1" fill="hold">
                                          <p:stCondLst>
                                            <p:cond delay="0"/>
                                          </p:stCondLst>
                                        </p:cTn>
                                        <p:tgtEl>
                                          <p:spTgt spid="45150"/>
                                        </p:tgtEl>
                                        <p:attrNameLst>
                                          <p:attrName>style.visibility</p:attrName>
                                        </p:attrNameLst>
                                      </p:cBhvr>
                                      <p:to>
                                        <p:strVal val="visible"/>
                                      </p:to>
                                    </p:set>
                                    <p:animEffect transition="in" filter="wipe(down)">
                                      <p:cBhvr>
                                        <p:cTn id="325" dur="500"/>
                                        <p:tgtEl>
                                          <p:spTgt spid="45150"/>
                                        </p:tgtEl>
                                      </p:cBhvr>
                                    </p:animEffect>
                                  </p:childTnLst>
                                </p:cTn>
                              </p:par>
                            </p:childTnLst>
                          </p:cTn>
                        </p:par>
                      </p:childTnLst>
                    </p:cTn>
                  </p:par>
                  <p:par>
                    <p:cTn id="326" fill="hold" nodeType="clickPar">
                      <p:stCondLst>
                        <p:cond delay="indefinite"/>
                      </p:stCondLst>
                      <p:childTnLst>
                        <p:par>
                          <p:cTn id="327" fill="hold" nodeType="withGroup">
                            <p:stCondLst>
                              <p:cond delay="0"/>
                            </p:stCondLst>
                            <p:childTnLst>
                              <p:par>
                                <p:cTn id="328" presetID="22" presetClass="entr" presetSubtype="4" fill="hold" grpId="0" nodeType="clickEffect">
                                  <p:stCondLst>
                                    <p:cond delay="0"/>
                                  </p:stCondLst>
                                  <p:childTnLst>
                                    <p:set>
                                      <p:cBhvr>
                                        <p:cTn id="329" dur="1" fill="hold">
                                          <p:stCondLst>
                                            <p:cond delay="0"/>
                                          </p:stCondLst>
                                        </p:cTn>
                                        <p:tgtEl>
                                          <p:spTgt spid="45151"/>
                                        </p:tgtEl>
                                        <p:attrNameLst>
                                          <p:attrName>style.visibility</p:attrName>
                                        </p:attrNameLst>
                                      </p:cBhvr>
                                      <p:to>
                                        <p:strVal val="visible"/>
                                      </p:to>
                                    </p:set>
                                    <p:animEffect transition="in" filter="wipe(down)">
                                      <p:cBhvr>
                                        <p:cTn id="330" dur="500"/>
                                        <p:tgtEl>
                                          <p:spTgt spid="45151"/>
                                        </p:tgtEl>
                                      </p:cBhvr>
                                    </p:animEffect>
                                  </p:childTnLst>
                                </p:cTn>
                              </p:par>
                            </p:childTnLst>
                          </p:cTn>
                        </p:par>
                      </p:childTnLst>
                    </p:cTn>
                  </p:par>
                  <p:par>
                    <p:cTn id="331" fill="hold" nodeType="clickPar">
                      <p:stCondLst>
                        <p:cond delay="indefinite"/>
                      </p:stCondLst>
                      <p:childTnLst>
                        <p:par>
                          <p:cTn id="332" fill="hold" nodeType="withGroup">
                            <p:stCondLst>
                              <p:cond delay="0"/>
                            </p:stCondLst>
                            <p:childTnLst>
                              <p:par>
                                <p:cTn id="333" presetID="22" presetClass="entr" presetSubtype="4" fill="hold" grpId="0" nodeType="clickEffect">
                                  <p:stCondLst>
                                    <p:cond delay="0"/>
                                  </p:stCondLst>
                                  <p:childTnLst>
                                    <p:set>
                                      <p:cBhvr>
                                        <p:cTn id="334" dur="1" fill="hold">
                                          <p:stCondLst>
                                            <p:cond delay="0"/>
                                          </p:stCondLst>
                                        </p:cTn>
                                        <p:tgtEl>
                                          <p:spTgt spid="45152"/>
                                        </p:tgtEl>
                                        <p:attrNameLst>
                                          <p:attrName>style.visibility</p:attrName>
                                        </p:attrNameLst>
                                      </p:cBhvr>
                                      <p:to>
                                        <p:strVal val="visible"/>
                                      </p:to>
                                    </p:set>
                                    <p:animEffect transition="in" filter="wipe(down)">
                                      <p:cBhvr>
                                        <p:cTn id="335" dur="500"/>
                                        <p:tgtEl>
                                          <p:spTgt spid="45152"/>
                                        </p:tgtEl>
                                      </p:cBhvr>
                                    </p:animEffect>
                                  </p:childTnLst>
                                </p:cTn>
                              </p:par>
                            </p:childTnLst>
                          </p:cTn>
                        </p:par>
                      </p:childTnLst>
                    </p:cTn>
                  </p:par>
                  <p:par>
                    <p:cTn id="336" fill="hold" nodeType="clickPar">
                      <p:stCondLst>
                        <p:cond delay="indefinite"/>
                      </p:stCondLst>
                      <p:childTnLst>
                        <p:par>
                          <p:cTn id="337" fill="hold" nodeType="withGroup">
                            <p:stCondLst>
                              <p:cond delay="0"/>
                            </p:stCondLst>
                            <p:childTnLst>
                              <p:par>
                                <p:cTn id="338" presetID="22" presetClass="entr" presetSubtype="8" fill="hold" grpId="0" nodeType="clickEffect">
                                  <p:stCondLst>
                                    <p:cond delay="0"/>
                                  </p:stCondLst>
                                  <p:childTnLst>
                                    <p:set>
                                      <p:cBhvr>
                                        <p:cTn id="339" dur="1" fill="hold">
                                          <p:stCondLst>
                                            <p:cond delay="0"/>
                                          </p:stCondLst>
                                        </p:cTn>
                                        <p:tgtEl>
                                          <p:spTgt spid="45154"/>
                                        </p:tgtEl>
                                        <p:attrNameLst>
                                          <p:attrName>style.visibility</p:attrName>
                                        </p:attrNameLst>
                                      </p:cBhvr>
                                      <p:to>
                                        <p:strVal val="visible"/>
                                      </p:to>
                                    </p:set>
                                    <p:animEffect transition="in" filter="wipe(left)">
                                      <p:cBhvr>
                                        <p:cTn id="340" dur="500"/>
                                        <p:tgtEl>
                                          <p:spTgt spid="45154"/>
                                        </p:tgtEl>
                                      </p:cBhvr>
                                    </p:animEffect>
                                  </p:childTnLst>
                                </p:cTn>
                              </p:par>
                              <p:par>
                                <p:cTn id="341" presetID="22" presetClass="entr" presetSubtype="8" fill="hold" grpId="0" nodeType="withEffect">
                                  <p:stCondLst>
                                    <p:cond delay="0"/>
                                  </p:stCondLst>
                                  <p:childTnLst>
                                    <p:set>
                                      <p:cBhvr>
                                        <p:cTn id="342" dur="1" fill="hold">
                                          <p:stCondLst>
                                            <p:cond delay="0"/>
                                          </p:stCondLst>
                                        </p:cTn>
                                        <p:tgtEl>
                                          <p:spTgt spid="45155"/>
                                        </p:tgtEl>
                                        <p:attrNameLst>
                                          <p:attrName>style.visibility</p:attrName>
                                        </p:attrNameLst>
                                      </p:cBhvr>
                                      <p:to>
                                        <p:strVal val="visible"/>
                                      </p:to>
                                    </p:set>
                                    <p:animEffect transition="in" filter="wipe(left)">
                                      <p:cBhvr>
                                        <p:cTn id="343" dur="500"/>
                                        <p:tgtEl>
                                          <p:spTgt spid="45155"/>
                                        </p:tgtEl>
                                      </p:cBhvr>
                                    </p:animEffect>
                                  </p:childTnLst>
                                </p:cTn>
                              </p:par>
                              <p:par>
                                <p:cTn id="344" presetID="22" presetClass="entr" presetSubtype="8" fill="hold" grpId="0" nodeType="withEffect">
                                  <p:stCondLst>
                                    <p:cond delay="0"/>
                                  </p:stCondLst>
                                  <p:childTnLst>
                                    <p:set>
                                      <p:cBhvr>
                                        <p:cTn id="345" dur="1" fill="hold">
                                          <p:stCondLst>
                                            <p:cond delay="0"/>
                                          </p:stCondLst>
                                        </p:cTn>
                                        <p:tgtEl>
                                          <p:spTgt spid="45156"/>
                                        </p:tgtEl>
                                        <p:attrNameLst>
                                          <p:attrName>style.visibility</p:attrName>
                                        </p:attrNameLst>
                                      </p:cBhvr>
                                      <p:to>
                                        <p:strVal val="visible"/>
                                      </p:to>
                                    </p:set>
                                    <p:animEffect transition="in" filter="wipe(left)">
                                      <p:cBhvr>
                                        <p:cTn id="346" dur="500"/>
                                        <p:tgtEl>
                                          <p:spTgt spid="45156"/>
                                        </p:tgtEl>
                                      </p:cBhvr>
                                    </p:animEffect>
                                  </p:childTnLst>
                                </p:cTn>
                              </p:par>
                            </p:childTnLst>
                          </p:cTn>
                        </p:par>
                      </p:childTnLst>
                    </p:cTn>
                  </p:par>
                  <p:par>
                    <p:cTn id="347" fill="hold" nodeType="clickPar">
                      <p:stCondLst>
                        <p:cond delay="indefinite"/>
                      </p:stCondLst>
                      <p:childTnLst>
                        <p:par>
                          <p:cTn id="348" fill="hold" nodeType="withGroup">
                            <p:stCondLst>
                              <p:cond delay="0"/>
                            </p:stCondLst>
                            <p:childTnLst>
                              <p:par>
                                <p:cTn id="349" presetID="22" presetClass="entr" presetSubtype="4" fill="hold" grpId="0" nodeType="clickEffect">
                                  <p:stCondLst>
                                    <p:cond delay="0"/>
                                  </p:stCondLst>
                                  <p:childTnLst>
                                    <p:set>
                                      <p:cBhvr>
                                        <p:cTn id="350" dur="1" fill="hold">
                                          <p:stCondLst>
                                            <p:cond delay="0"/>
                                          </p:stCondLst>
                                        </p:cTn>
                                        <p:tgtEl>
                                          <p:spTgt spid="45157"/>
                                        </p:tgtEl>
                                        <p:attrNameLst>
                                          <p:attrName>style.visibility</p:attrName>
                                        </p:attrNameLst>
                                      </p:cBhvr>
                                      <p:to>
                                        <p:strVal val="visible"/>
                                      </p:to>
                                    </p:set>
                                    <p:animEffect transition="in" filter="wipe(down)">
                                      <p:cBhvr>
                                        <p:cTn id="351" dur="500"/>
                                        <p:tgtEl>
                                          <p:spTgt spid="45157"/>
                                        </p:tgtEl>
                                      </p:cBhvr>
                                    </p:animEffect>
                                  </p:childTnLst>
                                </p:cTn>
                              </p:par>
                            </p:childTnLst>
                          </p:cTn>
                        </p:par>
                      </p:childTnLst>
                    </p:cTn>
                  </p:par>
                  <p:par>
                    <p:cTn id="352" fill="hold" nodeType="clickPar">
                      <p:stCondLst>
                        <p:cond delay="indefinite"/>
                      </p:stCondLst>
                      <p:childTnLst>
                        <p:par>
                          <p:cTn id="353" fill="hold" nodeType="withGroup">
                            <p:stCondLst>
                              <p:cond delay="0"/>
                            </p:stCondLst>
                            <p:childTnLst>
                              <p:par>
                                <p:cTn id="354" presetID="22" presetClass="entr" presetSubtype="4" fill="hold" grpId="0" nodeType="clickEffect">
                                  <p:stCondLst>
                                    <p:cond delay="0"/>
                                  </p:stCondLst>
                                  <p:childTnLst>
                                    <p:set>
                                      <p:cBhvr>
                                        <p:cTn id="355" dur="1" fill="hold">
                                          <p:stCondLst>
                                            <p:cond delay="0"/>
                                          </p:stCondLst>
                                        </p:cTn>
                                        <p:tgtEl>
                                          <p:spTgt spid="45158"/>
                                        </p:tgtEl>
                                        <p:attrNameLst>
                                          <p:attrName>style.visibility</p:attrName>
                                        </p:attrNameLst>
                                      </p:cBhvr>
                                      <p:to>
                                        <p:strVal val="visible"/>
                                      </p:to>
                                    </p:set>
                                    <p:animEffect transition="in" filter="wipe(down)">
                                      <p:cBhvr>
                                        <p:cTn id="356" dur="500"/>
                                        <p:tgtEl>
                                          <p:spTgt spid="45158"/>
                                        </p:tgtEl>
                                      </p:cBhvr>
                                    </p:animEffect>
                                  </p:childTnLst>
                                </p:cTn>
                              </p:par>
                            </p:childTnLst>
                          </p:cTn>
                        </p:par>
                      </p:childTnLst>
                    </p:cTn>
                  </p:par>
                  <p:par>
                    <p:cTn id="357" fill="hold" nodeType="clickPar">
                      <p:stCondLst>
                        <p:cond delay="indefinite"/>
                      </p:stCondLst>
                      <p:childTnLst>
                        <p:par>
                          <p:cTn id="358" fill="hold" nodeType="withGroup">
                            <p:stCondLst>
                              <p:cond delay="0"/>
                            </p:stCondLst>
                            <p:childTnLst>
                              <p:par>
                                <p:cTn id="359" presetID="22" presetClass="entr" presetSubtype="4" fill="hold" grpId="0" nodeType="clickEffect">
                                  <p:stCondLst>
                                    <p:cond delay="0"/>
                                  </p:stCondLst>
                                  <p:childTnLst>
                                    <p:set>
                                      <p:cBhvr>
                                        <p:cTn id="360" dur="1" fill="hold">
                                          <p:stCondLst>
                                            <p:cond delay="0"/>
                                          </p:stCondLst>
                                        </p:cTn>
                                        <p:tgtEl>
                                          <p:spTgt spid="45160"/>
                                        </p:tgtEl>
                                        <p:attrNameLst>
                                          <p:attrName>style.visibility</p:attrName>
                                        </p:attrNameLst>
                                      </p:cBhvr>
                                      <p:to>
                                        <p:strVal val="visible"/>
                                      </p:to>
                                    </p:set>
                                    <p:animEffect transition="in" filter="wipe(down)">
                                      <p:cBhvr>
                                        <p:cTn id="361" dur="500"/>
                                        <p:tgtEl>
                                          <p:spTgt spid="45160"/>
                                        </p:tgtEl>
                                      </p:cBhvr>
                                    </p:animEffect>
                                  </p:childTnLst>
                                </p:cTn>
                              </p:par>
                            </p:childTnLst>
                          </p:cTn>
                        </p:par>
                      </p:childTnLst>
                    </p:cTn>
                  </p:par>
                  <p:par>
                    <p:cTn id="362" fill="hold" nodeType="clickPar">
                      <p:stCondLst>
                        <p:cond delay="indefinite"/>
                      </p:stCondLst>
                      <p:childTnLst>
                        <p:par>
                          <p:cTn id="363" fill="hold" nodeType="withGroup">
                            <p:stCondLst>
                              <p:cond delay="0"/>
                            </p:stCondLst>
                            <p:childTnLst>
                              <p:par>
                                <p:cTn id="364" presetID="22" presetClass="entr" presetSubtype="4" fill="hold" grpId="0" nodeType="clickEffect">
                                  <p:stCondLst>
                                    <p:cond delay="0"/>
                                  </p:stCondLst>
                                  <p:childTnLst>
                                    <p:set>
                                      <p:cBhvr>
                                        <p:cTn id="365" dur="1" fill="hold">
                                          <p:stCondLst>
                                            <p:cond delay="0"/>
                                          </p:stCondLst>
                                        </p:cTn>
                                        <p:tgtEl>
                                          <p:spTgt spid="45161"/>
                                        </p:tgtEl>
                                        <p:attrNameLst>
                                          <p:attrName>style.visibility</p:attrName>
                                        </p:attrNameLst>
                                      </p:cBhvr>
                                      <p:to>
                                        <p:strVal val="visible"/>
                                      </p:to>
                                    </p:set>
                                    <p:animEffect transition="in" filter="wipe(down)">
                                      <p:cBhvr>
                                        <p:cTn id="366" dur="500"/>
                                        <p:tgtEl>
                                          <p:spTgt spid="45161"/>
                                        </p:tgtEl>
                                      </p:cBhvr>
                                    </p:animEffect>
                                  </p:childTnLst>
                                </p:cTn>
                              </p:par>
                            </p:childTnLst>
                          </p:cTn>
                        </p:par>
                      </p:childTnLst>
                    </p:cTn>
                  </p:par>
                  <p:par>
                    <p:cTn id="367" fill="hold" nodeType="clickPar">
                      <p:stCondLst>
                        <p:cond delay="indefinite"/>
                      </p:stCondLst>
                      <p:childTnLst>
                        <p:par>
                          <p:cTn id="368" fill="hold" nodeType="withGroup">
                            <p:stCondLst>
                              <p:cond delay="0"/>
                            </p:stCondLst>
                            <p:childTnLst>
                              <p:par>
                                <p:cTn id="369" presetID="22" presetClass="entr" presetSubtype="4" fill="hold" grpId="0" nodeType="clickEffect">
                                  <p:stCondLst>
                                    <p:cond delay="0"/>
                                  </p:stCondLst>
                                  <p:childTnLst>
                                    <p:set>
                                      <p:cBhvr>
                                        <p:cTn id="370" dur="1" fill="hold">
                                          <p:stCondLst>
                                            <p:cond delay="0"/>
                                          </p:stCondLst>
                                        </p:cTn>
                                        <p:tgtEl>
                                          <p:spTgt spid="45162"/>
                                        </p:tgtEl>
                                        <p:attrNameLst>
                                          <p:attrName>style.visibility</p:attrName>
                                        </p:attrNameLst>
                                      </p:cBhvr>
                                      <p:to>
                                        <p:strVal val="visible"/>
                                      </p:to>
                                    </p:set>
                                    <p:animEffect transition="in" filter="wipe(down)">
                                      <p:cBhvr>
                                        <p:cTn id="371" dur="500"/>
                                        <p:tgtEl>
                                          <p:spTgt spid="45162"/>
                                        </p:tgtEl>
                                      </p:cBhvr>
                                    </p:animEffect>
                                  </p:childTnLst>
                                </p:cTn>
                              </p:par>
                            </p:childTnLst>
                          </p:cTn>
                        </p:par>
                      </p:childTnLst>
                    </p:cTn>
                  </p:par>
                  <p:par>
                    <p:cTn id="372" fill="hold" nodeType="clickPar">
                      <p:stCondLst>
                        <p:cond delay="indefinite"/>
                      </p:stCondLst>
                      <p:childTnLst>
                        <p:par>
                          <p:cTn id="373" fill="hold" nodeType="withGroup">
                            <p:stCondLst>
                              <p:cond delay="0"/>
                            </p:stCondLst>
                            <p:childTnLst>
                              <p:par>
                                <p:cTn id="374" presetID="22" presetClass="entr" presetSubtype="4" fill="hold" grpId="0" nodeType="clickEffect">
                                  <p:stCondLst>
                                    <p:cond delay="0"/>
                                  </p:stCondLst>
                                  <p:childTnLst>
                                    <p:set>
                                      <p:cBhvr>
                                        <p:cTn id="375" dur="1" fill="hold">
                                          <p:stCondLst>
                                            <p:cond delay="0"/>
                                          </p:stCondLst>
                                        </p:cTn>
                                        <p:tgtEl>
                                          <p:spTgt spid="45163"/>
                                        </p:tgtEl>
                                        <p:attrNameLst>
                                          <p:attrName>style.visibility</p:attrName>
                                        </p:attrNameLst>
                                      </p:cBhvr>
                                      <p:to>
                                        <p:strVal val="visible"/>
                                      </p:to>
                                    </p:set>
                                    <p:animEffect transition="in" filter="wipe(down)">
                                      <p:cBhvr>
                                        <p:cTn id="376" dur="500"/>
                                        <p:tgtEl>
                                          <p:spTgt spid="45163"/>
                                        </p:tgtEl>
                                      </p:cBhvr>
                                    </p:animEffect>
                                  </p:childTnLst>
                                </p:cTn>
                              </p:par>
                            </p:childTnLst>
                          </p:cTn>
                        </p:par>
                      </p:childTnLst>
                    </p:cTn>
                  </p:par>
                  <p:par>
                    <p:cTn id="377" fill="hold" nodeType="clickPar">
                      <p:stCondLst>
                        <p:cond delay="indefinite"/>
                      </p:stCondLst>
                      <p:childTnLst>
                        <p:par>
                          <p:cTn id="378" fill="hold" nodeType="withGroup">
                            <p:stCondLst>
                              <p:cond delay="0"/>
                            </p:stCondLst>
                            <p:childTnLst>
                              <p:par>
                                <p:cTn id="379" presetID="22" presetClass="entr" presetSubtype="4" fill="hold" grpId="0" nodeType="clickEffect">
                                  <p:stCondLst>
                                    <p:cond delay="0"/>
                                  </p:stCondLst>
                                  <p:childTnLst>
                                    <p:set>
                                      <p:cBhvr>
                                        <p:cTn id="380" dur="1" fill="hold">
                                          <p:stCondLst>
                                            <p:cond delay="0"/>
                                          </p:stCondLst>
                                        </p:cTn>
                                        <p:tgtEl>
                                          <p:spTgt spid="45164"/>
                                        </p:tgtEl>
                                        <p:attrNameLst>
                                          <p:attrName>style.visibility</p:attrName>
                                        </p:attrNameLst>
                                      </p:cBhvr>
                                      <p:to>
                                        <p:strVal val="visible"/>
                                      </p:to>
                                    </p:set>
                                    <p:animEffect transition="in" filter="wipe(down)">
                                      <p:cBhvr>
                                        <p:cTn id="381" dur="500"/>
                                        <p:tgtEl>
                                          <p:spTgt spid="45164"/>
                                        </p:tgtEl>
                                      </p:cBhvr>
                                    </p:animEffect>
                                  </p:childTnLst>
                                </p:cTn>
                              </p:par>
                            </p:childTnLst>
                          </p:cTn>
                        </p:par>
                      </p:childTnLst>
                    </p:cTn>
                  </p:par>
                  <p:par>
                    <p:cTn id="382" fill="hold" nodeType="clickPar">
                      <p:stCondLst>
                        <p:cond delay="indefinite"/>
                      </p:stCondLst>
                      <p:childTnLst>
                        <p:par>
                          <p:cTn id="383" fill="hold" nodeType="withGroup">
                            <p:stCondLst>
                              <p:cond delay="0"/>
                            </p:stCondLst>
                            <p:childTnLst>
                              <p:par>
                                <p:cTn id="384" presetID="22" presetClass="entr" presetSubtype="4" fill="hold" grpId="0" nodeType="clickEffect">
                                  <p:stCondLst>
                                    <p:cond delay="0"/>
                                  </p:stCondLst>
                                  <p:childTnLst>
                                    <p:set>
                                      <p:cBhvr>
                                        <p:cTn id="385" dur="1" fill="hold">
                                          <p:stCondLst>
                                            <p:cond delay="0"/>
                                          </p:stCondLst>
                                        </p:cTn>
                                        <p:tgtEl>
                                          <p:spTgt spid="45165"/>
                                        </p:tgtEl>
                                        <p:attrNameLst>
                                          <p:attrName>style.visibility</p:attrName>
                                        </p:attrNameLst>
                                      </p:cBhvr>
                                      <p:to>
                                        <p:strVal val="visible"/>
                                      </p:to>
                                    </p:set>
                                    <p:animEffect transition="in" filter="wipe(down)">
                                      <p:cBhvr>
                                        <p:cTn id="386" dur="500"/>
                                        <p:tgtEl>
                                          <p:spTgt spid="45165"/>
                                        </p:tgtEl>
                                      </p:cBhvr>
                                    </p:animEffect>
                                  </p:childTnLst>
                                </p:cTn>
                              </p:par>
                            </p:childTnLst>
                          </p:cTn>
                        </p:par>
                      </p:childTnLst>
                    </p:cTn>
                  </p:par>
                  <p:par>
                    <p:cTn id="387" fill="hold" nodeType="clickPar">
                      <p:stCondLst>
                        <p:cond delay="indefinite"/>
                      </p:stCondLst>
                      <p:childTnLst>
                        <p:par>
                          <p:cTn id="388" fill="hold" nodeType="withGroup">
                            <p:stCondLst>
                              <p:cond delay="0"/>
                            </p:stCondLst>
                            <p:childTnLst>
                              <p:par>
                                <p:cTn id="389" presetID="22" presetClass="entr" presetSubtype="4" fill="hold" grpId="0" nodeType="clickEffect">
                                  <p:stCondLst>
                                    <p:cond delay="0"/>
                                  </p:stCondLst>
                                  <p:childTnLst>
                                    <p:set>
                                      <p:cBhvr>
                                        <p:cTn id="390" dur="1" fill="hold">
                                          <p:stCondLst>
                                            <p:cond delay="0"/>
                                          </p:stCondLst>
                                        </p:cTn>
                                        <p:tgtEl>
                                          <p:spTgt spid="45166"/>
                                        </p:tgtEl>
                                        <p:attrNameLst>
                                          <p:attrName>style.visibility</p:attrName>
                                        </p:attrNameLst>
                                      </p:cBhvr>
                                      <p:to>
                                        <p:strVal val="visible"/>
                                      </p:to>
                                    </p:set>
                                    <p:animEffect transition="in" filter="wipe(down)">
                                      <p:cBhvr>
                                        <p:cTn id="391" dur="500"/>
                                        <p:tgtEl>
                                          <p:spTgt spid="45166"/>
                                        </p:tgtEl>
                                      </p:cBhvr>
                                    </p:animEffect>
                                  </p:childTnLst>
                                </p:cTn>
                              </p:par>
                            </p:childTnLst>
                          </p:cTn>
                        </p:par>
                      </p:childTnLst>
                    </p:cTn>
                  </p:par>
                  <p:par>
                    <p:cTn id="392" fill="hold" nodeType="clickPar">
                      <p:stCondLst>
                        <p:cond delay="indefinite"/>
                      </p:stCondLst>
                      <p:childTnLst>
                        <p:par>
                          <p:cTn id="393" fill="hold" nodeType="withGroup">
                            <p:stCondLst>
                              <p:cond delay="0"/>
                            </p:stCondLst>
                            <p:childTnLst>
                              <p:par>
                                <p:cTn id="394" presetID="22" presetClass="entr" presetSubtype="4" fill="hold" grpId="0" nodeType="clickEffect">
                                  <p:stCondLst>
                                    <p:cond delay="0"/>
                                  </p:stCondLst>
                                  <p:childTnLst>
                                    <p:set>
                                      <p:cBhvr>
                                        <p:cTn id="395" dur="1" fill="hold">
                                          <p:stCondLst>
                                            <p:cond delay="0"/>
                                          </p:stCondLst>
                                        </p:cTn>
                                        <p:tgtEl>
                                          <p:spTgt spid="45167"/>
                                        </p:tgtEl>
                                        <p:attrNameLst>
                                          <p:attrName>style.visibility</p:attrName>
                                        </p:attrNameLst>
                                      </p:cBhvr>
                                      <p:to>
                                        <p:strVal val="visible"/>
                                      </p:to>
                                    </p:set>
                                    <p:animEffect transition="in" filter="wipe(down)">
                                      <p:cBhvr>
                                        <p:cTn id="396" dur="500"/>
                                        <p:tgtEl>
                                          <p:spTgt spid="45167"/>
                                        </p:tgtEl>
                                      </p:cBhvr>
                                    </p:animEffect>
                                  </p:childTnLst>
                                </p:cTn>
                              </p:par>
                            </p:childTnLst>
                          </p:cTn>
                        </p:par>
                      </p:childTnLst>
                    </p:cTn>
                  </p:par>
                  <p:par>
                    <p:cTn id="397" fill="hold" nodeType="clickPar">
                      <p:stCondLst>
                        <p:cond delay="indefinite"/>
                      </p:stCondLst>
                      <p:childTnLst>
                        <p:par>
                          <p:cTn id="398" fill="hold" nodeType="withGroup">
                            <p:stCondLst>
                              <p:cond delay="0"/>
                            </p:stCondLst>
                            <p:childTnLst>
                              <p:par>
                                <p:cTn id="399" presetID="22" presetClass="entr" presetSubtype="4" fill="hold" grpId="0" nodeType="clickEffect">
                                  <p:stCondLst>
                                    <p:cond delay="0"/>
                                  </p:stCondLst>
                                  <p:childTnLst>
                                    <p:set>
                                      <p:cBhvr>
                                        <p:cTn id="400" dur="1" fill="hold">
                                          <p:stCondLst>
                                            <p:cond delay="0"/>
                                          </p:stCondLst>
                                        </p:cTn>
                                        <p:tgtEl>
                                          <p:spTgt spid="45168"/>
                                        </p:tgtEl>
                                        <p:attrNameLst>
                                          <p:attrName>style.visibility</p:attrName>
                                        </p:attrNameLst>
                                      </p:cBhvr>
                                      <p:to>
                                        <p:strVal val="visible"/>
                                      </p:to>
                                    </p:set>
                                    <p:animEffect transition="in" filter="wipe(down)">
                                      <p:cBhvr>
                                        <p:cTn id="401" dur="500"/>
                                        <p:tgtEl>
                                          <p:spTgt spid="45168"/>
                                        </p:tgtEl>
                                      </p:cBhvr>
                                    </p:animEffect>
                                  </p:childTnLst>
                                </p:cTn>
                              </p:par>
                            </p:childTnLst>
                          </p:cTn>
                        </p:par>
                      </p:childTnLst>
                    </p:cTn>
                  </p:par>
                  <p:par>
                    <p:cTn id="402" fill="hold" nodeType="clickPar">
                      <p:stCondLst>
                        <p:cond delay="indefinite"/>
                      </p:stCondLst>
                      <p:childTnLst>
                        <p:par>
                          <p:cTn id="403" fill="hold" nodeType="withGroup">
                            <p:stCondLst>
                              <p:cond delay="0"/>
                            </p:stCondLst>
                            <p:childTnLst>
                              <p:par>
                                <p:cTn id="404" presetID="22" presetClass="entr" presetSubtype="4" fill="hold" grpId="0" nodeType="clickEffect">
                                  <p:stCondLst>
                                    <p:cond delay="0"/>
                                  </p:stCondLst>
                                  <p:childTnLst>
                                    <p:set>
                                      <p:cBhvr>
                                        <p:cTn id="405" dur="1" fill="hold">
                                          <p:stCondLst>
                                            <p:cond delay="0"/>
                                          </p:stCondLst>
                                        </p:cTn>
                                        <p:tgtEl>
                                          <p:spTgt spid="45169"/>
                                        </p:tgtEl>
                                        <p:attrNameLst>
                                          <p:attrName>style.visibility</p:attrName>
                                        </p:attrNameLst>
                                      </p:cBhvr>
                                      <p:to>
                                        <p:strVal val="visible"/>
                                      </p:to>
                                    </p:set>
                                    <p:animEffect transition="in" filter="wipe(down)">
                                      <p:cBhvr>
                                        <p:cTn id="406" dur="500"/>
                                        <p:tgtEl>
                                          <p:spTgt spid="45169"/>
                                        </p:tgtEl>
                                      </p:cBhvr>
                                    </p:animEffect>
                                  </p:childTnLst>
                                </p:cTn>
                              </p:par>
                            </p:childTnLst>
                          </p:cTn>
                        </p:par>
                      </p:childTnLst>
                    </p:cTn>
                  </p:par>
                  <p:par>
                    <p:cTn id="407" fill="hold" nodeType="clickPar">
                      <p:stCondLst>
                        <p:cond delay="indefinite"/>
                      </p:stCondLst>
                      <p:childTnLst>
                        <p:par>
                          <p:cTn id="408" fill="hold" nodeType="withGroup">
                            <p:stCondLst>
                              <p:cond delay="0"/>
                            </p:stCondLst>
                            <p:childTnLst>
                              <p:par>
                                <p:cTn id="409" presetID="22" presetClass="entr" presetSubtype="4" fill="hold" grpId="0" nodeType="clickEffect">
                                  <p:stCondLst>
                                    <p:cond delay="0"/>
                                  </p:stCondLst>
                                  <p:childTnLst>
                                    <p:set>
                                      <p:cBhvr>
                                        <p:cTn id="410" dur="1" fill="hold">
                                          <p:stCondLst>
                                            <p:cond delay="0"/>
                                          </p:stCondLst>
                                        </p:cTn>
                                        <p:tgtEl>
                                          <p:spTgt spid="45170"/>
                                        </p:tgtEl>
                                        <p:attrNameLst>
                                          <p:attrName>style.visibility</p:attrName>
                                        </p:attrNameLst>
                                      </p:cBhvr>
                                      <p:to>
                                        <p:strVal val="visible"/>
                                      </p:to>
                                    </p:set>
                                    <p:animEffect transition="in" filter="wipe(down)">
                                      <p:cBhvr>
                                        <p:cTn id="411" dur="500"/>
                                        <p:tgtEl>
                                          <p:spTgt spid="45170"/>
                                        </p:tgtEl>
                                      </p:cBhvr>
                                    </p:animEffect>
                                  </p:childTnLst>
                                </p:cTn>
                              </p:par>
                            </p:childTnLst>
                          </p:cTn>
                        </p:par>
                      </p:childTnLst>
                    </p:cTn>
                  </p:par>
                  <p:par>
                    <p:cTn id="412" fill="hold" nodeType="clickPar">
                      <p:stCondLst>
                        <p:cond delay="indefinite"/>
                      </p:stCondLst>
                      <p:childTnLst>
                        <p:par>
                          <p:cTn id="413" fill="hold" nodeType="withGroup">
                            <p:stCondLst>
                              <p:cond delay="0"/>
                            </p:stCondLst>
                            <p:childTnLst>
                              <p:par>
                                <p:cTn id="414" presetID="22" presetClass="entr" presetSubtype="4" fill="hold" grpId="0" nodeType="clickEffect">
                                  <p:stCondLst>
                                    <p:cond delay="0"/>
                                  </p:stCondLst>
                                  <p:childTnLst>
                                    <p:set>
                                      <p:cBhvr>
                                        <p:cTn id="415" dur="1" fill="hold">
                                          <p:stCondLst>
                                            <p:cond delay="0"/>
                                          </p:stCondLst>
                                        </p:cTn>
                                        <p:tgtEl>
                                          <p:spTgt spid="45171"/>
                                        </p:tgtEl>
                                        <p:attrNameLst>
                                          <p:attrName>style.visibility</p:attrName>
                                        </p:attrNameLst>
                                      </p:cBhvr>
                                      <p:to>
                                        <p:strVal val="visible"/>
                                      </p:to>
                                    </p:set>
                                    <p:animEffect transition="in" filter="wipe(down)">
                                      <p:cBhvr>
                                        <p:cTn id="416" dur="500"/>
                                        <p:tgtEl>
                                          <p:spTgt spid="45171"/>
                                        </p:tgtEl>
                                      </p:cBhvr>
                                    </p:animEffect>
                                  </p:childTnLst>
                                </p:cTn>
                              </p:par>
                            </p:childTnLst>
                          </p:cTn>
                        </p:par>
                      </p:childTnLst>
                    </p:cTn>
                  </p:par>
                  <p:par>
                    <p:cTn id="417" fill="hold" nodeType="clickPar">
                      <p:stCondLst>
                        <p:cond delay="indefinite"/>
                      </p:stCondLst>
                      <p:childTnLst>
                        <p:par>
                          <p:cTn id="418" fill="hold" nodeType="withGroup">
                            <p:stCondLst>
                              <p:cond delay="0"/>
                            </p:stCondLst>
                            <p:childTnLst>
                              <p:par>
                                <p:cTn id="419" presetID="22" presetClass="entr" presetSubtype="4" fill="hold" grpId="0" nodeType="clickEffect">
                                  <p:stCondLst>
                                    <p:cond delay="0"/>
                                  </p:stCondLst>
                                  <p:childTnLst>
                                    <p:set>
                                      <p:cBhvr>
                                        <p:cTn id="420" dur="1" fill="hold">
                                          <p:stCondLst>
                                            <p:cond delay="0"/>
                                          </p:stCondLst>
                                        </p:cTn>
                                        <p:tgtEl>
                                          <p:spTgt spid="45172"/>
                                        </p:tgtEl>
                                        <p:attrNameLst>
                                          <p:attrName>style.visibility</p:attrName>
                                        </p:attrNameLst>
                                      </p:cBhvr>
                                      <p:to>
                                        <p:strVal val="visible"/>
                                      </p:to>
                                    </p:set>
                                    <p:animEffect transition="in" filter="wipe(down)">
                                      <p:cBhvr>
                                        <p:cTn id="421" dur="500"/>
                                        <p:tgtEl>
                                          <p:spTgt spid="45172"/>
                                        </p:tgtEl>
                                      </p:cBhvr>
                                    </p:animEffect>
                                  </p:childTnLst>
                                </p:cTn>
                              </p:par>
                            </p:childTnLst>
                          </p:cTn>
                        </p:par>
                      </p:childTnLst>
                    </p:cTn>
                  </p:par>
                  <p:par>
                    <p:cTn id="422" fill="hold" nodeType="clickPar">
                      <p:stCondLst>
                        <p:cond delay="indefinite"/>
                      </p:stCondLst>
                      <p:childTnLst>
                        <p:par>
                          <p:cTn id="423" fill="hold" nodeType="withGroup">
                            <p:stCondLst>
                              <p:cond delay="0"/>
                            </p:stCondLst>
                            <p:childTnLst>
                              <p:par>
                                <p:cTn id="424" presetID="22" presetClass="entr" presetSubtype="4" fill="hold" grpId="0" nodeType="clickEffect">
                                  <p:stCondLst>
                                    <p:cond delay="0"/>
                                  </p:stCondLst>
                                  <p:childTnLst>
                                    <p:set>
                                      <p:cBhvr>
                                        <p:cTn id="425" dur="1" fill="hold">
                                          <p:stCondLst>
                                            <p:cond delay="0"/>
                                          </p:stCondLst>
                                        </p:cTn>
                                        <p:tgtEl>
                                          <p:spTgt spid="45173"/>
                                        </p:tgtEl>
                                        <p:attrNameLst>
                                          <p:attrName>style.visibility</p:attrName>
                                        </p:attrNameLst>
                                      </p:cBhvr>
                                      <p:to>
                                        <p:strVal val="visible"/>
                                      </p:to>
                                    </p:set>
                                    <p:animEffect transition="in" filter="wipe(down)">
                                      <p:cBhvr>
                                        <p:cTn id="426" dur="500"/>
                                        <p:tgtEl>
                                          <p:spTgt spid="45173"/>
                                        </p:tgtEl>
                                      </p:cBhvr>
                                    </p:animEffect>
                                  </p:childTnLst>
                                </p:cTn>
                              </p:par>
                            </p:childTnLst>
                          </p:cTn>
                        </p:par>
                      </p:childTnLst>
                    </p:cTn>
                  </p:par>
                  <p:par>
                    <p:cTn id="427" fill="hold" nodeType="clickPar">
                      <p:stCondLst>
                        <p:cond delay="indefinite"/>
                      </p:stCondLst>
                      <p:childTnLst>
                        <p:par>
                          <p:cTn id="428" fill="hold" nodeType="withGroup">
                            <p:stCondLst>
                              <p:cond delay="0"/>
                            </p:stCondLst>
                            <p:childTnLst>
                              <p:par>
                                <p:cTn id="429" presetID="22" presetClass="entr" presetSubtype="4" fill="hold" grpId="0" nodeType="clickEffect">
                                  <p:stCondLst>
                                    <p:cond delay="0"/>
                                  </p:stCondLst>
                                  <p:childTnLst>
                                    <p:set>
                                      <p:cBhvr>
                                        <p:cTn id="430" dur="1" fill="hold">
                                          <p:stCondLst>
                                            <p:cond delay="0"/>
                                          </p:stCondLst>
                                        </p:cTn>
                                        <p:tgtEl>
                                          <p:spTgt spid="45174"/>
                                        </p:tgtEl>
                                        <p:attrNameLst>
                                          <p:attrName>style.visibility</p:attrName>
                                        </p:attrNameLst>
                                      </p:cBhvr>
                                      <p:to>
                                        <p:strVal val="visible"/>
                                      </p:to>
                                    </p:set>
                                    <p:animEffect transition="in" filter="wipe(down)">
                                      <p:cBhvr>
                                        <p:cTn id="431" dur="500"/>
                                        <p:tgtEl>
                                          <p:spTgt spid="45174"/>
                                        </p:tgtEl>
                                      </p:cBhvr>
                                    </p:animEffect>
                                  </p:childTnLst>
                                </p:cTn>
                              </p:par>
                            </p:childTnLst>
                          </p:cTn>
                        </p:par>
                      </p:childTnLst>
                    </p:cTn>
                  </p:par>
                  <p:par>
                    <p:cTn id="432" fill="hold" nodeType="clickPar">
                      <p:stCondLst>
                        <p:cond delay="indefinite"/>
                      </p:stCondLst>
                      <p:childTnLst>
                        <p:par>
                          <p:cTn id="433" fill="hold" nodeType="withGroup">
                            <p:stCondLst>
                              <p:cond delay="0"/>
                            </p:stCondLst>
                            <p:childTnLst>
                              <p:par>
                                <p:cTn id="434" presetID="22" presetClass="entr" presetSubtype="4" fill="hold" grpId="0" nodeType="clickEffect">
                                  <p:stCondLst>
                                    <p:cond delay="0"/>
                                  </p:stCondLst>
                                  <p:childTnLst>
                                    <p:set>
                                      <p:cBhvr>
                                        <p:cTn id="435" dur="1" fill="hold">
                                          <p:stCondLst>
                                            <p:cond delay="0"/>
                                          </p:stCondLst>
                                        </p:cTn>
                                        <p:tgtEl>
                                          <p:spTgt spid="45175"/>
                                        </p:tgtEl>
                                        <p:attrNameLst>
                                          <p:attrName>style.visibility</p:attrName>
                                        </p:attrNameLst>
                                      </p:cBhvr>
                                      <p:to>
                                        <p:strVal val="visible"/>
                                      </p:to>
                                    </p:set>
                                    <p:animEffect transition="in" filter="wipe(down)">
                                      <p:cBhvr>
                                        <p:cTn id="436" dur="500"/>
                                        <p:tgtEl>
                                          <p:spTgt spid="45175"/>
                                        </p:tgtEl>
                                      </p:cBhvr>
                                    </p:animEffect>
                                  </p:childTnLst>
                                </p:cTn>
                              </p:par>
                            </p:childTnLst>
                          </p:cTn>
                        </p:par>
                      </p:childTnLst>
                    </p:cTn>
                  </p:par>
                  <p:par>
                    <p:cTn id="437" fill="hold" nodeType="clickPar">
                      <p:stCondLst>
                        <p:cond delay="indefinite"/>
                      </p:stCondLst>
                      <p:childTnLst>
                        <p:par>
                          <p:cTn id="438" fill="hold" nodeType="withGroup">
                            <p:stCondLst>
                              <p:cond delay="0"/>
                            </p:stCondLst>
                            <p:childTnLst>
                              <p:par>
                                <p:cTn id="439" presetID="22" presetClass="entr" presetSubtype="4" fill="hold" grpId="0" nodeType="clickEffect">
                                  <p:stCondLst>
                                    <p:cond delay="0"/>
                                  </p:stCondLst>
                                  <p:childTnLst>
                                    <p:set>
                                      <p:cBhvr>
                                        <p:cTn id="440" dur="1" fill="hold">
                                          <p:stCondLst>
                                            <p:cond delay="0"/>
                                          </p:stCondLst>
                                        </p:cTn>
                                        <p:tgtEl>
                                          <p:spTgt spid="45176"/>
                                        </p:tgtEl>
                                        <p:attrNameLst>
                                          <p:attrName>style.visibility</p:attrName>
                                        </p:attrNameLst>
                                      </p:cBhvr>
                                      <p:to>
                                        <p:strVal val="visible"/>
                                      </p:to>
                                    </p:set>
                                    <p:animEffect transition="in" filter="wipe(down)">
                                      <p:cBhvr>
                                        <p:cTn id="441" dur="500"/>
                                        <p:tgtEl>
                                          <p:spTgt spid="45176"/>
                                        </p:tgtEl>
                                      </p:cBhvr>
                                    </p:animEffect>
                                  </p:childTnLst>
                                </p:cTn>
                              </p:par>
                            </p:childTnLst>
                          </p:cTn>
                        </p:par>
                      </p:childTnLst>
                    </p:cTn>
                  </p:par>
                  <p:par>
                    <p:cTn id="442" fill="hold" nodeType="clickPar">
                      <p:stCondLst>
                        <p:cond delay="indefinite"/>
                      </p:stCondLst>
                      <p:childTnLst>
                        <p:par>
                          <p:cTn id="443" fill="hold" nodeType="withGroup">
                            <p:stCondLst>
                              <p:cond delay="0"/>
                            </p:stCondLst>
                            <p:childTnLst>
                              <p:par>
                                <p:cTn id="444" presetID="22" presetClass="entr" presetSubtype="4" fill="hold" grpId="0" nodeType="clickEffect">
                                  <p:stCondLst>
                                    <p:cond delay="0"/>
                                  </p:stCondLst>
                                  <p:childTnLst>
                                    <p:set>
                                      <p:cBhvr>
                                        <p:cTn id="445" dur="1" fill="hold">
                                          <p:stCondLst>
                                            <p:cond delay="0"/>
                                          </p:stCondLst>
                                        </p:cTn>
                                        <p:tgtEl>
                                          <p:spTgt spid="45177"/>
                                        </p:tgtEl>
                                        <p:attrNameLst>
                                          <p:attrName>style.visibility</p:attrName>
                                        </p:attrNameLst>
                                      </p:cBhvr>
                                      <p:to>
                                        <p:strVal val="visible"/>
                                      </p:to>
                                    </p:set>
                                    <p:animEffect transition="in" filter="wipe(down)">
                                      <p:cBhvr>
                                        <p:cTn id="446" dur="500"/>
                                        <p:tgtEl>
                                          <p:spTgt spid="45177"/>
                                        </p:tgtEl>
                                      </p:cBhvr>
                                    </p:animEffect>
                                  </p:childTnLst>
                                </p:cTn>
                              </p:par>
                            </p:childTnLst>
                          </p:cTn>
                        </p:par>
                      </p:childTnLst>
                    </p:cTn>
                  </p:par>
                  <p:par>
                    <p:cTn id="447" fill="hold" nodeType="clickPar">
                      <p:stCondLst>
                        <p:cond delay="indefinite"/>
                      </p:stCondLst>
                      <p:childTnLst>
                        <p:par>
                          <p:cTn id="448" fill="hold" nodeType="withGroup">
                            <p:stCondLst>
                              <p:cond delay="0"/>
                            </p:stCondLst>
                            <p:childTnLst>
                              <p:par>
                                <p:cTn id="449" presetID="22" presetClass="entr" presetSubtype="4" fill="hold" grpId="0" nodeType="clickEffect">
                                  <p:stCondLst>
                                    <p:cond delay="0"/>
                                  </p:stCondLst>
                                  <p:childTnLst>
                                    <p:set>
                                      <p:cBhvr>
                                        <p:cTn id="450" dur="1" fill="hold">
                                          <p:stCondLst>
                                            <p:cond delay="0"/>
                                          </p:stCondLst>
                                        </p:cTn>
                                        <p:tgtEl>
                                          <p:spTgt spid="45178"/>
                                        </p:tgtEl>
                                        <p:attrNameLst>
                                          <p:attrName>style.visibility</p:attrName>
                                        </p:attrNameLst>
                                      </p:cBhvr>
                                      <p:to>
                                        <p:strVal val="visible"/>
                                      </p:to>
                                    </p:set>
                                    <p:animEffect transition="in" filter="wipe(down)">
                                      <p:cBhvr>
                                        <p:cTn id="451" dur="500"/>
                                        <p:tgtEl>
                                          <p:spTgt spid="45178"/>
                                        </p:tgtEl>
                                      </p:cBhvr>
                                    </p:animEffect>
                                  </p:childTnLst>
                                </p:cTn>
                              </p:par>
                            </p:childTnLst>
                          </p:cTn>
                        </p:par>
                      </p:childTnLst>
                    </p:cTn>
                  </p:par>
                  <p:par>
                    <p:cTn id="452" fill="hold" nodeType="clickPar">
                      <p:stCondLst>
                        <p:cond delay="indefinite"/>
                      </p:stCondLst>
                      <p:childTnLst>
                        <p:par>
                          <p:cTn id="453" fill="hold" nodeType="withGroup">
                            <p:stCondLst>
                              <p:cond delay="0"/>
                            </p:stCondLst>
                            <p:childTnLst>
                              <p:par>
                                <p:cTn id="454" presetID="22" presetClass="entr" presetSubtype="4" fill="hold" grpId="0" nodeType="clickEffect">
                                  <p:stCondLst>
                                    <p:cond delay="0"/>
                                  </p:stCondLst>
                                  <p:childTnLst>
                                    <p:set>
                                      <p:cBhvr>
                                        <p:cTn id="455" dur="1" fill="hold">
                                          <p:stCondLst>
                                            <p:cond delay="0"/>
                                          </p:stCondLst>
                                        </p:cTn>
                                        <p:tgtEl>
                                          <p:spTgt spid="45179"/>
                                        </p:tgtEl>
                                        <p:attrNameLst>
                                          <p:attrName>style.visibility</p:attrName>
                                        </p:attrNameLst>
                                      </p:cBhvr>
                                      <p:to>
                                        <p:strVal val="visible"/>
                                      </p:to>
                                    </p:set>
                                    <p:animEffect transition="in" filter="wipe(down)">
                                      <p:cBhvr>
                                        <p:cTn id="456" dur="500"/>
                                        <p:tgtEl>
                                          <p:spTgt spid="45179"/>
                                        </p:tgtEl>
                                      </p:cBhvr>
                                    </p:animEffect>
                                  </p:childTnLst>
                                </p:cTn>
                              </p:par>
                            </p:childTnLst>
                          </p:cTn>
                        </p:par>
                      </p:childTnLst>
                    </p:cTn>
                  </p:par>
                  <p:par>
                    <p:cTn id="457" fill="hold" nodeType="clickPar">
                      <p:stCondLst>
                        <p:cond delay="indefinite"/>
                      </p:stCondLst>
                      <p:childTnLst>
                        <p:par>
                          <p:cTn id="458" fill="hold" nodeType="withGroup">
                            <p:stCondLst>
                              <p:cond delay="0"/>
                            </p:stCondLst>
                            <p:childTnLst>
                              <p:par>
                                <p:cTn id="459" presetID="22" presetClass="entr" presetSubtype="4" fill="hold" grpId="0" nodeType="clickEffect">
                                  <p:stCondLst>
                                    <p:cond delay="0"/>
                                  </p:stCondLst>
                                  <p:childTnLst>
                                    <p:set>
                                      <p:cBhvr>
                                        <p:cTn id="460" dur="1" fill="hold">
                                          <p:stCondLst>
                                            <p:cond delay="0"/>
                                          </p:stCondLst>
                                        </p:cTn>
                                        <p:tgtEl>
                                          <p:spTgt spid="45180"/>
                                        </p:tgtEl>
                                        <p:attrNameLst>
                                          <p:attrName>style.visibility</p:attrName>
                                        </p:attrNameLst>
                                      </p:cBhvr>
                                      <p:to>
                                        <p:strVal val="visible"/>
                                      </p:to>
                                    </p:set>
                                    <p:animEffect transition="in" filter="wipe(down)">
                                      <p:cBhvr>
                                        <p:cTn id="461" dur="500"/>
                                        <p:tgtEl>
                                          <p:spTgt spid="45180"/>
                                        </p:tgtEl>
                                      </p:cBhvr>
                                    </p:animEffect>
                                  </p:childTnLst>
                                </p:cTn>
                              </p:par>
                            </p:childTnLst>
                          </p:cTn>
                        </p:par>
                      </p:childTnLst>
                    </p:cTn>
                  </p:par>
                  <p:par>
                    <p:cTn id="462" fill="hold" nodeType="clickPar">
                      <p:stCondLst>
                        <p:cond delay="indefinite"/>
                      </p:stCondLst>
                      <p:childTnLst>
                        <p:par>
                          <p:cTn id="463" fill="hold" nodeType="withGroup">
                            <p:stCondLst>
                              <p:cond delay="0"/>
                            </p:stCondLst>
                            <p:childTnLst>
                              <p:par>
                                <p:cTn id="464" presetID="22" presetClass="entr" presetSubtype="1" fill="hold" grpId="0" nodeType="clickEffect">
                                  <p:stCondLst>
                                    <p:cond delay="0"/>
                                  </p:stCondLst>
                                  <p:childTnLst>
                                    <p:set>
                                      <p:cBhvr>
                                        <p:cTn id="465" dur="1" fill="hold">
                                          <p:stCondLst>
                                            <p:cond delay="0"/>
                                          </p:stCondLst>
                                        </p:cTn>
                                        <p:tgtEl>
                                          <p:spTgt spid="45181"/>
                                        </p:tgtEl>
                                        <p:attrNameLst>
                                          <p:attrName>style.visibility</p:attrName>
                                        </p:attrNameLst>
                                      </p:cBhvr>
                                      <p:to>
                                        <p:strVal val="visible"/>
                                      </p:to>
                                    </p:set>
                                    <p:animEffect transition="in" filter="wipe(up)">
                                      <p:cBhvr>
                                        <p:cTn id="466" dur="500"/>
                                        <p:tgtEl>
                                          <p:spTgt spid="45181"/>
                                        </p:tgtEl>
                                      </p:cBhvr>
                                    </p:animEffect>
                                  </p:childTnLst>
                                </p:cTn>
                              </p:par>
                            </p:childTnLst>
                          </p:cTn>
                        </p:par>
                      </p:childTnLst>
                    </p:cTn>
                  </p:par>
                  <p:par>
                    <p:cTn id="467" fill="hold" nodeType="clickPar">
                      <p:stCondLst>
                        <p:cond delay="indefinite"/>
                      </p:stCondLst>
                      <p:childTnLst>
                        <p:par>
                          <p:cTn id="468" fill="hold" nodeType="withGroup">
                            <p:stCondLst>
                              <p:cond delay="0"/>
                            </p:stCondLst>
                            <p:childTnLst>
                              <p:par>
                                <p:cTn id="469" presetID="22" presetClass="entr" presetSubtype="2" fill="hold" grpId="0" nodeType="clickEffect">
                                  <p:stCondLst>
                                    <p:cond delay="0"/>
                                  </p:stCondLst>
                                  <p:childTnLst>
                                    <p:set>
                                      <p:cBhvr>
                                        <p:cTn id="470" dur="1" fill="hold">
                                          <p:stCondLst>
                                            <p:cond delay="0"/>
                                          </p:stCondLst>
                                        </p:cTn>
                                        <p:tgtEl>
                                          <p:spTgt spid="45182"/>
                                        </p:tgtEl>
                                        <p:attrNameLst>
                                          <p:attrName>style.visibility</p:attrName>
                                        </p:attrNameLst>
                                      </p:cBhvr>
                                      <p:to>
                                        <p:strVal val="visible"/>
                                      </p:to>
                                    </p:set>
                                    <p:animEffect transition="in" filter="wipe(right)">
                                      <p:cBhvr>
                                        <p:cTn id="471" dur="500"/>
                                        <p:tgtEl>
                                          <p:spTgt spid="45182"/>
                                        </p:tgtEl>
                                      </p:cBhvr>
                                    </p:animEffect>
                                  </p:childTnLst>
                                </p:cTn>
                              </p:par>
                            </p:childTnLst>
                          </p:cTn>
                        </p:par>
                      </p:childTnLst>
                    </p:cTn>
                  </p:par>
                  <p:par>
                    <p:cTn id="472" fill="hold" nodeType="clickPar">
                      <p:stCondLst>
                        <p:cond delay="indefinite"/>
                      </p:stCondLst>
                      <p:childTnLst>
                        <p:par>
                          <p:cTn id="473" fill="hold" nodeType="withGroup">
                            <p:stCondLst>
                              <p:cond delay="0"/>
                            </p:stCondLst>
                            <p:childTnLst>
                              <p:par>
                                <p:cTn id="474" presetID="22" presetClass="entr" presetSubtype="4" fill="hold" grpId="0" nodeType="clickEffect">
                                  <p:stCondLst>
                                    <p:cond delay="0"/>
                                  </p:stCondLst>
                                  <p:childTnLst>
                                    <p:set>
                                      <p:cBhvr>
                                        <p:cTn id="475" dur="1" fill="hold">
                                          <p:stCondLst>
                                            <p:cond delay="0"/>
                                          </p:stCondLst>
                                        </p:cTn>
                                        <p:tgtEl>
                                          <p:spTgt spid="45183"/>
                                        </p:tgtEl>
                                        <p:attrNameLst>
                                          <p:attrName>style.visibility</p:attrName>
                                        </p:attrNameLst>
                                      </p:cBhvr>
                                      <p:to>
                                        <p:strVal val="visible"/>
                                      </p:to>
                                    </p:set>
                                    <p:animEffect transition="in" filter="wipe(down)">
                                      <p:cBhvr>
                                        <p:cTn id="476" dur="500"/>
                                        <p:tgtEl>
                                          <p:spTgt spid="45183"/>
                                        </p:tgtEl>
                                      </p:cBhvr>
                                    </p:animEffect>
                                  </p:childTnLst>
                                </p:cTn>
                              </p:par>
                            </p:childTnLst>
                          </p:cTn>
                        </p:par>
                      </p:childTnLst>
                    </p:cTn>
                  </p:par>
                  <p:par>
                    <p:cTn id="477" fill="hold" nodeType="clickPar">
                      <p:stCondLst>
                        <p:cond delay="indefinite"/>
                      </p:stCondLst>
                      <p:childTnLst>
                        <p:par>
                          <p:cTn id="478" fill="hold" nodeType="withGroup">
                            <p:stCondLst>
                              <p:cond delay="0"/>
                            </p:stCondLst>
                            <p:childTnLst>
                              <p:par>
                                <p:cTn id="479" presetID="22" presetClass="entr" presetSubtype="4" fill="hold" grpId="0" nodeType="clickEffect">
                                  <p:stCondLst>
                                    <p:cond delay="0"/>
                                  </p:stCondLst>
                                  <p:childTnLst>
                                    <p:set>
                                      <p:cBhvr>
                                        <p:cTn id="480" dur="1" fill="hold">
                                          <p:stCondLst>
                                            <p:cond delay="0"/>
                                          </p:stCondLst>
                                        </p:cTn>
                                        <p:tgtEl>
                                          <p:spTgt spid="45184"/>
                                        </p:tgtEl>
                                        <p:attrNameLst>
                                          <p:attrName>style.visibility</p:attrName>
                                        </p:attrNameLst>
                                      </p:cBhvr>
                                      <p:to>
                                        <p:strVal val="visible"/>
                                      </p:to>
                                    </p:set>
                                    <p:animEffect transition="in" filter="wipe(down)">
                                      <p:cBhvr>
                                        <p:cTn id="481" dur="500"/>
                                        <p:tgtEl>
                                          <p:spTgt spid="45184"/>
                                        </p:tgtEl>
                                      </p:cBhvr>
                                    </p:animEffect>
                                  </p:childTnLst>
                                </p:cTn>
                              </p:par>
                            </p:childTnLst>
                          </p:cTn>
                        </p:par>
                      </p:childTnLst>
                    </p:cTn>
                  </p:par>
                  <p:par>
                    <p:cTn id="482" fill="hold" nodeType="clickPar">
                      <p:stCondLst>
                        <p:cond delay="indefinite"/>
                      </p:stCondLst>
                      <p:childTnLst>
                        <p:par>
                          <p:cTn id="483" fill="hold" nodeType="withGroup">
                            <p:stCondLst>
                              <p:cond delay="0"/>
                            </p:stCondLst>
                            <p:childTnLst>
                              <p:par>
                                <p:cTn id="484" presetID="22" presetClass="entr" presetSubtype="1" fill="hold" grpId="0" nodeType="clickEffect">
                                  <p:stCondLst>
                                    <p:cond delay="0"/>
                                  </p:stCondLst>
                                  <p:childTnLst>
                                    <p:set>
                                      <p:cBhvr>
                                        <p:cTn id="485" dur="1" fill="hold">
                                          <p:stCondLst>
                                            <p:cond delay="0"/>
                                          </p:stCondLst>
                                        </p:cTn>
                                        <p:tgtEl>
                                          <p:spTgt spid="45185"/>
                                        </p:tgtEl>
                                        <p:attrNameLst>
                                          <p:attrName>style.visibility</p:attrName>
                                        </p:attrNameLst>
                                      </p:cBhvr>
                                      <p:to>
                                        <p:strVal val="visible"/>
                                      </p:to>
                                    </p:set>
                                    <p:animEffect transition="in" filter="wipe(up)">
                                      <p:cBhvr>
                                        <p:cTn id="486" dur="500"/>
                                        <p:tgtEl>
                                          <p:spTgt spid="45185"/>
                                        </p:tgtEl>
                                      </p:cBhvr>
                                    </p:animEffect>
                                  </p:childTnLst>
                                </p:cTn>
                              </p:par>
                            </p:childTnLst>
                          </p:cTn>
                        </p:par>
                      </p:childTnLst>
                    </p:cTn>
                  </p:par>
                  <p:par>
                    <p:cTn id="487" fill="hold" nodeType="clickPar">
                      <p:stCondLst>
                        <p:cond delay="indefinite"/>
                      </p:stCondLst>
                      <p:childTnLst>
                        <p:par>
                          <p:cTn id="488" fill="hold" nodeType="withGroup">
                            <p:stCondLst>
                              <p:cond delay="0"/>
                            </p:stCondLst>
                            <p:childTnLst>
                              <p:par>
                                <p:cTn id="489" presetID="22" presetClass="entr" presetSubtype="4" fill="hold" grpId="0" nodeType="clickEffect">
                                  <p:stCondLst>
                                    <p:cond delay="0"/>
                                  </p:stCondLst>
                                  <p:childTnLst>
                                    <p:set>
                                      <p:cBhvr>
                                        <p:cTn id="490" dur="1" fill="hold">
                                          <p:stCondLst>
                                            <p:cond delay="0"/>
                                          </p:stCondLst>
                                        </p:cTn>
                                        <p:tgtEl>
                                          <p:spTgt spid="45186"/>
                                        </p:tgtEl>
                                        <p:attrNameLst>
                                          <p:attrName>style.visibility</p:attrName>
                                        </p:attrNameLst>
                                      </p:cBhvr>
                                      <p:to>
                                        <p:strVal val="visible"/>
                                      </p:to>
                                    </p:set>
                                    <p:animEffect transition="in" filter="wipe(down)">
                                      <p:cBhvr>
                                        <p:cTn id="491" dur="500"/>
                                        <p:tgtEl>
                                          <p:spTgt spid="45186"/>
                                        </p:tgtEl>
                                      </p:cBhvr>
                                    </p:animEffect>
                                  </p:childTnLst>
                                </p:cTn>
                              </p:par>
                            </p:childTnLst>
                          </p:cTn>
                        </p:par>
                      </p:childTnLst>
                    </p:cTn>
                  </p:par>
                  <p:par>
                    <p:cTn id="492" fill="hold" nodeType="clickPar">
                      <p:stCondLst>
                        <p:cond delay="indefinite"/>
                      </p:stCondLst>
                      <p:childTnLst>
                        <p:par>
                          <p:cTn id="493" fill="hold" nodeType="withGroup">
                            <p:stCondLst>
                              <p:cond delay="0"/>
                            </p:stCondLst>
                            <p:childTnLst>
                              <p:par>
                                <p:cTn id="494" presetID="22" presetClass="entr" presetSubtype="8" fill="hold" grpId="0" nodeType="clickEffect">
                                  <p:stCondLst>
                                    <p:cond delay="0"/>
                                  </p:stCondLst>
                                  <p:childTnLst>
                                    <p:set>
                                      <p:cBhvr>
                                        <p:cTn id="495" dur="1" fill="hold">
                                          <p:stCondLst>
                                            <p:cond delay="0"/>
                                          </p:stCondLst>
                                        </p:cTn>
                                        <p:tgtEl>
                                          <p:spTgt spid="45187"/>
                                        </p:tgtEl>
                                        <p:attrNameLst>
                                          <p:attrName>style.visibility</p:attrName>
                                        </p:attrNameLst>
                                      </p:cBhvr>
                                      <p:to>
                                        <p:strVal val="visible"/>
                                      </p:to>
                                    </p:set>
                                    <p:animEffect transition="in" filter="wipe(left)">
                                      <p:cBhvr>
                                        <p:cTn id="496" dur="500"/>
                                        <p:tgtEl>
                                          <p:spTgt spid="45187"/>
                                        </p:tgtEl>
                                      </p:cBhvr>
                                    </p:animEffect>
                                  </p:childTnLst>
                                </p:cTn>
                              </p:par>
                            </p:childTnLst>
                          </p:cTn>
                        </p:par>
                      </p:childTnLst>
                    </p:cTn>
                  </p:par>
                  <p:par>
                    <p:cTn id="497" fill="hold" nodeType="clickPar">
                      <p:stCondLst>
                        <p:cond delay="indefinite"/>
                      </p:stCondLst>
                      <p:childTnLst>
                        <p:par>
                          <p:cTn id="498" fill="hold" nodeType="withGroup">
                            <p:stCondLst>
                              <p:cond delay="0"/>
                            </p:stCondLst>
                            <p:childTnLst>
                              <p:par>
                                <p:cTn id="499" presetID="22" presetClass="entr" presetSubtype="4" fill="hold" grpId="0" nodeType="clickEffect">
                                  <p:stCondLst>
                                    <p:cond delay="0"/>
                                  </p:stCondLst>
                                  <p:childTnLst>
                                    <p:set>
                                      <p:cBhvr>
                                        <p:cTn id="500" dur="1" fill="hold">
                                          <p:stCondLst>
                                            <p:cond delay="0"/>
                                          </p:stCondLst>
                                        </p:cTn>
                                        <p:tgtEl>
                                          <p:spTgt spid="45188"/>
                                        </p:tgtEl>
                                        <p:attrNameLst>
                                          <p:attrName>style.visibility</p:attrName>
                                        </p:attrNameLst>
                                      </p:cBhvr>
                                      <p:to>
                                        <p:strVal val="visible"/>
                                      </p:to>
                                    </p:set>
                                    <p:animEffect transition="in" filter="wipe(down)">
                                      <p:cBhvr>
                                        <p:cTn id="501" dur="500"/>
                                        <p:tgtEl>
                                          <p:spTgt spid="45188"/>
                                        </p:tgtEl>
                                      </p:cBhvr>
                                    </p:animEffect>
                                  </p:childTnLst>
                                </p:cTn>
                              </p:par>
                            </p:childTnLst>
                          </p:cTn>
                        </p:par>
                      </p:childTnLst>
                    </p:cTn>
                  </p:par>
                  <p:par>
                    <p:cTn id="502" fill="hold" nodeType="clickPar">
                      <p:stCondLst>
                        <p:cond delay="indefinite"/>
                      </p:stCondLst>
                      <p:childTnLst>
                        <p:par>
                          <p:cTn id="503" fill="hold" nodeType="withGroup">
                            <p:stCondLst>
                              <p:cond delay="0"/>
                            </p:stCondLst>
                            <p:childTnLst>
                              <p:par>
                                <p:cTn id="504" presetID="22" presetClass="entr" presetSubtype="4" fill="hold" grpId="0" nodeType="clickEffect">
                                  <p:stCondLst>
                                    <p:cond delay="0"/>
                                  </p:stCondLst>
                                  <p:childTnLst>
                                    <p:set>
                                      <p:cBhvr>
                                        <p:cTn id="505" dur="1" fill="hold">
                                          <p:stCondLst>
                                            <p:cond delay="0"/>
                                          </p:stCondLst>
                                        </p:cTn>
                                        <p:tgtEl>
                                          <p:spTgt spid="45189"/>
                                        </p:tgtEl>
                                        <p:attrNameLst>
                                          <p:attrName>style.visibility</p:attrName>
                                        </p:attrNameLst>
                                      </p:cBhvr>
                                      <p:to>
                                        <p:strVal val="visible"/>
                                      </p:to>
                                    </p:set>
                                    <p:animEffect transition="in" filter="wipe(down)">
                                      <p:cBhvr>
                                        <p:cTn id="506" dur="500"/>
                                        <p:tgtEl>
                                          <p:spTgt spid="45189"/>
                                        </p:tgtEl>
                                      </p:cBhvr>
                                    </p:animEffect>
                                  </p:childTnLst>
                                </p:cTn>
                              </p:par>
                            </p:childTnLst>
                          </p:cTn>
                        </p:par>
                      </p:childTnLst>
                    </p:cTn>
                  </p:par>
                  <p:par>
                    <p:cTn id="507" fill="hold" nodeType="clickPar">
                      <p:stCondLst>
                        <p:cond delay="indefinite"/>
                      </p:stCondLst>
                      <p:childTnLst>
                        <p:par>
                          <p:cTn id="508" fill="hold" nodeType="withGroup">
                            <p:stCondLst>
                              <p:cond delay="0"/>
                            </p:stCondLst>
                            <p:childTnLst>
                              <p:par>
                                <p:cTn id="509" presetID="22" presetClass="entr" presetSubtype="8" fill="hold" grpId="0" nodeType="clickEffect">
                                  <p:stCondLst>
                                    <p:cond delay="0"/>
                                  </p:stCondLst>
                                  <p:childTnLst>
                                    <p:set>
                                      <p:cBhvr>
                                        <p:cTn id="510" dur="1" fill="hold">
                                          <p:stCondLst>
                                            <p:cond delay="0"/>
                                          </p:stCondLst>
                                        </p:cTn>
                                        <p:tgtEl>
                                          <p:spTgt spid="45190"/>
                                        </p:tgtEl>
                                        <p:attrNameLst>
                                          <p:attrName>style.visibility</p:attrName>
                                        </p:attrNameLst>
                                      </p:cBhvr>
                                      <p:to>
                                        <p:strVal val="visible"/>
                                      </p:to>
                                    </p:set>
                                    <p:animEffect transition="in" filter="wipe(left)">
                                      <p:cBhvr>
                                        <p:cTn id="511" dur="500"/>
                                        <p:tgtEl>
                                          <p:spTgt spid="45190"/>
                                        </p:tgtEl>
                                      </p:cBhvr>
                                    </p:animEffect>
                                  </p:childTnLst>
                                </p:cTn>
                              </p:par>
                            </p:childTnLst>
                          </p:cTn>
                        </p:par>
                      </p:childTnLst>
                    </p:cTn>
                  </p:par>
                  <p:par>
                    <p:cTn id="512" fill="hold" nodeType="clickPar">
                      <p:stCondLst>
                        <p:cond delay="indefinite"/>
                      </p:stCondLst>
                      <p:childTnLst>
                        <p:par>
                          <p:cTn id="513" fill="hold" nodeType="withGroup">
                            <p:stCondLst>
                              <p:cond delay="0"/>
                            </p:stCondLst>
                            <p:childTnLst>
                              <p:par>
                                <p:cTn id="514" presetID="22" presetClass="entr" presetSubtype="1" fill="hold" grpId="0" nodeType="clickEffect">
                                  <p:stCondLst>
                                    <p:cond delay="0"/>
                                  </p:stCondLst>
                                  <p:childTnLst>
                                    <p:set>
                                      <p:cBhvr>
                                        <p:cTn id="515" dur="1" fill="hold">
                                          <p:stCondLst>
                                            <p:cond delay="0"/>
                                          </p:stCondLst>
                                        </p:cTn>
                                        <p:tgtEl>
                                          <p:spTgt spid="45191"/>
                                        </p:tgtEl>
                                        <p:attrNameLst>
                                          <p:attrName>style.visibility</p:attrName>
                                        </p:attrNameLst>
                                      </p:cBhvr>
                                      <p:to>
                                        <p:strVal val="visible"/>
                                      </p:to>
                                    </p:set>
                                    <p:animEffect transition="in" filter="wipe(up)">
                                      <p:cBhvr>
                                        <p:cTn id="516" dur="500"/>
                                        <p:tgtEl>
                                          <p:spTgt spid="45191"/>
                                        </p:tgtEl>
                                      </p:cBhvr>
                                    </p:animEffect>
                                  </p:childTnLst>
                                </p:cTn>
                              </p:par>
                            </p:childTnLst>
                          </p:cTn>
                        </p:par>
                      </p:childTnLst>
                    </p:cTn>
                  </p:par>
                  <p:par>
                    <p:cTn id="517" fill="hold" nodeType="clickPar">
                      <p:stCondLst>
                        <p:cond delay="indefinite"/>
                      </p:stCondLst>
                      <p:childTnLst>
                        <p:par>
                          <p:cTn id="518" fill="hold" nodeType="withGroup">
                            <p:stCondLst>
                              <p:cond delay="0"/>
                            </p:stCondLst>
                            <p:childTnLst>
                              <p:par>
                                <p:cTn id="519" presetID="22" presetClass="entr" presetSubtype="1" fill="hold" grpId="0" nodeType="clickEffect">
                                  <p:stCondLst>
                                    <p:cond delay="0"/>
                                  </p:stCondLst>
                                  <p:childTnLst>
                                    <p:set>
                                      <p:cBhvr>
                                        <p:cTn id="520" dur="1" fill="hold">
                                          <p:stCondLst>
                                            <p:cond delay="0"/>
                                          </p:stCondLst>
                                        </p:cTn>
                                        <p:tgtEl>
                                          <p:spTgt spid="45192"/>
                                        </p:tgtEl>
                                        <p:attrNameLst>
                                          <p:attrName>style.visibility</p:attrName>
                                        </p:attrNameLst>
                                      </p:cBhvr>
                                      <p:to>
                                        <p:strVal val="visible"/>
                                      </p:to>
                                    </p:set>
                                    <p:animEffect transition="in" filter="wipe(up)">
                                      <p:cBhvr>
                                        <p:cTn id="521" dur="500"/>
                                        <p:tgtEl>
                                          <p:spTgt spid="45192"/>
                                        </p:tgtEl>
                                      </p:cBhvr>
                                    </p:animEffect>
                                  </p:childTnLst>
                                </p:cTn>
                              </p:par>
                            </p:childTnLst>
                          </p:cTn>
                        </p:par>
                      </p:childTnLst>
                    </p:cTn>
                  </p:par>
                  <p:par>
                    <p:cTn id="522" fill="hold" nodeType="clickPar">
                      <p:stCondLst>
                        <p:cond delay="indefinite"/>
                      </p:stCondLst>
                      <p:childTnLst>
                        <p:par>
                          <p:cTn id="523" fill="hold" nodeType="withGroup">
                            <p:stCondLst>
                              <p:cond delay="0"/>
                            </p:stCondLst>
                            <p:childTnLst>
                              <p:par>
                                <p:cTn id="524" presetID="22" presetClass="entr" presetSubtype="8" fill="hold" grpId="0" nodeType="clickEffect">
                                  <p:stCondLst>
                                    <p:cond delay="0"/>
                                  </p:stCondLst>
                                  <p:childTnLst>
                                    <p:set>
                                      <p:cBhvr>
                                        <p:cTn id="525" dur="1" fill="hold">
                                          <p:stCondLst>
                                            <p:cond delay="0"/>
                                          </p:stCondLst>
                                        </p:cTn>
                                        <p:tgtEl>
                                          <p:spTgt spid="45193"/>
                                        </p:tgtEl>
                                        <p:attrNameLst>
                                          <p:attrName>style.visibility</p:attrName>
                                        </p:attrNameLst>
                                      </p:cBhvr>
                                      <p:to>
                                        <p:strVal val="visible"/>
                                      </p:to>
                                    </p:set>
                                    <p:animEffect transition="in" filter="wipe(left)">
                                      <p:cBhvr>
                                        <p:cTn id="526" dur="500"/>
                                        <p:tgtEl>
                                          <p:spTgt spid="45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animBg="1"/>
      <p:bldP spid="45062" grpId="0" animBg="1"/>
      <p:bldP spid="45063" grpId="0"/>
      <p:bldP spid="45064" grpId="0"/>
      <p:bldP spid="45065" grpId="0" animBg="1"/>
      <p:bldP spid="45066" grpId="0"/>
      <p:bldP spid="45068" grpId="0"/>
      <p:bldP spid="45069" grpId="0"/>
      <p:bldP spid="45070" grpId="0"/>
      <p:bldP spid="45071" grpId="0"/>
      <p:bldP spid="45072" grpId="0" animBg="1"/>
      <p:bldP spid="45073" grpId="0" animBg="1"/>
      <p:bldP spid="45074" grpId="0" animBg="1"/>
      <p:bldP spid="45075" grpId="0" animBg="1"/>
      <p:bldP spid="45076" grpId="0" animBg="1"/>
      <p:bldP spid="45077" grpId="0" animBg="1"/>
      <p:bldP spid="45078" grpId="0" animBg="1"/>
      <p:bldP spid="45079" grpId="0" animBg="1"/>
      <p:bldP spid="45080" grpId="0" animBg="1"/>
      <p:bldP spid="45081" grpId="0" animBg="1"/>
      <p:bldP spid="45082" grpId="0" animBg="1"/>
      <p:bldP spid="45083" grpId="0" animBg="1"/>
      <p:bldP spid="45084" grpId="0" animBg="1"/>
      <p:bldP spid="45085" grpId="0" animBg="1"/>
      <p:bldP spid="45086" grpId="0" animBg="1"/>
      <p:bldP spid="45087" grpId="0" animBg="1"/>
      <p:bldP spid="45089" grpId="0" animBg="1"/>
      <p:bldP spid="45090" grpId="0"/>
      <p:bldP spid="45091" grpId="0" animBg="1"/>
      <p:bldP spid="45092" grpId="0" animBg="1"/>
      <p:bldP spid="45093" grpId="0" animBg="1"/>
      <p:bldP spid="45094" grpId="0"/>
      <p:bldP spid="45095" grpId="0"/>
      <p:bldP spid="45096" grpId="0"/>
      <p:bldP spid="45097" grpId="0"/>
      <p:bldP spid="45098" grpId="0"/>
      <p:bldP spid="45099" grpId="0"/>
      <p:bldP spid="45100" grpId="0"/>
      <p:bldP spid="45101" grpId="0"/>
      <p:bldP spid="45102" grpId="0"/>
      <p:bldP spid="45103" grpId="0"/>
      <p:bldP spid="45104" grpId="0"/>
      <p:bldP spid="45106" grpId="0" animBg="1"/>
      <p:bldP spid="45107" grpId="0"/>
      <p:bldP spid="45132" grpId="0"/>
      <p:bldP spid="45133" grpId="0"/>
      <p:bldP spid="45134" grpId="0"/>
      <p:bldP spid="45135" grpId="0"/>
      <p:bldP spid="45136" grpId="0"/>
      <p:bldP spid="45137" grpId="0"/>
      <p:bldP spid="45138" grpId="0"/>
      <p:bldP spid="45139" grpId="0"/>
      <p:bldP spid="45140" grpId="0"/>
      <p:bldP spid="45141" grpId="0"/>
      <p:bldP spid="45143" grpId="0" animBg="1"/>
      <p:bldP spid="45144" grpId="0" animBg="1"/>
      <p:bldP spid="45145" grpId="0" animBg="1"/>
      <p:bldP spid="45146" grpId="0" animBg="1"/>
      <p:bldP spid="45147" grpId="0" animBg="1"/>
      <p:bldP spid="45148" grpId="0" animBg="1"/>
      <p:bldP spid="45149" grpId="0" animBg="1"/>
      <p:bldP spid="45150" grpId="0" animBg="1"/>
      <p:bldP spid="45151" grpId="0" animBg="1"/>
      <p:bldP spid="45152" grpId="0" animBg="1"/>
      <p:bldP spid="45153" grpId="0" animBg="1"/>
      <p:bldP spid="45154" grpId="0" animBg="1"/>
      <p:bldP spid="45155" grpId="0" animBg="1"/>
      <p:bldP spid="45156" grpId="0" animBg="1"/>
      <p:bldP spid="45157" grpId="0" animBg="1"/>
      <p:bldP spid="45158" grpId="0"/>
      <p:bldP spid="45160" grpId="0" animBg="1"/>
      <p:bldP spid="45161" grpId="0"/>
      <p:bldP spid="45162" grpId="0" animBg="1"/>
      <p:bldP spid="45163" grpId="0"/>
      <p:bldP spid="45164" grpId="0" animBg="1"/>
      <p:bldP spid="45165" grpId="0"/>
      <p:bldP spid="45166" grpId="0" animBg="1"/>
      <p:bldP spid="45167" grpId="0"/>
      <p:bldP spid="45168" grpId="0" animBg="1"/>
      <p:bldP spid="45169" grpId="0"/>
      <p:bldP spid="45170" grpId="0" animBg="1"/>
      <p:bldP spid="45171" grpId="0"/>
      <p:bldP spid="45172" grpId="0" animBg="1"/>
      <p:bldP spid="45173" grpId="0"/>
      <p:bldP spid="45174" grpId="0" animBg="1"/>
      <p:bldP spid="45175" grpId="0"/>
      <p:bldP spid="45176" grpId="0" animBg="1"/>
      <p:bldP spid="45177" grpId="0"/>
      <p:bldP spid="45178" grpId="0" animBg="1"/>
      <p:bldP spid="45179" grpId="0" animBg="1"/>
      <p:bldP spid="45180" grpId="0" animBg="1"/>
      <p:bldP spid="45181" grpId="0" animBg="1"/>
      <p:bldP spid="45182" grpId="0" animBg="1"/>
      <p:bldP spid="45183" grpId="0" animBg="1"/>
      <p:bldP spid="45184" grpId="0" animBg="1"/>
      <p:bldP spid="45185" grpId="0" animBg="1"/>
      <p:bldP spid="45186" grpId="0" animBg="1"/>
      <p:bldP spid="45187" grpId="0" animBg="1"/>
      <p:bldP spid="45188" grpId="0" animBg="1"/>
      <p:bldP spid="45189" grpId="0" animBg="1"/>
      <p:bldP spid="45190" grpId="0" animBg="1"/>
      <p:bldP spid="45191" grpId="0" animBg="1"/>
      <p:bldP spid="45192" grpId="0" animBg="1"/>
      <p:bldP spid="45193" grpId="0" animBg="1"/>
      <p:bldP spid="45194" grpId="0" animBg="1"/>
      <p:bldP spid="45195" grpId="0" animBg="1"/>
      <p:bldP spid="4519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228600" y="228600"/>
            <a:ext cx="4038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b="1" dirty="0" smtClean="0">
              <a:solidFill>
                <a:srgbClr val="FF0000"/>
              </a:solidFill>
              <a:latin typeface="Times New Roman" panose="02020603050405020304" pitchFamily="18" charset="0"/>
            </a:endParaRPr>
          </a:p>
          <a:p>
            <a:pPr eaLnBrk="1" hangingPunct="1"/>
            <a:r>
              <a:rPr lang="en-US" altLang="en-US" sz="2000" b="1" dirty="0" smtClean="0">
                <a:solidFill>
                  <a:srgbClr val="FF0000"/>
                </a:solidFill>
                <a:latin typeface="Times New Roman" panose="02020603050405020304" pitchFamily="18" charset="0"/>
              </a:rPr>
              <a:t>Problem </a:t>
            </a:r>
            <a:r>
              <a:rPr lang="en-US" altLang="en-US" sz="2000" b="1" dirty="0">
                <a:solidFill>
                  <a:srgbClr val="FF0000"/>
                </a:solidFill>
                <a:latin typeface="Times New Roman" panose="02020603050405020304" pitchFamily="18" charset="0"/>
              </a:rPr>
              <a:t>2:</a:t>
            </a:r>
          </a:p>
          <a:p>
            <a:pPr eaLnBrk="1" hangingPunct="1"/>
            <a:r>
              <a:rPr lang="en-US" altLang="en-US" sz="2000" dirty="0">
                <a:solidFill>
                  <a:schemeClr val="tx2"/>
                </a:solidFill>
                <a:latin typeface="Times New Roman" panose="02020603050405020304" pitchFamily="18" charset="0"/>
              </a:rPr>
              <a:t>A cone 40 mm diameter and 50 mm axis </a:t>
            </a:r>
          </a:p>
          <a:p>
            <a:pPr eaLnBrk="1" hangingPunct="1"/>
            <a:r>
              <a:rPr lang="en-US" altLang="en-US" sz="2000" dirty="0">
                <a:solidFill>
                  <a:schemeClr val="tx2"/>
                </a:solidFill>
                <a:latin typeface="Times New Roman" panose="02020603050405020304" pitchFamily="18" charset="0"/>
              </a:rPr>
              <a:t>is resting on one generator on </a:t>
            </a:r>
            <a:r>
              <a:rPr lang="en-US" altLang="en-US" sz="2000" dirty="0" err="1">
                <a:solidFill>
                  <a:schemeClr val="tx2"/>
                </a:solidFill>
                <a:latin typeface="Times New Roman" panose="02020603050405020304" pitchFamily="18" charset="0"/>
              </a:rPr>
              <a:t>Hp</a:t>
            </a:r>
            <a:r>
              <a:rPr lang="en-US" altLang="en-US" sz="2000" dirty="0">
                <a:solidFill>
                  <a:schemeClr val="tx2"/>
                </a:solidFill>
                <a:latin typeface="Times New Roman" panose="02020603050405020304" pitchFamily="18" charset="0"/>
              </a:rPr>
              <a:t>       </a:t>
            </a:r>
          </a:p>
          <a:p>
            <a:pPr eaLnBrk="1" hangingPunct="1"/>
            <a:r>
              <a:rPr lang="en-US" altLang="en-US" sz="2000" dirty="0">
                <a:solidFill>
                  <a:schemeClr val="tx2"/>
                </a:solidFill>
                <a:latin typeface="Times New Roman" panose="02020603050405020304" pitchFamily="18" charset="0"/>
              </a:rPr>
              <a:t>which makes 30</a:t>
            </a:r>
            <a:r>
              <a:rPr lang="en-US" altLang="en-US" sz="2000" baseline="30000" dirty="0">
                <a:solidFill>
                  <a:schemeClr val="tx2"/>
                </a:solidFill>
                <a:latin typeface="Times New Roman" panose="02020603050405020304" pitchFamily="18" charset="0"/>
              </a:rPr>
              <a:t>0</a:t>
            </a:r>
            <a:r>
              <a:rPr lang="en-US" altLang="en-US" sz="2000" dirty="0">
                <a:solidFill>
                  <a:schemeClr val="tx2"/>
                </a:solidFill>
                <a:latin typeface="Times New Roman" panose="02020603050405020304" pitchFamily="18" charset="0"/>
              </a:rPr>
              <a:t> inclination with </a:t>
            </a:r>
            <a:r>
              <a:rPr lang="en-US" altLang="en-US" sz="2000" dirty="0" err="1">
                <a:solidFill>
                  <a:schemeClr val="tx2"/>
                </a:solidFill>
                <a:latin typeface="Times New Roman" panose="02020603050405020304" pitchFamily="18" charset="0"/>
              </a:rPr>
              <a:t>Vp</a:t>
            </a:r>
            <a:endParaRPr lang="en-US" altLang="en-US" sz="2000" dirty="0">
              <a:solidFill>
                <a:schemeClr val="tx2"/>
              </a:solidFill>
              <a:latin typeface="Times New Roman" panose="02020603050405020304" pitchFamily="18" charset="0"/>
            </a:endParaRPr>
          </a:p>
          <a:p>
            <a:pPr eaLnBrk="1" hangingPunct="1"/>
            <a:r>
              <a:rPr lang="en-US" altLang="en-US" sz="2000" dirty="0">
                <a:solidFill>
                  <a:schemeClr val="tx2"/>
                </a:solidFill>
                <a:latin typeface="Times New Roman" panose="02020603050405020304" pitchFamily="18" charset="0"/>
              </a:rPr>
              <a:t>Draw it’s projections.</a:t>
            </a:r>
          </a:p>
        </p:txBody>
      </p:sp>
      <p:sp>
        <p:nvSpPr>
          <p:cNvPr id="16387" name="Oval 3"/>
          <p:cNvSpPr>
            <a:spLocks noChangeArrowheads="1"/>
          </p:cNvSpPr>
          <p:nvPr/>
        </p:nvSpPr>
        <p:spPr bwMode="auto">
          <a:xfrm rot="1543753">
            <a:off x="6908800" y="3333750"/>
            <a:ext cx="846138" cy="1431925"/>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6388" name="Oval 4"/>
          <p:cNvSpPr>
            <a:spLocks noChangeArrowheads="1"/>
          </p:cNvSpPr>
          <p:nvPr/>
        </p:nvSpPr>
        <p:spPr bwMode="auto">
          <a:xfrm>
            <a:off x="4460875" y="5078413"/>
            <a:ext cx="630238" cy="1468437"/>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6389" name="Line 5"/>
          <p:cNvSpPr>
            <a:spLocks noChangeShapeType="1"/>
          </p:cNvSpPr>
          <p:nvPr/>
        </p:nvSpPr>
        <p:spPr bwMode="auto">
          <a:xfrm>
            <a:off x="2082800" y="4724400"/>
            <a:ext cx="706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390" name="Line 6"/>
          <p:cNvSpPr>
            <a:spLocks noChangeShapeType="1"/>
          </p:cNvSpPr>
          <p:nvPr/>
        </p:nvSpPr>
        <p:spPr bwMode="auto">
          <a:xfrm>
            <a:off x="2643188" y="4729163"/>
            <a:ext cx="0" cy="1189037"/>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391" name="Line 7"/>
          <p:cNvSpPr>
            <a:spLocks noChangeShapeType="1"/>
          </p:cNvSpPr>
          <p:nvPr/>
        </p:nvSpPr>
        <p:spPr bwMode="auto">
          <a:xfrm>
            <a:off x="4111625" y="4729163"/>
            <a:ext cx="0" cy="1189037"/>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392" name="Line 8"/>
          <p:cNvSpPr>
            <a:spLocks noChangeShapeType="1"/>
          </p:cNvSpPr>
          <p:nvPr/>
        </p:nvSpPr>
        <p:spPr bwMode="auto">
          <a:xfrm flipV="1">
            <a:off x="2827338" y="4729163"/>
            <a:ext cx="0" cy="630237"/>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393" name="Line 9"/>
          <p:cNvSpPr>
            <a:spLocks noChangeShapeType="1"/>
          </p:cNvSpPr>
          <p:nvPr/>
        </p:nvSpPr>
        <p:spPr bwMode="auto">
          <a:xfrm flipV="1">
            <a:off x="3937000" y="4711700"/>
            <a:ext cx="0" cy="630238"/>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394" name="Oval 10"/>
          <p:cNvSpPr>
            <a:spLocks noChangeArrowheads="1"/>
          </p:cNvSpPr>
          <p:nvPr/>
        </p:nvSpPr>
        <p:spPr bwMode="auto">
          <a:xfrm>
            <a:off x="2643188" y="5078413"/>
            <a:ext cx="1468437" cy="1468437"/>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6395" name="Line 11"/>
          <p:cNvSpPr>
            <a:spLocks noChangeShapeType="1"/>
          </p:cNvSpPr>
          <p:nvPr/>
        </p:nvSpPr>
        <p:spPr bwMode="auto">
          <a:xfrm>
            <a:off x="3397250" y="5078413"/>
            <a:ext cx="0" cy="1468437"/>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396" name="Line 12"/>
          <p:cNvSpPr>
            <a:spLocks noChangeShapeType="1"/>
          </p:cNvSpPr>
          <p:nvPr/>
        </p:nvSpPr>
        <p:spPr bwMode="auto">
          <a:xfrm>
            <a:off x="2643188" y="5810250"/>
            <a:ext cx="1468437"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397" name="Line 13"/>
          <p:cNvSpPr>
            <a:spLocks noChangeShapeType="1"/>
          </p:cNvSpPr>
          <p:nvPr/>
        </p:nvSpPr>
        <p:spPr bwMode="auto">
          <a:xfrm rot="189070" flipH="1" flipV="1">
            <a:off x="2781300" y="5335588"/>
            <a:ext cx="1184275" cy="923925"/>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398" name="Line 14"/>
          <p:cNvSpPr>
            <a:spLocks noChangeShapeType="1"/>
          </p:cNvSpPr>
          <p:nvPr/>
        </p:nvSpPr>
        <p:spPr bwMode="auto">
          <a:xfrm rot="21410930" flipV="1">
            <a:off x="2782888" y="5367338"/>
            <a:ext cx="1185862" cy="923925"/>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399" name="Text Box 15"/>
          <p:cNvSpPr txBox="1">
            <a:spLocks noChangeArrowheads="1"/>
          </p:cNvSpPr>
          <p:nvPr/>
        </p:nvSpPr>
        <p:spPr bwMode="auto">
          <a:xfrm>
            <a:off x="2643188" y="514826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h</a:t>
            </a:r>
          </a:p>
        </p:txBody>
      </p:sp>
      <p:sp>
        <p:nvSpPr>
          <p:cNvPr id="16400" name="Text Box 16"/>
          <p:cNvSpPr txBox="1">
            <a:spLocks noChangeArrowheads="1"/>
          </p:cNvSpPr>
          <p:nvPr/>
        </p:nvSpPr>
        <p:spPr bwMode="auto">
          <a:xfrm>
            <a:off x="2433638" y="5614988"/>
            <a:ext cx="2760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16401" name="Text Box 17"/>
          <p:cNvSpPr txBox="1">
            <a:spLocks noChangeArrowheads="1"/>
          </p:cNvSpPr>
          <p:nvPr/>
        </p:nvSpPr>
        <p:spPr bwMode="auto">
          <a:xfrm>
            <a:off x="2643188" y="6202363"/>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16402" name="Text Box 18"/>
          <p:cNvSpPr txBox="1">
            <a:spLocks noChangeArrowheads="1"/>
          </p:cNvSpPr>
          <p:nvPr/>
        </p:nvSpPr>
        <p:spPr bwMode="auto">
          <a:xfrm>
            <a:off x="3273425" y="6454775"/>
            <a:ext cx="2760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16403" name="Text Box 19"/>
          <p:cNvSpPr txBox="1">
            <a:spLocks noChangeArrowheads="1"/>
          </p:cNvSpPr>
          <p:nvPr/>
        </p:nvSpPr>
        <p:spPr bwMode="auto">
          <a:xfrm>
            <a:off x="3902075" y="6202363"/>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p>
        </p:txBody>
      </p:sp>
      <p:sp>
        <p:nvSpPr>
          <p:cNvPr id="16404" name="Text Box 20"/>
          <p:cNvSpPr txBox="1">
            <a:spLocks noChangeArrowheads="1"/>
          </p:cNvSpPr>
          <p:nvPr/>
        </p:nvSpPr>
        <p:spPr bwMode="auto">
          <a:xfrm>
            <a:off x="4097338" y="5648325"/>
            <a:ext cx="2760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p>
        </p:txBody>
      </p:sp>
      <p:sp>
        <p:nvSpPr>
          <p:cNvPr id="16405" name="Text Box 21"/>
          <p:cNvSpPr txBox="1">
            <a:spLocks noChangeArrowheads="1"/>
          </p:cNvSpPr>
          <p:nvPr/>
        </p:nvSpPr>
        <p:spPr bwMode="auto">
          <a:xfrm>
            <a:off x="3273425" y="4833938"/>
            <a:ext cx="2872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p>
        </p:txBody>
      </p:sp>
      <p:sp>
        <p:nvSpPr>
          <p:cNvPr id="16406" name="Text Box 22"/>
          <p:cNvSpPr txBox="1">
            <a:spLocks noChangeArrowheads="1"/>
          </p:cNvSpPr>
          <p:nvPr/>
        </p:nvSpPr>
        <p:spPr bwMode="auto">
          <a:xfrm>
            <a:off x="3902075" y="5168900"/>
            <a:ext cx="25359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f</a:t>
            </a:r>
          </a:p>
        </p:txBody>
      </p:sp>
      <p:sp>
        <p:nvSpPr>
          <p:cNvPr id="16407" name="AutoShape 23"/>
          <p:cNvSpPr>
            <a:spLocks noChangeArrowheads="1"/>
          </p:cNvSpPr>
          <p:nvPr/>
        </p:nvSpPr>
        <p:spPr bwMode="auto">
          <a:xfrm>
            <a:off x="2643188" y="3068638"/>
            <a:ext cx="1468437" cy="1677987"/>
          </a:xfrm>
          <a:prstGeom prst="triangle">
            <a:avLst>
              <a:gd name="adj" fmla="val 50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6408" name="Line 24"/>
          <p:cNvSpPr>
            <a:spLocks noChangeShapeType="1"/>
          </p:cNvSpPr>
          <p:nvPr/>
        </p:nvSpPr>
        <p:spPr bwMode="auto">
          <a:xfrm>
            <a:off x="3378200" y="2911475"/>
            <a:ext cx="0" cy="1957388"/>
          </a:xfrm>
          <a:prstGeom prst="line">
            <a:avLst/>
          </a:prstGeom>
          <a:noFill/>
          <a:ln w="31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09" name="Line 25"/>
          <p:cNvSpPr>
            <a:spLocks noChangeShapeType="1"/>
          </p:cNvSpPr>
          <p:nvPr/>
        </p:nvSpPr>
        <p:spPr bwMode="auto">
          <a:xfrm rot="92115" flipH="1">
            <a:off x="2852738" y="3049588"/>
            <a:ext cx="508000" cy="1679575"/>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10" name="Line 26"/>
          <p:cNvSpPr>
            <a:spLocks noChangeShapeType="1"/>
          </p:cNvSpPr>
          <p:nvPr/>
        </p:nvSpPr>
        <p:spPr bwMode="auto">
          <a:xfrm rot="-92115">
            <a:off x="3413125" y="3067050"/>
            <a:ext cx="506413" cy="1679575"/>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11" name="Line 27"/>
          <p:cNvSpPr>
            <a:spLocks noChangeShapeType="1"/>
          </p:cNvSpPr>
          <p:nvPr/>
        </p:nvSpPr>
        <p:spPr bwMode="auto">
          <a:xfrm>
            <a:off x="3413125" y="5078413"/>
            <a:ext cx="174783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12" name="Line 28"/>
          <p:cNvSpPr>
            <a:spLocks noChangeShapeType="1"/>
          </p:cNvSpPr>
          <p:nvPr/>
        </p:nvSpPr>
        <p:spPr bwMode="auto">
          <a:xfrm>
            <a:off x="3971925" y="5359400"/>
            <a:ext cx="118903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13" name="Line 29"/>
          <p:cNvSpPr>
            <a:spLocks noChangeShapeType="1"/>
          </p:cNvSpPr>
          <p:nvPr/>
        </p:nvSpPr>
        <p:spPr bwMode="auto">
          <a:xfrm>
            <a:off x="4111625" y="5778500"/>
            <a:ext cx="230663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14" name="Line 30"/>
          <p:cNvSpPr>
            <a:spLocks noChangeShapeType="1"/>
          </p:cNvSpPr>
          <p:nvPr/>
        </p:nvSpPr>
        <p:spPr bwMode="auto">
          <a:xfrm>
            <a:off x="3902075" y="6294438"/>
            <a:ext cx="125888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15" name="Line 31"/>
          <p:cNvSpPr>
            <a:spLocks noChangeShapeType="1"/>
          </p:cNvSpPr>
          <p:nvPr/>
        </p:nvSpPr>
        <p:spPr bwMode="auto">
          <a:xfrm>
            <a:off x="3413125" y="6546850"/>
            <a:ext cx="174783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16" name="Line 32"/>
          <p:cNvSpPr>
            <a:spLocks noChangeShapeType="1"/>
          </p:cNvSpPr>
          <p:nvPr/>
        </p:nvSpPr>
        <p:spPr bwMode="auto">
          <a:xfrm>
            <a:off x="4810125" y="5078413"/>
            <a:ext cx="1538288" cy="7334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17" name="Line 33"/>
          <p:cNvSpPr>
            <a:spLocks noChangeShapeType="1"/>
          </p:cNvSpPr>
          <p:nvPr/>
        </p:nvSpPr>
        <p:spPr bwMode="auto">
          <a:xfrm flipV="1">
            <a:off x="4810125" y="5815013"/>
            <a:ext cx="1485900" cy="7318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16418" name="Group 34"/>
          <p:cNvGrpSpPr>
            <a:grpSpLocks/>
          </p:cNvGrpSpPr>
          <p:nvPr/>
        </p:nvGrpSpPr>
        <p:grpSpPr bwMode="auto">
          <a:xfrm>
            <a:off x="6781800" y="4767263"/>
            <a:ext cx="2503488" cy="1709737"/>
            <a:chOff x="3541" y="2201"/>
            <a:chExt cx="1718" cy="1174"/>
          </a:xfrm>
        </p:grpSpPr>
        <p:grpSp>
          <p:nvGrpSpPr>
            <p:cNvPr id="2" name="Group 35"/>
            <p:cNvGrpSpPr>
              <a:grpSpLocks/>
            </p:cNvGrpSpPr>
            <p:nvPr/>
          </p:nvGrpSpPr>
          <p:grpSpPr bwMode="auto">
            <a:xfrm rot="-1800000">
              <a:off x="3593" y="2201"/>
              <a:ext cx="1296" cy="1008"/>
              <a:chOff x="3312" y="2160"/>
              <a:chExt cx="1296" cy="1008"/>
            </a:xfrm>
          </p:grpSpPr>
          <p:sp>
            <p:nvSpPr>
              <p:cNvPr id="16507" name="Oval 36"/>
              <p:cNvSpPr>
                <a:spLocks noChangeArrowheads="1"/>
              </p:cNvSpPr>
              <p:nvPr/>
            </p:nvSpPr>
            <p:spPr bwMode="auto">
              <a:xfrm>
                <a:off x="3312" y="2160"/>
                <a:ext cx="432" cy="100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6508" name="Line 37"/>
              <p:cNvSpPr>
                <a:spLocks noChangeShapeType="1"/>
              </p:cNvSpPr>
              <p:nvPr/>
            </p:nvSpPr>
            <p:spPr bwMode="auto">
              <a:xfrm>
                <a:off x="3552" y="2160"/>
                <a:ext cx="1056" cy="5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509" name="Line 38"/>
              <p:cNvSpPr>
                <a:spLocks noChangeShapeType="1"/>
              </p:cNvSpPr>
              <p:nvPr/>
            </p:nvSpPr>
            <p:spPr bwMode="auto">
              <a:xfrm flipV="1">
                <a:off x="3552" y="2665"/>
                <a:ext cx="1020" cy="5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 name="Line 39"/>
            <p:cNvSpPr>
              <a:spLocks noChangeShapeType="1"/>
            </p:cNvSpPr>
            <p:nvPr/>
          </p:nvSpPr>
          <p:spPr bwMode="auto">
            <a:xfrm rot="9000000">
              <a:off x="3553" y="2585"/>
              <a:ext cx="1706" cy="12"/>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 name="Oval 40"/>
            <p:cNvSpPr>
              <a:spLocks noChangeArrowheads="1"/>
            </p:cNvSpPr>
            <p:nvPr/>
          </p:nvSpPr>
          <p:spPr bwMode="auto">
            <a:xfrm>
              <a:off x="3578" y="2470"/>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5" name="Oval 41"/>
            <p:cNvSpPr>
              <a:spLocks noChangeArrowheads="1"/>
            </p:cNvSpPr>
            <p:nvPr/>
          </p:nvSpPr>
          <p:spPr bwMode="auto">
            <a:xfrm>
              <a:off x="3652" y="2976"/>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6" name="Oval 42"/>
            <p:cNvSpPr>
              <a:spLocks noChangeArrowheads="1"/>
            </p:cNvSpPr>
            <p:nvPr/>
          </p:nvSpPr>
          <p:spPr bwMode="auto">
            <a:xfrm>
              <a:off x="4091" y="3327"/>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7" name="Oval 43"/>
            <p:cNvSpPr>
              <a:spLocks noChangeArrowheads="1"/>
            </p:cNvSpPr>
            <p:nvPr/>
          </p:nvSpPr>
          <p:spPr bwMode="auto">
            <a:xfrm>
              <a:off x="3833" y="2544"/>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8" name="Oval 44"/>
            <p:cNvSpPr>
              <a:spLocks noChangeArrowheads="1"/>
            </p:cNvSpPr>
            <p:nvPr/>
          </p:nvSpPr>
          <p:spPr bwMode="auto">
            <a:xfrm>
              <a:off x="4128" y="3072"/>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9" name="Oval 45"/>
            <p:cNvSpPr>
              <a:spLocks noChangeArrowheads="1"/>
            </p:cNvSpPr>
            <p:nvPr/>
          </p:nvSpPr>
          <p:spPr bwMode="auto">
            <a:xfrm>
              <a:off x="3888" y="3264"/>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0" name="Oval 46"/>
            <p:cNvSpPr>
              <a:spLocks noChangeArrowheads="1"/>
            </p:cNvSpPr>
            <p:nvPr/>
          </p:nvSpPr>
          <p:spPr bwMode="auto">
            <a:xfrm>
              <a:off x="3541" y="2699"/>
              <a:ext cx="48" cy="48"/>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sp>
        <p:nvSpPr>
          <p:cNvPr id="16431" name="Line 47"/>
          <p:cNvSpPr>
            <a:spLocks noChangeShapeType="1"/>
          </p:cNvSpPr>
          <p:nvPr/>
        </p:nvSpPr>
        <p:spPr bwMode="auto">
          <a:xfrm flipV="1">
            <a:off x="6837363" y="3260725"/>
            <a:ext cx="0" cy="2308225"/>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32" name="Line 48"/>
          <p:cNvSpPr>
            <a:spLocks noChangeShapeType="1"/>
          </p:cNvSpPr>
          <p:nvPr/>
        </p:nvSpPr>
        <p:spPr bwMode="auto">
          <a:xfrm flipV="1">
            <a:off x="7747000" y="3190875"/>
            <a:ext cx="0" cy="2867025"/>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33" name="Line 49"/>
          <p:cNvSpPr>
            <a:spLocks noChangeShapeType="1"/>
          </p:cNvSpPr>
          <p:nvPr/>
        </p:nvSpPr>
        <p:spPr bwMode="auto">
          <a:xfrm flipV="1">
            <a:off x="7537450" y="3190875"/>
            <a:ext cx="0" cy="2447925"/>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34" name="Line 50"/>
          <p:cNvSpPr>
            <a:spLocks noChangeShapeType="1"/>
          </p:cNvSpPr>
          <p:nvPr/>
        </p:nvSpPr>
        <p:spPr bwMode="auto">
          <a:xfrm flipV="1">
            <a:off x="7048500" y="3190875"/>
            <a:ext cx="0" cy="2797175"/>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35" name="Line 51"/>
          <p:cNvSpPr>
            <a:spLocks noChangeShapeType="1"/>
          </p:cNvSpPr>
          <p:nvPr/>
        </p:nvSpPr>
        <p:spPr bwMode="auto">
          <a:xfrm flipV="1">
            <a:off x="8585200" y="3821113"/>
            <a:ext cx="0" cy="118745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36" name="Line 52"/>
          <p:cNvSpPr>
            <a:spLocks noChangeShapeType="1"/>
          </p:cNvSpPr>
          <p:nvPr/>
        </p:nvSpPr>
        <p:spPr bwMode="auto">
          <a:xfrm>
            <a:off x="7677150" y="3400425"/>
            <a:ext cx="908050" cy="13287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37" name="Line 53"/>
          <p:cNvSpPr>
            <a:spLocks noChangeShapeType="1"/>
          </p:cNvSpPr>
          <p:nvPr/>
        </p:nvSpPr>
        <p:spPr bwMode="auto">
          <a:xfrm>
            <a:off x="7118350" y="4729163"/>
            <a:ext cx="14668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38" name="Text Box 54"/>
          <p:cNvSpPr txBox="1">
            <a:spLocks noChangeArrowheads="1"/>
          </p:cNvSpPr>
          <p:nvPr/>
        </p:nvSpPr>
        <p:spPr bwMode="auto">
          <a:xfrm>
            <a:off x="2084388" y="4519613"/>
            <a:ext cx="3492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800">
                <a:latin typeface="Times New Roman" panose="02020603050405020304" pitchFamily="18" charset="0"/>
              </a:rPr>
              <a:t>X</a:t>
            </a:r>
          </a:p>
        </p:txBody>
      </p:sp>
      <p:sp>
        <p:nvSpPr>
          <p:cNvPr id="16439" name="Text Box 55"/>
          <p:cNvSpPr txBox="1">
            <a:spLocks noChangeArrowheads="1"/>
          </p:cNvSpPr>
          <p:nvPr/>
        </p:nvSpPr>
        <p:spPr bwMode="auto">
          <a:xfrm>
            <a:off x="8115300" y="4427538"/>
            <a:ext cx="4191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800">
                <a:latin typeface="Times New Roman" panose="02020603050405020304" pitchFamily="18" charset="0"/>
              </a:rPr>
              <a:t>Y</a:t>
            </a:r>
          </a:p>
        </p:txBody>
      </p:sp>
      <p:sp>
        <p:nvSpPr>
          <p:cNvPr id="16440" name="Text Box 56"/>
          <p:cNvSpPr txBox="1">
            <a:spLocks noChangeArrowheads="1"/>
          </p:cNvSpPr>
          <p:nvPr/>
        </p:nvSpPr>
        <p:spPr bwMode="auto">
          <a:xfrm>
            <a:off x="2433638" y="4519613"/>
            <a:ext cx="344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16441" name="Text Box 57"/>
          <p:cNvSpPr txBox="1">
            <a:spLocks noChangeArrowheads="1"/>
          </p:cNvSpPr>
          <p:nvPr/>
        </p:nvSpPr>
        <p:spPr bwMode="auto">
          <a:xfrm>
            <a:off x="2782888" y="4519613"/>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16442" name="Text Box 58"/>
          <p:cNvSpPr txBox="1">
            <a:spLocks noChangeArrowheads="1"/>
          </p:cNvSpPr>
          <p:nvPr/>
        </p:nvSpPr>
        <p:spPr bwMode="auto">
          <a:xfrm>
            <a:off x="3840163" y="4529138"/>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p>
        </p:txBody>
      </p:sp>
      <p:sp>
        <p:nvSpPr>
          <p:cNvPr id="16443" name="Text Box 59"/>
          <p:cNvSpPr txBox="1">
            <a:spLocks noChangeArrowheads="1"/>
          </p:cNvSpPr>
          <p:nvPr/>
        </p:nvSpPr>
        <p:spPr bwMode="auto">
          <a:xfrm>
            <a:off x="4033838" y="4519613"/>
            <a:ext cx="344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p>
        </p:txBody>
      </p:sp>
      <p:sp>
        <p:nvSpPr>
          <p:cNvPr id="16444" name="Text Box 60"/>
          <p:cNvSpPr txBox="1">
            <a:spLocks noChangeArrowheads="1"/>
          </p:cNvSpPr>
          <p:nvPr/>
        </p:nvSpPr>
        <p:spPr bwMode="auto">
          <a:xfrm>
            <a:off x="3133725" y="4519613"/>
            <a:ext cx="344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16445" name="Text Box 61"/>
          <p:cNvSpPr txBox="1">
            <a:spLocks noChangeArrowheads="1"/>
          </p:cNvSpPr>
          <p:nvPr/>
        </p:nvSpPr>
        <p:spPr bwMode="auto">
          <a:xfrm>
            <a:off x="3317875" y="4519613"/>
            <a:ext cx="304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p>
        </p:txBody>
      </p:sp>
      <p:sp>
        <p:nvSpPr>
          <p:cNvPr id="16446" name="Text Box 62"/>
          <p:cNvSpPr txBox="1">
            <a:spLocks noChangeArrowheads="1"/>
          </p:cNvSpPr>
          <p:nvPr/>
        </p:nvSpPr>
        <p:spPr bwMode="auto">
          <a:xfrm>
            <a:off x="3695700" y="4519613"/>
            <a:ext cx="33387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f’</a:t>
            </a:r>
          </a:p>
        </p:txBody>
      </p:sp>
      <p:sp>
        <p:nvSpPr>
          <p:cNvPr id="16447" name="Text Box 63"/>
          <p:cNvSpPr txBox="1">
            <a:spLocks noChangeArrowheads="1"/>
          </p:cNvSpPr>
          <p:nvPr/>
        </p:nvSpPr>
        <p:spPr bwMode="auto">
          <a:xfrm>
            <a:off x="2643188" y="4519613"/>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a:t>
            </a:r>
          </a:p>
        </p:txBody>
      </p:sp>
      <p:sp>
        <p:nvSpPr>
          <p:cNvPr id="16448" name="Text Box 64"/>
          <p:cNvSpPr txBox="1">
            <a:spLocks noChangeArrowheads="1"/>
          </p:cNvSpPr>
          <p:nvPr/>
        </p:nvSpPr>
        <p:spPr bwMode="auto">
          <a:xfrm>
            <a:off x="3343275" y="2911475"/>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p>
        </p:txBody>
      </p:sp>
      <p:grpSp>
        <p:nvGrpSpPr>
          <p:cNvPr id="16449" name="Group 65"/>
          <p:cNvGrpSpPr>
            <a:grpSpLocks/>
          </p:cNvGrpSpPr>
          <p:nvPr/>
        </p:nvGrpSpPr>
        <p:grpSpPr bwMode="auto">
          <a:xfrm>
            <a:off x="4532165" y="3060160"/>
            <a:ext cx="2072786" cy="2062704"/>
            <a:chOff x="1969" y="1014"/>
            <a:chExt cx="1423" cy="1416"/>
          </a:xfrm>
        </p:grpSpPr>
        <p:sp>
          <p:nvSpPr>
            <p:cNvPr id="16486" name="AutoShape 66"/>
            <p:cNvSpPr>
              <a:spLocks noChangeArrowheads="1"/>
            </p:cNvSpPr>
            <p:nvPr/>
          </p:nvSpPr>
          <p:spPr bwMode="auto">
            <a:xfrm rot="6853726">
              <a:off x="2164" y="1350"/>
              <a:ext cx="1008" cy="1152"/>
            </a:xfrm>
            <a:prstGeom prst="triangle">
              <a:avLst>
                <a:gd name="adj" fmla="val 50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16487" name="Group 67"/>
            <p:cNvGrpSpPr>
              <a:grpSpLocks/>
            </p:cNvGrpSpPr>
            <p:nvPr/>
          </p:nvGrpSpPr>
          <p:grpSpPr bwMode="auto">
            <a:xfrm>
              <a:off x="1969" y="1014"/>
              <a:ext cx="1423" cy="1336"/>
              <a:chOff x="1960" y="1014"/>
              <a:chExt cx="1423" cy="1336"/>
            </a:xfrm>
          </p:grpSpPr>
          <p:sp>
            <p:nvSpPr>
              <p:cNvPr id="16488" name="Line 68"/>
              <p:cNvSpPr>
                <a:spLocks noChangeShapeType="1"/>
              </p:cNvSpPr>
              <p:nvPr/>
            </p:nvSpPr>
            <p:spPr bwMode="auto">
              <a:xfrm rot="6853726">
                <a:off x="2679" y="1259"/>
                <a:ext cx="0" cy="1344"/>
              </a:xfrm>
              <a:prstGeom prst="line">
                <a:avLst/>
              </a:prstGeom>
              <a:noFill/>
              <a:ln w="31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89" name="Line 69"/>
              <p:cNvSpPr>
                <a:spLocks noChangeShapeType="1"/>
              </p:cNvSpPr>
              <p:nvPr/>
            </p:nvSpPr>
            <p:spPr bwMode="auto">
              <a:xfrm rot="6945840" flipH="1">
                <a:off x="2571" y="1178"/>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1" name="Line 70"/>
              <p:cNvSpPr>
                <a:spLocks noChangeShapeType="1"/>
              </p:cNvSpPr>
              <p:nvPr/>
            </p:nvSpPr>
            <p:spPr bwMode="auto">
              <a:xfrm rot="6761611">
                <a:off x="2412" y="1529"/>
                <a:ext cx="348" cy="1153"/>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12" name="Group 71"/>
              <p:cNvGrpSpPr>
                <a:grpSpLocks/>
              </p:cNvGrpSpPr>
              <p:nvPr/>
            </p:nvGrpSpPr>
            <p:grpSpPr bwMode="auto">
              <a:xfrm rot="6855770">
                <a:off x="1410" y="1564"/>
                <a:ext cx="1336" cy="235"/>
                <a:chOff x="1405" y="1661"/>
                <a:chExt cx="1336" cy="235"/>
              </a:xfrm>
            </p:grpSpPr>
            <p:sp>
              <p:nvSpPr>
                <p:cNvPr id="13" name="Text Box 72"/>
                <p:cNvSpPr txBox="1">
                  <a:spLocks noChangeArrowheads="1"/>
                </p:cNvSpPr>
                <p:nvPr/>
              </p:nvSpPr>
              <p:spPr bwMode="auto">
                <a:xfrm>
                  <a:off x="1405" y="1661"/>
                  <a:ext cx="23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14" name="Text Box 73"/>
                <p:cNvSpPr txBox="1">
                  <a:spLocks noChangeArrowheads="1"/>
                </p:cNvSpPr>
                <p:nvPr/>
              </p:nvSpPr>
              <p:spPr bwMode="auto">
                <a:xfrm>
                  <a:off x="1637" y="1664"/>
                  <a:ext cx="36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h’b’</a:t>
                  </a:r>
                </a:p>
              </p:txBody>
            </p:sp>
            <p:sp>
              <p:nvSpPr>
                <p:cNvPr id="15" name="Text Box 74"/>
                <p:cNvSpPr txBox="1">
                  <a:spLocks noChangeArrowheads="1"/>
                </p:cNvSpPr>
                <p:nvPr/>
              </p:nvSpPr>
              <p:spPr bwMode="auto">
                <a:xfrm>
                  <a:off x="2504" y="1661"/>
                  <a:ext cx="23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p>
              </p:txBody>
            </p:sp>
            <p:sp>
              <p:nvSpPr>
                <p:cNvPr id="16" name="Text Box 75"/>
                <p:cNvSpPr txBox="1">
                  <a:spLocks noChangeArrowheads="1"/>
                </p:cNvSpPr>
                <p:nvPr/>
              </p:nvSpPr>
              <p:spPr bwMode="auto">
                <a:xfrm>
                  <a:off x="1880" y="1662"/>
                  <a:ext cx="355"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c’g’</a:t>
                  </a:r>
                </a:p>
              </p:txBody>
            </p:sp>
            <p:sp>
              <p:nvSpPr>
                <p:cNvPr id="17" name="Text Box 76"/>
                <p:cNvSpPr txBox="1">
                  <a:spLocks noChangeArrowheads="1"/>
                </p:cNvSpPr>
                <p:nvPr/>
              </p:nvSpPr>
              <p:spPr bwMode="auto">
                <a:xfrm>
                  <a:off x="2257" y="1662"/>
                  <a:ext cx="34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d’f’</a:t>
                  </a:r>
                </a:p>
              </p:txBody>
            </p:sp>
          </p:grpSp>
          <p:sp>
            <p:nvSpPr>
              <p:cNvPr id="18" name="Text Box 77"/>
              <p:cNvSpPr txBox="1">
                <a:spLocks noChangeArrowheads="1"/>
              </p:cNvSpPr>
              <p:nvPr/>
            </p:nvSpPr>
            <p:spPr bwMode="auto">
              <a:xfrm>
                <a:off x="3138" y="2009"/>
                <a:ext cx="245"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p>
            </p:txBody>
          </p:sp>
        </p:grpSp>
      </p:grpSp>
      <p:grpSp>
        <p:nvGrpSpPr>
          <p:cNvPr id="16462" name="Group 78"/>
          <p:cNvGrpSpPr>
            <a:grpSpLocks/>
          </p:cNvGrpSpPr>
          <p:nvPr/>
        </p:nvGrpSpPr>
        <p:grpSpPr bwMode="auto">
          <a:xfrm>
            <a:off x="4233863" y="4826000"/>
            <a:ext cx="1154112" cy="1989295"/>
            <a:chOff x="1764" y="2226"/>
            <a:chExt cx="792" cy="1366"/>
          </a:xfrm>
        </p:grpSpPr>
        <p:sp>
          <p:nvSpPr>
            <p:cNvPr id="16478" name="Text Box 79"/>
            <p:cNvSpPr txBox="1">
              <a:spLocks noChangeArrowheads="1"/>
            </p:cNvSpPr>
            <p:nvPr/>
          </p:nvSpPr>
          <p:spPr bwMode="auto">
            <a:xfrm>
              <a:off x="2316" y="2784"/>
              <a:ext cx="24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r>
                <a:rPr lang="en-US" altLang="en-US" sz="1600" baseline="-25000">
                  <a:latin typeface="Times New Roman" panose="02020603050405020304" pitchFamily="18" charset="0"/>
                </a:rPr>
                <a:t>1</a:t>
              </a:r>
            </a:p>
          </p:txBody>
        </p:sp>
        <p:sp>
          <p:nvSpPr>
            <p:cNvPr id="16479" name="Text Box 80"/>
            <p:cNvSpPr txBox="1">
              <a:spLocks noChangeArrowheads="1"/>
            </p:cNvSpPr>
            <p:nvPr/>
          </p:nvSpPr>
          <p:spPr bwMode="auto">
            <a:xfrm>
              <a:off x="2257" y="2449"/>
              <a:ext cx="239"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a:t>
              </a:r>
              <a:r>
                <a:rPr lang="en-US" altLang="en-US" sz="1600" baseline="-25000">
                  <a:latin typeface="Times New Roman" panose="02020603050405020304" pitchFamily="18" charset="0"/>
                </a:rPr>
                <a:t>1</a:t>
              </a:r>
            </a:p>
          </p:txBody>
        </p:sp>
        <p:sp>
          <p:nvSpPr>
            <p:cNvPr id="19" name="Text Box 81"/>
            <p:cNvSpPr txBox="1">
              <a:spLocks noChangeArrowheads="1"/>
            </p:cNvSpPr>
            <p:nvPr/>
          </p:nvSpPr>
          <p:spPr bwMode="auto">
            <a:xfrm>
              <a:off x="2016" y="2226"/>
              <a:ext cx="241"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r>
                <a:rPr lang="en-US" altLang="en-US" sz="1600" baseline="-25000">
                  <a:latin typeface="Times New Roman" panose="02020603050405020304" pitchFamily="18" charset="0"/>
                </a:rPr>
                <a:t>1</a:t>
              </a:r>
            </a:p>
          </p:txBody>
        </p:sp>
        <p:sp>
          <p:nvSpPr>
            <p:cNvPr id="20" name="Text Box 82"/>
            <p:cNvSpPr txBox="1">
              <a:spLocks noChangeArrowheads="1"/>
            </p:cNvSpPr>
            <p:nvPr/>
          </p:nvSpPr>
          <p:spPr bwMode="auto">
            <a:xfrm>
              <a:off x="1776" y="2449"/>
              <a:ext cx="24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f</a:t>
              </a:r>
              <a:r>
                <a:rPr lang="en-US" altLang="en-US" sz="1600" baseline="-25000">
                  <a:latin typeface="Times New Roman" panose="02020603050405020304" pitchFamily="18" charset="0"/>
                </a:rPr>
                <a:t>1</a:t>
              </a:r>
            </a:p>
          </p:txBody>
        </p:sp>
        <p:sp>
          <p:nvSpPr>
            <p:cNvPr id="16482" name="Text Box 83"/>
            <p:cNvSpPr txBox="1">
              <a:spLocks noChangeArrowheads="1"/>
            </p:cNvSpPr>
            <p:nvPr/>
          </p:nvSpPr>
          <p:spPr bwMode="auto">
            <a:xfrm>
              <a:off x="1764" y="2784"/>
              <a:ext cx="24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r>
                <a:rPr lang="en-US" altLang="en-US" sz="1600" baseline="-25000">
                  <a:latin typeface="Times New Roman" panose="02020603050405020304" pitchFamily="18" charset="0"/>
                </a:rPr>
                <a:t>1</a:t>
              </a:r>
            </a:p>
          </p:txBody>
        </p:sp>
        <p:sp>
          <p:nvSpPr>
            <p:cNvPr id="16483" name="Text Box 84"/>
            <p:cNvSpPr txBox="1">
              <a:spLocks noChangeArrowheads="1"/>
            </p:cNvSpPr>
            <p:nvPr/>
          </p:nvSpPr>
          <p:spPr bwMode="auto">
            <a:xfrm>
              <a:off x="1818" y="3120"/>
              <a:ext cx="240"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r>
                <a:rPr lang="en-US" altLang="en-US" sz="1600" baseline="-25000">
                  <a:latin typeface="Times New Roman" panose="02020603050405020304" pitchFamily="18" charset="0"/>
                </a:rPr>
                <a:t>1</a:t>
              </a:r>
            </a:p>
          </p:txBody>
        </p:sp>
        <p:sp>
          <p:nvSpPr>
            <p:cNvPr id="16484" name="Text Box 85"/>
            <p:cNvSpPr txBox="1">
              <a:spLocks noChangeArrowheads="1"/>
            </p:cNvSpPr>
            <p:nvPr/>
          </p:nvSpPr>
          <p:spPr bwMode="auto">
            <a:xfrm>
              <a:off x="2064" y="3360"/>
              <a:ext cx="24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r>
                <a:rPr lang="en-US" altLang="en-US" sz="1600" baseline="-25000">
                  <a:latin typeface="Times New Roman" panose="02020603050405020304" pitchFamily="18" charset="0"/>
                </a:rPr>
                <a:t>1</a:t>
              </a:r>
            </a:p>
          </p:txBody>
        </p:sp>
        <p:sp>
          <p:nvSpPr>
            <p:cNvPr id="16485" name="Text Box 86"/>
            <p:cNvSpPr txBox="1">
              <a:spLocks noChangeArrowheads="1"/>
            </p:cNvSpPr>
            <p:nvPr/>
          </p:nvSpPr>
          <p:spPr bwMode="auto">
            <a:xfrm>
              <a:off x="2257" y="3114"/>
              <a:ext cx="239"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r>
                <a:rPr lang="en-US" altLang="en-US" sz="1600" baseline="-25000">
                  <a:latin typeface="Times New Roman" panose="02020603050405020304" pitchFamily="18" charset="0"/>
                </a:rPr>
                <a:t>1</a:t>
              </a:r>
            </a:p>
          </p:txBody>
        </p:sp>
      </p:grpSp>
      <p:grpSp>
        <p:nvGrpSpPr>
          <p:cNvPr id="16471" name="Group 87"/>
          <p:cNvGrpSpPr>
            <a:grpSpLocks/>
          </p:cNvGrpSpPr>
          <p:nvPr/>
        </p:nvGrpSpPr>
        <p:grpSpPr bwMode="auto">
          <a:xfrm>
            <a:off x="6600825" y="4991100"/>
            <a:ext cx="1398588" cy="1805387"/>
            <a:chOff x="3408" y="2352"/>
            <a:chExt cx="960" cy="1239"/>
          </a:xfrm>
        </p:grpSpPr>
        <p:sp>
          <p:nvSpPr>
            <p:cNvPr id="16470" name="Text Box 88"/>
            <p:cNvSpPr txBox="1">
              <a:spLocks noChangeArrowheads="1"/>
            </p:cNvSpPr>
            <p:nvPr/>
          </p:nvSpPr>
          <p:spPr bwMode="auto">
            <a:xfrm>
              <a:off x="4032" y="2688"/>
              <a:ext cx="24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r>
                <a:rPr lang="en-US" altLang="en-US" sz="1600" baseline="-25000">
                  <a:latin typeface="Times New Roman" panose="02020603050405020304" pitchFamily="18" charset="0"/>
                </a:rPr>
                <a:t>1</a:t>
              </a:r>
            </a:p>
          </p:txBody>
        </p:sp>
        <p:sp>
          <p:nvSpPr>
            <p:cNvPr id="21" name="Text Box 89"/>
            <p:cNvSpPr txBox="1">
              <a:spLocks noChangeArrowheads="1"/>
            </p:cNvSpPr>
            <p:nvPr/>
          </p:nvSpPr>
          <p:spPr bwMode="auto">
            <a:xfrm>
              <a:off x="4032" y="3312"/>
              <a:ext cx="24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r>
                <a:rPr lang="en-US" altLang="en-US" sz="1600" baseline="-25000">
                  <a:latin typeface="Times New Roman" panose="02020603050405020304" pitchFamily="18" charset="0"/>
                </a:rPr>
                <a:t>1</a:t>
              </a:r>
            </a:p>
          </p:txBody>
        </p:sp>
        <p:sp>
          <p:nvSpPr>
            <p:cNvPr id="16472" name="Text Box 90"/>
            <p:cNvSpPr txBox="1">
              <a:spLocks noChangeArrowheads="1"/>
            </p:cNvSpPr>
            <p:nvPr/>
          </p:nvSpPr>
          <p:spPr bwMode="auto">
            <a:xfrm>
              <a:off x="4128" y="2929"/>
              <a:ext cx="240"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r>
                <a:rPr lang="en-US" altLang="en-US" sz="1600" baseline="-25000">
                  <a:latin typeface="Times New Roman" panose="02020603050405020304" pitchFamily="18" charset="0"/>
                </a:rPr>
                <a:t>1</a:t>
              </a:r>
            </a:p>
          </p:txBody>
        </p:sp>
        <p:sp>
          <p:nvSpPr>
            <p:cNvPr id="16473" name="Text Box 91"/>
            <p:cNvSpPr txBox="1">
              <a:spLocks noChangeArrowheads="1"/>
            </p:cNvSpPr>
            <p:nvPr/>
          </p:nvSpPr>
          <p:spPr bwMode="auto">
            <a:xfrm>
              <a:off x="3755" y="3246"/>
              <a:ext cx="241"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r>
                <a:rPr lang="en-US" altLang="en-US" sz="1600" baseline="-25000">
                  <a:latin typeface="Times New Roman" panose="02020603050405020304" pitchFamily="18" charset="0"/>
                </a:rPr>
                <a:t>1</a:t>
              </a:r>
            </a:p>
          </p:txBody>
        </p:sp>
        <p:sp>
          <p:nvSpPr>
            <p:cNvPr id="16474" name="Text Box 92"/>
            <p:cNvSpPr txBox="1">
              <a:spLocks noChangeArrowheads="1"/>
            </p:cNvSpPr>
            <p:nvPr/>
          </p:nvSpPr>
          <p:spPr bwMode="auto">
            <a:xfrm>
              <a:off x="3527" y="2941"/>
              <a:ext cx="24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r>
                <a:rPr lang="en-US" altLang="en-US" sz="1600" baseline="-25000">
                  <a:latin typeface="Times New Roman" panose="02020603050405020304" pitchFamily="18" charset="0"/>
                </a:rPr>
                <a:t>1</a:t>
              </a:r>
            </a:p>
          </p:txBody>
        </p:sp>
        <p:sp>
          <p:nvSpPr>
            <p:cNvPr id="16475" name="Text Box 93"/>
            <p:cNvSpPr txBox="1">
              <a:spLocks noChangeArrowheads="1"/>
            </p:cNvSpPr>
            <p:nvPr/>
          </p:nvSpPr>
          <p:spPr bwMode="auto">
            <a:xfrm>
              <a:off x="3408" y="2628"/>
              <a:ext cx="239"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f</a:t>
              </a:r>
              <a:r>
                <a:rPr lang="en-US" altLang="en-US" sz="1600" baseline="-25000">
                  <a:latin typeface="Times New Roman" panose="02020603050405020304" pitchFamily="18" charset="0"/>
                </a:rPr>
                <a:t>1</a:t>
              </a:r>
            </a:p>
          </p:txBody>
        </p:sp>
        <p:sp>
          <p:nvSpPr>
            <p:cNvPr id="16476" name="Text Box 94"/>
            <p:cNvSpPr txBox="1">
              <a:spLocks noChangeArrowheads="1"/>
            </p:cNvSpPr>
            <p:nvPr/>
          </p:nvSpPr>
          <p:spPr bwMode="auto">
            <a:xfrm>
              <a:off x="3408" y="2352"/>
              <a:ext cx="239"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r>
                <a:rPr lang="en-US" altLang="en-US" sz="1600" baseline="-25000">
                  <a:latin typeface="Times New Roman" panose="02020603050405020304" pitchFamily="18" charset="0"/>
                </a:rPr>
                <a:t>1</a:t>
              </a:r>
            </a:p>
          </p:txBody>
        </p:sp>
        <p:sp>
          <p:nvSpPr>
            <p:cNvPr id="16477" name="Text Box 95"/>
            <p:cNvSpPr txBox="1">
              <a:spLocks noChangeArrowheads="1"/>
            </p:cNvSpPr>
            <p:nvPr/>
          </p:nvSpPr>
          <p:spPr bwMode="auto">
            <a:xfrm>
              <a:off x="3810" y="2430"/>
              <a:ext cx="240"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a:t>
              </a:r>
              <a:r>
                <a:rPr lang="en-US" altLang="en-US" sz="1600" baseline="-25000">
                  <a:latin typeface="Times New Roman" panose="02020603050405020304" pitchFamily="18" charset="0"/>
                </a:rPr>
                <a:t>1</a:t>
              </a:r>
            </a:p>
          </p:txBody>
        </p:sp>
      </p:grpSp>
      <p:sp>
        <p:nvSpPr>
          <p:cNvPr id="16480" name="Text Box 96"/>
          <p:cNvSpPr txBox="1">
            <a:spLocks noChangeArrowheads="1"/>
          </p:cNvSpPr>
          <p:nvPr/>
        </p:nvSpPr>
        <p:spPr bwMode="auto">
          <a:xfrm>
            <a:off x="6348413" y="5638800"/>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r>
              <a:rPr lang="en-US" altLang="en-US" sz="1600" baseline="-25000">
                <a:latin typeface="Times New Roman" panose="02020603050405020304" pitchFamily="18" charset="0"/>
              </a:rPr>
              <a:t>1</a:t>
            </a:r>
          </a:p>
        </p:txBody>
      </p:sp>
      <p:grpSp>
        <p:nvGrpSpPr>
          <p:cNvPr id="16481" name="Group 97"/>
          <p:cNvGrpSpPr>
            <a:grpSpLocks/>
          </p:cNvGrpSpPr>
          <p:nvPr/>
        </p:nvGrpSpPr>
        <p:grpSpPr bwMode="auto">
          <a:xfrm>
            <a:off x="6538639" y="3086100"/>
            <a:ext cx="1560928" cy="1873419"/>
            <a:chOff x="3346" y="1032"/>
            <a:chExt cx="1072" cy="1286"/>
          </a:xfrm>
        </p:grpSpPr>
        <p:sp>
          <p:nvSpPr>
            <p:cNvPr id="22" name="Text Box 98"/>
            <p:cNvSpPr txBox="1">
              <a:spLocks noChangeArrowheads="1"/>
            </p:cNvSpPr>
            <p:nvPr/>
          </p:nvSpPr>
          <p:spPr bwMode="auto">
            <a:xfrm>
              <a:off x="3915" y="1032"/>
              <a:ext cx="303"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a’</a:t>
              </a:r>
              <a:r>
                <a:rPr lang="en-US" altLang="en-US" baseline="-25000">
                  <a:latin typeface="Times New Roman" panose="02020603050405020304" pitchFamily="18" charset="0"/>
                </a:rPr>
                <a:t>1</a:t>
              </a:r>
            </a:p>
          </p:txBody>
        </p:sp>
        <p:sp>
          <p:nvSpPr>
            <p:cNvPr id="16463" name="Text Box 99"/>
            <p:cNvSpPr txBox="1">
              <a:spLocks noChangeArrowheads="1"/>
            </p:cNvSpPr>
            <p:nvPr/>
          </p:nvSpPr>
          <p:spPr bwMode="auto">
            <a:xfrm>
              <a:off x="4106" y="1200"/>
              <a:ext cx="312"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b’</a:t>
              </a:r>
              <a:r>
                <a:rPr lang="en-US" altLang="en-US" baseline="-25000">
                  <a:latin typeface="Times New Roman" panose="02020603050405020304" pitchFamily="18" charset="0"/>
                </a:rPr>
                <a:t>1</a:t>
              </a:r>
            </a:p>
          </p:txBody>
        </p:sp>
        <p:sp>
          <p:nvSpPr>
            <p:cNvPr id="16464" name="Text Box 100"/>
            <p:cNvSpPr txBox="1">
              <a:spLocks noChangeArrowheads="1"/>
            </p:cNvSpPr>
            <p:nvPr/>
          </p:nvSpPr>
          <p:spPr bwMode="auto">
            <a:xfrm>
              <a:off x="3966" y="1920"/>
              <a:ext cx="303"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c’</a:t>
              </a:r>
              <a:r>
                <a:rPr lang="en-US" altLang="en-US" baseline="-25000">
                  <a:latin typeface="Times New Roman" panose="02020603050405020304" pitchFamily="18" charset="0"/>
                </a:rPr>
                <a:t>1</a:t>
              </a:r>
            </a:p>
          </p:txBody>
        </p:sp>
        <p:sp>
          <p:nvSpPr>
            <p:cNvPr id="16465" name="Text Box 101"/>
            <p:cNvSpPr txBox="1">
              <a:spLocks noChangeArrowheads="1"/>
            </p:cNvSpPr>
            <p:nvPr/>
          </p:nvSpPr>
          <p:spPr bwMode="auto">
            <a:xfrm>
              <a:off x="3818" y="2016"/>
              <a:ext cx="312"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d’</a:t>
              </a:r>
              <a:r>
                <a:rPr lang="en-US" altLang="en-US" baseline="-25000">
                  <a:latin typeface="Times New Roman" panose="02020603050405020304" pitchFamily="18" charset="0"/>
                </a:rPr>
                <a:t>1</a:t>
              </a:r>
            </a:p>
          </p:txBody>
        </p:sp>
        <p:sp>
          <p:nvSpPr>
            <p:cNvPr id="16466" name="Text Box 102"/>
            <p:cNvSpPr txBox="1">
              <a:spLocks noChangeArrowheads="1"/>
            </p:cNvSpPr>
            <p:nvPr/>
          </p:nvSpPr>
          <p:spPr bwMode="auto">
            <a:xfrm>
              <a:off x="3531" y="2064"/>
              <a:ext cx="303"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e’</a:t>
              </a:r>
              <a:r>
                <a:rPr lang="en-US" altLang="en-US" baseline="-25000">
                  <a:latin typeface="Times New Roman" panose="02020603050405020304" pitchFamily="18" charset="0"/>
                </a:rPr>
                <a:t>1</a:t>
              </a:r>
            </a:p>
          </p:txBody>
        </p:sp>
        <p:sp>
          <p:nvSpPr>
            <p:cNvPr id="16467" name="Text Box 103"/>
            <p:cNvSpPr txBox="1">
              <a:spLocks noChangeArrowheads="1"/>
            </p:cNvSpPr>
            <p:nvPr/>
          </p:nvSpPr>
          <p:spPr bwMode="auto">
            <a:xfrm>
              <a:off x="3385" y="1919"/>
              <a:ext cx="294"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f’</a:t>
              </a:r>
              <a:r>
                <a:rPr lang="en-US" altLang="en-US" baseline="-25000">
                  <a:latin typeface="Times New Roman" panose="02020603050405020304" pitchFamily="18" charset="0"/>
                </a:rPr>
                <a:t>1</a:t>
              </a:r>
            </a:p>
          </p:txBody>
        </p:sp>
        <p:sp>
          <p:nvSpPr>
            <p:cNvPr id="16468" name="Text Box 104"/>
            <p:cNvSpPr txBox="1">
              <a:spLocks noChangeArrowheads="1"/>
            </p:cNvSpPr>
            <p:nvPr/>
          </p:nvSpPr>
          <p:spPr bwMode="auto">
            <a:xfrm>
              <a:off x="3346" y="1535"/>
              <a:ext cx="312"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g’</a:t>
              </a:r>
              <a:r>
                <a:rPr lang="en-US" altLang="en-US" baseline="-25000">
                  <a:latin typeface="Times New Roman" panose="02020603050405020304" pitchFamily="18" charset="0"/>
                </a:rPr>
                <a:t>1</a:t>
              </a:r>
            </a:p>
          </p:txBody>
        </p:sp>
        <p:sp>
          <p:nvSpPr>
            <p:cNvPr id="16469" name="Text Box 105"/>
            <p:cNvSpPr txBox="1">
              <a:spLocks noChangeArrowheads="1"/>
            </p:cNvSpPr>
            <p:nvPr/>
          </p:nvSpPr>
          <p:spPr bwMode="auto">
            <a:xfrm>
              <a:off x="3695" y="1152"/>
              <a:ext cx="312"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latin typeface="Times New Roman" panose="02020603050405020304" pitchFamily="18" charset="0"/>
                </a:rPr>
                <a:t>h’</a:t>
              </a:r>
              <a:r>
                <a:rPr lang="en-US" altLang="en-US" baseline="-25000">
                  <a:latin typeface="Times New Roman" panose="02020603050405020304" pitchFamily="18" charset="0"/>
                </a:rPr>
                <a:t>1</a:t>
              </a:r>
            </a:p>
          </p:txBody>
        </p:sp>
      </p:grpSp>
      <p:sp>
        <p:nvSpPr>
          <p:cNvPr id="16490" name="Text Box 106"/>
          <p:cNvSpPr txBox="1">
            <a:spLocks noChangeArrowheads="1"/>
          </p:cNvSpPr>
          <p:nvPr/>
        </p:nvSpPr>
        <p:spPr bwMode="auto">
          <a:xfrm>
            <a:off x="8507413" y="4492625"/>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r>
              <a:rPr lang="en-US" altLang="en-US" sz="1600" baseline="-25000">
                <a:latin typeface="Times New Roman" panose="02020603050405020304" pitchFamily="18" charset="0"/>
              </a:rPr>
              <a:t>1</a:t>
            </a:r>
          </a:p>
        </p:txBody>
      </p:sp>
      <p:sp>
        <p:nvSpPr>
          <p:cNvPr id="16491" name="Text Box 107"/>
          <p:cNvSpPr txBox="1">
            <a:spLocks noChangeArrowheads="1"/>
          </p:cNvSpPr>
          <p:nvPr/>
        </p:nvSpPr>
        <p:spPr bwMode="auto">
          <a:xfrm>
            <a:off x="8537575" y="4938713"/>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r>
              <a:rPr lang="en-US" altLang="en-US" sz="1600" baseline="-25000">
                <a:latin typeface="Times New Roman" panose="02020603050405020304" pitchFamily="18" charset="0"/>
              </a:rPr>
              <a:t>1</a:t>
            </a:r>
          </a:p>
        </p:txBody>
      </p:sp>
      <p:sp>
        <p:nvSpPr>
          <p:cNvPr id="16492" name="Text Box 108"/>
          <p:cNvSpPr txBox="1">
            <a:spLocks noChangeArrowheads="1"/>
          </p:cNvSpPr>
          <p:nvPr/>
        </p:nvSpPr>
        <p:spPr bwMode="auto">
          <a:xfrm>
            <a:off x="8626475" y="4672013"/>
            <a:ext cx="3642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30</a:t>
            </a:r>
          </a:p>
        </p:txBody>
      </p:sp>
      <p:sp>
        <p:nvSpPr>
          <p:cNvPr id="16493" name="Arc 109"/>
          <p:cNvSpPr>
            <a:spLocks/>
          </p:cNvSpPr>
          <p:nvPr/>
        </p:nvSpPr>
        <p:spPr bwMode="auto">
          <a:xfrm flipH="1" flipV="1">
            <a:off x="8655050" y="4659313"/>
            <a:ext cx="276225" cy="314325"/>
          </a:xfrm>
          <a:custGeom>
            <a:avLst/>
            <a:gdLst>
              <a:gd name="T0" fmla="*/ 184727 w 21226"/>
              <a:gd name="T1" fmla="*/ 0 h 16280"/>
              <a:gd name="T2" fmla="*/ 276225 w 21226"/>
              <a:gd name="T3" fmla="*/ 237095 h 16280"/>
              <a:gd name="T4" fmla="*/ 0 w 21226"/>
              <a:gd name="T5" fmla="*/ 314325 h 16280"/>
              <a:gd name="T6" fmla="*/ 0 60000 65536"/>
              <a:gd name="T7" fmla="*/ 0 60000 65536"/>
              <a:gd name="T8" fmla="*/ 0 60000 65536"/>
            </a:gdLst>
            <a:ahLst/>
            <a:cxnLst>
              <a:cxn ang="T6">
                <a:pos x="T0" y="T1"/>
              </a:cxn>
              <a:cxn ang="T7">
                <a:pos x="T2" y="T3"/>
              </a:cxn>
              <a:cxn ang="T8">
                <a:pos x="T4" y="T5"/>
              </a:cxn>
            </a:cxnLst>
            <a:rect l="0" t="0" r="r" b="b"/>
            <a:pathLst>
              <a:path w="21226" h="16280" fill="none" extrusionOk="0">
                <a:moveTo>
                  <a:pt x="14195" y="-1"/>
                </a:moveTo>
                <a:cubicBezTo>
                  <a:pt x="17851" y="3187"/>
                  <a:pt x="20328" y="7513"/>
                  <a:pt x="21226" y="12279"/>
                </a:cubicBezTo>
              </a:path>
              <a:path w="21226" h="16280" stroke="0" extrusionOk="0">
                <a:moveTo>
                  <a:pt x="14195" y="-1"/>
                </a:moveTo>
                <a:cubicBezTo>
                  <a:pt x="17851" y="3187"/>
                  <a:pt x="20328" y="7513"/>
                  <a:pt x="21226" y="12279"/>
                </a:cubicBezTo>
                <a:lnTo>
                  <a:pt x="0" y="16280"/>
                </a:lnTo>
                <a:lnTo>
                  <a:pt x="14195" y="-1"/>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16494" name="Line 110"/>
          <p:cNvSpPr>
            <a:spLocks noChangeShapeType="1"/>
          </p:cNvSpPr>
          <p:nvPr/>
        </p:nvSpPr>
        <p:spPr bwMode="auto">
          <a:xfrm>
            <a:off x="4460875" y="4729163"/>
            <a:ext cx="0" cy="1817687"/>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95" name="Line 111"/>
          <p:cNvSpPr>
            <a:spLocks noChangeShapeType="1"/>
          </p:cNvSpPr>
          <p:nvPr/>
        </p:nvSpPr>
        <p:spPr bwMode="auto">
          <a:xfrm>
            <a:off x="5091113" y="3400425"/>
            <a:ext cx="0" cy="3216275"/>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96" name="Line 112"/>
          <p:cNvSpPr>
            <a:spLocks noChangeShapeType="1"/>
          </p:cNvSpPr>
          <p:nvPr/>
        </p:nvSpPr>
        <p:spPr bwMode="auto">
          <a:xfrm>
            <a:off x="5003800" y="3540125"/>
            <a:ext cx="0" cy="3076575"/>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97" name="Line 113"/>
          <p:cNvSpPr>
            <a:spLocks noChangeShapeType="1"/>
          </p:cNvSpPr>
          <p:nvPr/>
        </p:nvSpPr>
        <p:spPr bwMode="auto">
          <a:xfrm>
            <a:off x="4548188" y="4519613"/>
            <a:ext cx="0" cy="2097087"/>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98" name="Line 114"/>
          <p:cNvSpPr>
            <a:spLocks noChangeShapeType="1"/>
          </p:cNvSpPr>
          <p:nvPr/>
        </p:nvSpPr>
        <p:spPr bwMode="auto">
          <a:xfrm>
            <a:off x="6313488" y="4729163"/>
            <a:ext cx="0" cy="1398587"/>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499" name="Line 115"/>
          <p:cNvSpPr>
            <a:spLocks noChangeShapeType="1"/>
          </p:cNvSpPr>
          <p:nvPr/>
        </p:nvSpPr>
        <p:spPr bwMode="auto">
          <a:xfrm>
            <a:off x="4775200" y="4030663"/>
            <a:ext cx="0" cy="2586037"/>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500" name="Line 116"/>
          <p:cNvSpPr>
            <a:spLocks noChangeShapeType="1"/>
          </p:cNvSpPr>
          <p:nvPr/>
        </p:nvSpPr>
        <p:spPr bwMode="auto">
          <a:xfrm>
            <a:off x="5095875" y="3376613"/>
            <a:ext cx="2867025"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501" name="Line 117"/>
          <p:cNvSpPr>
            <a:spLocks noChangeShapeType="1"/>
          </p:cNvSpPr>
          <p:nvPr/>
        </p:nvSpPr>
        <p:spPr bwMode="auto">
          <a:xfrm>
            <a:off x="5021263" y="3540125"/>
            <a:ext cx="3074987"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502" name="Line 118"/>
          <p:cNvSpPr>
            <a:spLocks noChangeShapeType="1"/>
          </p:cNvSpPr>
          <p:nvPr/>
        </p:nvSpPr>
        <p:spPr bwMode="auto">
          <a:xfrm>
            <a:off x="4810125" y="4030663"/>
            <a:ext cx="3914775"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503" name="Line 119"/>
          <p:cNvSpPr>
            <a:spLocks noChangeShapeType="1"/>
          </p:cNvSpPr>
          <p:nvPr/>
        </p:nvSpPr>
        <p:spPr bwMode="auto">
          <a:xfrm>
            <a:off x="4600575" y="4519613"/>
            <a:ext cx="3355975"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504" name="Line 120"/>
          <p:cNvSpPr>
            <a:spLocks noChangeShapeType="1"/>
          </p:cNvSpPr>
          <p:nvPr/>
        </p:nvSpPr>
        <p:spPr bwMode="auto">
          <a:xfrm flipV="1">
            <a:off x="7245350" y="3190875"/>
            <a:ext cx="0" cy="20970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505" name="Line 121"/>
          <p:cNvSpPr>
            <a:spLocks noChangeShapeType="1"/>
          </p:cNvSpPr>
          <p:nvPr/>
        </p:nvSpPr>
        <p:spPr bwMode="auto">
          <a:xfrm flipV="1">
            <a:off x="6908800" y="3260725"/>
            <a:ext cx="0" cy="19573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506" name="Text Box 122"/>
          <p:cNvSpPr txBox="1">
            <a:spLocks noChangeArrowheads="1"/>
          </p:cNvSpPr>
          <p:nvPr/>
        </p:nvSpPr>
        <p:spPr bwMode="auto">
          <a:xfrm>
            <a:off x="4045704" y="-71174"/>
            <a:ext cx="5156348"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dirty="0">
                <a:solidFill>
                  <a:schemeClr val="accent2"/>
                </a:solidFill>
              </a:rPr>
              <a:t>Solution Steps:</a:t>
            </a:r>
          </a:p>
          <a:p>
            <a:pPr eaLnBrk="1" hangingPunct="1"/>
            <a:r>
              <a:rPr lang="en-US" altLang="en-US" sz="1600" dirty="0"/>
              <a:t>Resting on </a:t>
            </a:r>
            <a:r>
              <a:rPr lang="en-US" altLang="en-US" sz="1600" dirty="0" err="1"/>
              <a:t>Hp</a:t>
            </a:r>
            <a:r>
              <a:rPr lang="en-US" altLang="en-US" sz="1600" dirty="0"/>
              <a:t> on one generator, means lying on </a:t>
            </a:r>
            <a:r>
              <a:rPr lang="en-US" altLang="en-US" sz="1600" dirty="0" err="1"/>
              <a:t>Hp</a:t>
            </a:r>
            <a:r>
              <a:rPr lang="en-US" altLang="en-US" sz="1600" dirty="0"/>
              <a:t>:</a:t>
            </a:r>
          </a:p>
          <a:p>
            <a:pPr eaLnBrk="1" hangingPunct="1"/>
            <a:r>
              <a:rPr lang="en-US" altLang="en-US" sz="1600" dirty="0"/>
              <a:t>1.Assume it standing on Hp.</a:t>
            </a:r>
          </a:p>
          <a:p>
            <a:pPr eaLnBrk="1" hangingPunct="1"/>
            <a:r>
              <a:rPr lang="en-US" altLang="en-US" sz="1600" dirty="0"/>
              <a:t>2.It’s </a:t>
            </a:r>
            <a:r>
              <a:rPr lang="en-US" altLang="en-US" sz="1600" dirty="0" err="1"/>
              <a:t>Tv</a:t>
            </a:r>
            <a:r>
              <a:rPr lang="en-US" altLang="en-US" sz="1600" dirty="0"/>
              <a:t>  will show True Shape of base( circle )</a:t>
            </a:r>
          </a:p>
          <a:p>
            <a:pPr eaLnBrk="1" hangingPunct="1"/>
            <a:r>
              <a:rPr lang="en-US" altLang="en-US" sz="1600" dirty="0"/>
              <a:t>3.Draw 40mm dia. Circle as </a:t>
            </a:r>
            <a:r>
              <a:rPr lang="en-US" altLang="en-US" sz="1600" dirty="0" err="1"/>
              <a:t>Tv</a:t>
            </a:r>
            <a:r>
              <a:rPr lang="en-US" altLang="en-US" sz="1600" dirty="0"/>
              <a:t> &amp;</a:t>
            </a:r>
          </a:p>
          <a:p>
            <a:pPr eaLnBrk="1" hangingPunct="1"/>
            <a:r>
              <a:rPr lang="en-US" altLang="en-US" sz="1600" dirty="0"/>
              <a:t>    taking 50 mm axis project </a:t>
            </a:r>
            <a:r>
              <a:rPr lang="en-US" altLang="en-US" sz="1600" dirty="0" err="1"/>
              <a:t>Fv</a:t>
            </a:r>
            <a:r>
              <a:rPr lang="en-US" altLang="en-US" sz="1600" dirty="0"/>
              <a:t>. ( a triangle)</a:t>
            </a:r>
          </a:p>
          <a:p>
            <a:pPr eaLnBrk="1" hangingPunct="1"/>
            <a:r>
              <a:rPr lang="en-US" altLang="en-US" sz="1600" dirty="0"/>
              <a:t>4.Name all points as shown in illustration.</a:t>
            </a:r>
          </a:p>
          <a:p>
            <a:pPr eaLnBrk="1" hangingPunct="1"/>
            <a:r>
              <a:rPr lang="en-US" altLang="en-US" sz="1600" dirty="0"/>
              <a:t>5.Draw 2</a:t>
            </a:r>
            <a:r>
              <a:rPr lang="en-US" altLang="en-US" sz="1600" baseline="30000" dirty="0"/>
              <a:t>nd</a:t>
            </a:r>
            <a:r>
              <a:rPr lang="en-US" altLang="en-US" sz="1600" dirty="0"/>
              <a:t> </a:t>
            </a:r>
            <a:r>
              <a:rPr lang="en-US" altLang="en-US" sz="1600" dirty="0" err="1"/>
              <a:t>Fv</a:t>
            </a:r>
            <a:r>
              <a:rPr lang="en-US" altLang="en-US" sz="1600" dirty="0"/>
              <a:t> in lying position </a:t>
            </a:r>
            <a:r>
              <a:rPr lang="en-US" altLang="en-US" sz="1600" dirty="0" err="1"/>
              <a:t>I.e.o’e</a:t>
            </a:r>
            <a:r>
              <a:rPr lang="en-US" altLang="en-US" sz="1600" dirty="0"/>
              <a:t>’ on </a:t>
            </a:r>
            <a:r>
              <a:rPr lang="en-US" altLang="en-US" sz="1600" dirty="0" err="1"/>
              <a:t>xy</a:t>
            </a:r>
            <a:r>
              <a:rPr lang="en-US" altLang="en-US" sz="1600" dirty="0"/>
              <a:t>. And</a:t>
            </a:r>
          </a:p>
          <a:p>
            <a:pPr eaLnBrk="1" hangingPunct="1"/>
            <a:r>
              <a:rPr lang="en-US" altLang="en-US" sz="1600" dirty="0"/>
              <a:t>   project it’s </a:t>
            </a:r>
            <a:r>
              <a:rPr lang="en-US" altLang="en-US" sz="1600" dirty="0" err="1"/>
              <a:t>Tv</a:t>
            </a:r>
            <a:r>
              <a:rPr lang="en-US" altLang="en-US" sz="1600" dirty="0"/>
              <a:t> below </a:t>
            </a:r>
            <a:r>
              <a:rPr lang="en-US" altLang="en-US" sz="1600" dirty="0" err="1"/>
              <a:t>xy</a:t>
            </a:r>
            <a:r>
              <a:rPr lang="en-US" altLang="en-US" sz="1600" dirty="0"/>
              <a:t>.</a:t>
            </a:r>
          </a:p>
          <a:p>
            <a:pPr eaLnBrk="1" hangingPunct="1"/>
            <a:r>
              <a:rPr lang="en-US" altLang="en-US" sz="1600" dirty="0"/>
              <a:t>6.Make visible lines dark and hidden dotted, </a:t>
            </a:r>
          </a:p>
          <a:p>
            <a:pPr eaLnBrk="1" hangingPunct="1"/>
            <a:r>
              <a:rPr lang="en-US" altLang="en-US" sz="1600" dirty="0"/>
              <a:t>  as per the procedure.</a:t>
            </a:r>
          </a:p>
          <a:p>
            <a:pPr eaLnBrk="1" hangingPunct="1"/>
            <a:r>
              <a:rPr lang="en-US" altLang="en-US" sz="1600" dirty="0"/>
              <a:t>7.Then construct remaining inclination with </a:t>
            </a:r>
            <a:r>
              <a:rPr lang="en-US" altLang="en-US" sz="1600" dirty="0" err="1"/>
              <a:t>Vp</a:t>
            </a:r>
            <a:endParaRPr lang="en-US" altLang="en-US" sz="1600" dirty="0"/>
          </a:p>
          <a:p>
            <a:pPr eaLnBrk="1" hangingPunct="1"/>
            <a:r>
              <a:rPr lang="en-US" altLang="en-US" sz="1600" dirty="0"/>
              <a:t> ( generator o</a:t>
            </a:r>
            <a:r>
              <a:rPr lang="en-US" altLang="en-US" sz="1600" baseline="-25000" dirty="0"/>
              <a:t>1</a:t>
            </a:r>
            <a:r>
              <a:rPr lang="en-US" altLang="en-US" sz="1600" dirty="0"/>
              <a:t>e</a:t>
            </a:r>
            <a:r>
              <a:rPr lang="en-US" altLang="en-US" sz="1600" baseline="-25000" dirty="0"/>
              <a:t>1</a:t>
            </a:r>
            <a:r>
              <a:rPr lang="en-US" altLang="en-US" sz="1600" dirty="0"/>
              <a:t> 30</a:t>
            </a:r>
            <a:r>
              <a:rPr lang="en-US" altLang="en-US" sz="1600" baseline="30000" dirty="0"/>
              <a:t>0</a:t>
            </a:r>
            <a:r>
              <a:rPr lang="en-US" altLang="en-US" sz="1600" dirty="0"/>
              <a:t> to </a:t>
            </a:r>
            <a:r>
              <a:rPr lang="en-US" altLang="en-US" sz="1600" dirty="0" err="1"/>
              <a:t>xy</a:t>
            </a:r>
            <a:r>
              <a:rPr lang="en-US" altLang="en-US" sz="1600" dirty="0"/>
              <a:t> as shown) &amp; project final </a:t>
            </a:r>
            <a:r>
              <a:rPr lang="en-US" altLang="en-US" sz="1600" dirty="0" err="1"/>
              <a:t>Fv</a:t>
            </a:r>
            <a:r>
              <a:rPr lang="en-US" altLang="en-US" sz="1600" dirty="0"/>
              <a:t>.</a:t>
            </a:r>
          </a:p>
        </p:txBody>
      </p:sp>
      <p:grpSp>
        <p:nvGrpSpPr>
          <p:cNvPr id="16459" name="Group 123"/>
          <p:cNvGrpSpPr>
            <a:grpSpLocks/>
          </p:cNvGrpSpPr>
          <p:nvPr/>
        </p:nvGrpSpPr>
        <p:grpSpPr bwMode="auto">
          <a:xfrm>
            <a:off x="47625" y="1885950"/>
            <a:ext cx="2819400" cy="2246313"/>
            <a:chOff x="18" y="1188"/>
            <a:chExt cx="1776" cy="1415"/>
          </a:xfrm>
        </p:grpSpPr>
        <p:sp>
          <p:nvSpPr>
            <p:cNvPr id="16460" name="Rectangle 124"/>
            <p:cNvSpPr>
              <a:spLocks noChangeArrowheads="1"/>
            </p:cNvSpPr>
            <p:nvPr/>
          </p:nvSpPr>
          <p:spPr bwMode="auto">
            <a:xfrm>
              <a:off x="26" y="1236"/>
              <a:ext cx="1680" cy="1296"/>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600">
                <a:latin typeface="Times New Roman" panose="02020603050405020304" pitchFamily="18" charset="0"/>
              </a:endParaRPr>
            </a:p>
          </p:txBody>
        </p:sp>
        <p:sp>
          <p:nvSpPr>
            <p:cNvPr id="16461" name="Text Box 125"/>
            <p:cNvSpPr txBox="1">
              <a:spLocks noChangeArrowheads="1"/>
            </p:cNvSpPr>
            <p:nvPr/>
          </p:nvSpPr>
          <p:spPr bwMode="auto">
            <a:xfrm>
              <a:off x="18" y="1188"/>
              <a:ext cx="1776" cy="1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i="1" dirty="0">
                  <a:solidFill>
                    <a:schemeClr val="accent2"/>
                  </a:solidFill>
                  <a:latin typeface="Times New Roman" panose="02020603050405020304" pitchFamily="18" charset="0"/>
                </a:rPr>
                <a:t>      For dark and dotted lines</a:t>
              </a:r>
            </a:p>
            <a:p>
              <a:pPr eaLnBrk="1" hangingPunct="1"/>
              <a:r>
                <a:rPr lang="en-US" altLang="en-US" sz="1400" b="1" dirty="0">
                  <a:solidFill>
                    <a:srgbClr val="FF0000"/>
                  </a:solidFill>
                  <a:latin typeface="Times New Roman" panose="02020603050405020304" pitchFamily="18" charset="0"/>
                </a:rPr>
                <a:t>1.Draw proper outline of new vie</a:t>
              </a:r>
            </a:p>
            <a:p>
              <a:pPr eaLnBrk="1" hangingPunct="1"/>
              <a:r>
                <a:rPr lang="en-US" altLang="en-US" sz="1400" b="1" dirty="0">
                  <a:solidFill>
                    <a:srgbClr val="FF0000"/>
                  </a:solidFill>
                  <a:latin typeface="Times New Roman" panose="02020603050405020304" pitchFamily="18" charset="0"/>
                </a:rPr>
                <a:t>    DARK.</a:t>
              </a:r>
            </a:p>
            <a:p>
              <a:pPr eaLnBrk="1" hangingPunct="1"/>
              <a:r>
                <a:rPr lang="en-US" altLang="en-US" sz="1400" b="1" dirty="0">
                  <a:solidFill>
                    <a:srgbClr val="FF0000"/>
                  </a:solidFill>
                  <a:latin typeface="Times New Roman" panose="02020603050405020304" pitchFamily="18" charset="0"/>
                </a:rPr>
                <a:t>2. Decide direction of an observer.</a:t>
              </a:r>
            </a:p>
            <a:p>
              <a:pPr eaLnBrk="1" hangingPunct="1"/>
              <a:r>
                <a:rPr lang="en-US" altLang="en-US" sz="1400" b="1" dirty="0">
                  <a:solidFill>
                    <a:srgbClr val="FF0000"/>
                  </a:solidFill>
                  <a:latin typeface="Times New Roman" panose="02020603050405020304" pitchFamily="18" charset="0"/>
                </a:rPr>
                <a:t>3. Select nearest point to observer </a:t>
              </a:r>
            </a:p>
            <a:p>
              <a:pPr eaLnBrk="1" hangingPunct="1"/>
              <a:r>
                <a:rPr lang="en-US" altLang="en-US" sz="1400" b="1" dirty="0">
                  <a:solidFill>
                    <a:srgbClr val="FF0000"/>
                  </a:solidFill>
                  <a:latin typeface="Times New Roman" panose="02020603050405020304" pitchFamily="18" charset="0"/>
                </a:rPr>
                <a:t>    and draw all lines starting from </a:t>
              </a:r>
            </a:p>
            <a:p>
              <a:pPr eaLnBrk="1" hangingPunct="1"/>
              <a:r>
                <a:rPr lang="en-US" altLang="en-US" sz="1400" b="1" dirty="0">
                  <a:solidFill>
                    <a:srgbClr val="FF0000"/>
                  </a:solidFill>
                  <a:latin typeface="Times New Roman" panose="02020603050405020304" pitchFamily="18" charset="0"/>
                </a:rPr>
                <a:t>    it-dark.</a:t>
              </a:r>
            </a:p>
            <a:p>
              <a:pPr eaLnBrk="1" hangingPunct="1"/>
              <a:r>
                <a:rPr lang="en-US" altLang="en-US" sz="1400" b="1" dirty="0">
                  <a:solidFill>
                    <a:srgbClr val="FF0000"/>
                  </a:solidFill>
                  <a:latin typeface="Times New Roman" panose="02020603050405020304" pitchFamily="18" charset="0"/>
                </a:rPr>
                <a:t>4. Select farthest point to observer </a:t>
              </a:r>
            </a:p>
            <a:p>
              <a:pPr eaLnBrk="1" hangingPunct="1"/>
              <a:r>
                <a:rPr lang="en-US" altLang="en-US" sz="1400" b="1" dirty="0">
                  <a:solidFill>
                    <a:srgbClr val="FF0000"/>
                  </a:solidFill>
                  <a:latin typeface="Times New Roman" panose="02020603050405020304" pitchFamily="18" charset="0"/>
                </a:rPr>
                <a:t>    and draw all lines (remaining)</a:t>
              </a:r>
            </a:p>
            <a:p>
              <a:pPr eaLnBrk="1" hangingPunct="1"/>
              <a:r>
                <a:rPr lang="en-US" altLang="en-US" sz="1400" b="1" dirty="0">
                  <a:solidFill>
                    <a:srgbClr val="FF0000"/>
                  </a:solidFill>
                  <a:latin typeface="Times New Roman" panose="02020603050405020304" pitchFamily="18" charset="0"/>
                </a:rPr>
                <a:t>    from it- dotted.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6386"/>
                                        </p:tgtEl>
                                        <p:attrNameLst>
                                          <p:attrName>style.visibility</p:attrName>
                                        </p:attrNameLst>
                                      </p:cBhvr>
                                      <p:to>
                                        <p:strVal val="visible"/>
                                      </p:to>
                                    </p:set>
                                    <p:anim calcmode="lin" valueType="num">
                                      <p:cBhvr>
                                        <p:cTn id="7" dur="500" fill="hold"/>
                                        <p:tgtEl>
                                          <p:spTgt spid="16386"/>
                                        </p:tgtEl>
                                        <p:attrNameLst>
                                          <p:attrName>ppt_x</p:attrName>
                                        </p:attrNameLst>
                                      </p:cBhvr>
                                      <p:tavLst>
                                        <p:tav tm="0">
                                          <p:val>
                                            <p:strVal val="#ppt_x-#ppt_w/2"/>
                                          </p:val>
                                        </p:tav>
                                        <p:tav tm="100000">
                                          <p:val>
                                            <p:strVal val="#ppt_x"/>
                                          </p:val>
                                        </p:tav>
                                      </p:tavLst>
                                    </p:anim>
                                    <p:anim calcmode="lin" valueType="num">
                                      <p:cBhvr>
                                        <p:cTn id="8" dur="500" fill="hold"/>
                                        <p:tgtEl>
                                          <p:spTgt spid="16386"/>
                                        </p:tgtEl>
                                        <p:attrNameLst>
                                          <p:attrName>ppt_y</p:attrName>
                                        </p:attrNameLst>
                                      </p:cBhvr>
                                      <p:tavLst>
                                        <p:tav tm="0">
                                          <p:val>
                                            <p:strVal val="#ppt_y"/>
                                          </p:val>
                                        </p:tav>
                                        <p:tav tm="100000">
                                          <p:val>
                                            <p:strVal val="#ppt_y"/>
                                          </p:val>
                                        </p:tav>
                                      </p:tavLst>
                                    </p:anim>
                                    <p:anim calcmode="lin" valueType="num">
                                      <p:cBhvr>
                                        <p:cTn id="9" dur="500" fill="hold"/>
                                        <p:tgtEl>
                                          <p:spTgt spid="16386"/>
                                        </p:tgtEl>
                                        <p:attrNameLst>
                                          <p:attrName>ppt_w</p:attrName>
                                        </p:attrNameLst>
                                      </p:cBhvr>
                                      <p:tavLst>
                                        <p:tav tm="0">
                                          <p:val>
                                            <p:fltVal val="0"/>
                                          </p:val>
                                        </p:tav>
                                        <p:tav tm="100000">
                                          <p:val>
                                            <p:strVal val="#ppt_w"/>
                                          </p:val>
                                        </p:tav>
                                      </p:tavLst>
                                    </p:anim>
                                    <p:anim calcmode="lin" valueType="num">
                                      <p:cBhvr>
                                        <p:cTn id="10" dur="500" fill="hold"/>
                                        <p:tgtEl>
                                          <p:spTgt spid="16386"/>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4" fill="hold" grpId="0" nodeType="clickEffect">
                                  <p:stCondLst>
                                    <p:cond delay="0"/>
                                  </p:stCondLst>
                                  <p:childTnLst>
                                    <p:set>
                                      <p:cBhvr>
                                        <p:cTn id="14" dur="1" fill="hold">
                                          <p:stCondLst>
                                            <p:cond delay="0"/>
                                          </p:stCondLst>
                                        </p:cTn>
                                        <p:tgtEl>
                                          <p:spTgt spid="16506"/>
                                        </p:tgtEl>
                                        <p:attrNameLst>
                                          <p:attrName>style.visibility</p:attrName>
                                        </p:attrNameLst>
                                      </p:cBhvr>
                                      <p:to>
                                        <p:strVal val="visible"/>
                                      </p:to>
                                    </p:set>
                                    <p:anim calcmode="lin" valueType="num">
                                      <p:cBhvr>
                                        <p:cTn id="15" dur="500" fill="hold"/>
                                        <p:tgtEl>
                                          <p:spTgt spid="16506"/>
                                        </p:tgtEl>
                                        <p:attrNameLst>
                                          <p:attrName>ppt_x</p:attrName>
                                        </p:attrNameLst>
                                      </p:cBhvr>
                                      <p:tavLst>
                                        <p:tav tm="0">
                                          <p:val>
                                            <p:strVal val="#ppt_x"/>
                                          </p:val>
                                        </p:tav>
                                        <p:tav tm="100000">
                                          <p:val>
                                            <p:strVal val="#ppt_x"/>
                                          </p:val>
                                        </p:tav>
                                      </p:tavLst>
                                    </p:anim>
                                    <p:anim calcmode="lin" valueType="num">
                                      <p:cBhvr>
                                        <p:cTn id="16" dur="500" fill="hold"/>
                                        <p:tgtEl>
                                          <p:spTgt spid="16506"/>
                                        </p:tgtEl>
                                        <p:attrNameLst>
                                          <p:attrName>ppt_y</p:attrName>
                                        </p:attrNameLst>
                                      </p:cBhvr>
                                      <p:tavLst>
                                        <p:tav tm="0">
                                          <p:val>
                                            <p:strVal val="#ppt_y+#ppt_h/2"/>
                                          </p:val>
                                        </p:tav>
                                        <p:tav tm="100000">
                                          <p:val>
                                            <p:strVal val="#ppt_y"/>
                                          </p:val>
                                        </p:tav>
                                      </p:tavLst>
                                    </p:anim>
                                    <p:anim calcmode="lin" valueType="num">
                                      <p:cBhvr>
                                        <p:cTn id="17" dur="500" fill="hold"/>
                                        <p:tgtEl>
                                          <p:spTgt spid="16506"/>
                                        </p:tgtEl>
                                        <p:attrNameLst>
                                          <p:attrName>ppt_w</p:attrName>
                                        </p:attrNameLst>
                                      </p:cBhvr>
                                      <p:tavLst>
                                        <p:tav tm="0">
                                          <p:val>
                                            <p:strVal val="#ppt_w"/>
                                          </p:val>
                                        </p:tav>
                                        <p:tav tm="100000">
                                          <p:val>
                                            <p:strVal val="#ppt_w"/>
                                          </p:val>
                                        </p:tav>
                                      </p:tavLst>
                                    </p:anim>
                                    <p:anim calcmode="lin" valueType="num">
                                      <p:cBhvr>
                                        <p:cTn id="18" dur="500" fill="hold"/>
                                        <p:tgtEl>
                                          <p:spTgt spid="16506"/>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6389"/>
                                        </p:tgtEl>
                                        <p:attrNameLst>
                                          <p:attrName>style.visibility</p:attrName>
                                        </p:attrNameLst>
                                      </p:cBhvr>
                                      <p:to>
                                        <p:strVal val="visible"/>
                                      </p:to>
                                    </p:set>
                                    <p:anim calcmode="lin" valueType="num">
                                      <p:cBhvr additive="base">
                                        <p:cTn id="23" dur="500" fill="hold"/>
                                        <p:tgtEl>
                                          <p:spTgt spid="16389"/>
                                        </p:tgtEl>
                                        <p:attrNameLst>
                                          <p:attrName>ppt_x</p:attrName>
                                        </p:attrNameLst>
                                      </p:cBhvr>
                                      <p:tavLst>
                                        <p:tav tm="0">
                                          <p:val>
                                            <p:strVal val="0-#ppt_w/2"/>
                                          </p:val>
                                        </p:tav>
                                        <p:tav tm="100000">
                                          <p:val>
                                            <p:strVal val="#ppt_x"/>
                                          </p:val>
                                        </p:tav>
                                      </p:tavLst>
                                    </p:anim>
                                    <p:anim calcmode="lin" valueType="num">
                                      <p:cBhvr additive="base">
                                        <p:cTn id="24" dur="500" fill="hold"/>
                                        <p:tgtEl>
                                          <p:spTgt spid="16389"/>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6438"/>
                                        </p:tgtEl>
                                        <p:attrNameLst>
                                          <p:attrName>style.visibility</p:attrName>
                                        </p:attrNameLst>
                                      </p:cBhvr>
                                      <p:to>
                                        <p:strVal val="visible"/>
                                      </p:to>
                                    </p:set>
                                    <p:anim calcmode="lin" valueType="num">
                                      <p:cBhvr additive="base">
                                        <p:cTn id="29" dur="500" fill="hold"/>
                                        <p:tgtEl>
                                          <p:spTgt spid="16438"/>
                                        </p:tgtEl>
                                        <p:attrNameLst>
                                          <p:attrName>ppt_x</p:attrName>
                                        </p:attrNameLst>
                                      </p:cBhvr>
                                      <p:tavLst>
                                        <p:tav tm="0">
                                          <p:val>
                                            <p:strVal val="0-#ppt_w/2"/>
                                          </p:val>
                                        </p:tav>
                                        <p:tav tm="100000">
                                          <p:val>
                                            <p:strVal val="#ppt_x"/>
                                          </p:val>
                                        </p:tav>
                                      </p:tavLst>
                                    </p:anim>
                                    <p:anim calcmode="lin" valueType="num">
                                      <p:cBhvr additive="base">
                                        <p:cTn id="30" dur="500" fill="hold"/>
                                        <p:tgtEl>
                                          <p:spTgt spid="16438"/>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6439"/>
                                        </p:tgtEl>
                                        <p:attrNameLst>
                                          <p:attrName>style.visibility</p:attrName>
                                        </p:attrNameLst>
                                      </p:cBhvr>
                                      <p:to>
                                        <p:strVal val="visible"/>
                                      </p:to>
                                    </p:set>
                                    <p:anim calcmode="lin" valueType="num">
                                      <p:cBhvr additive="base">
                                        <p:cTn id="35" dur="500" fill="hold"/>
                                        <p:tgtEl>
                                          <p:spTgt spid="16439"/>
                                        </p:tgtEl>
                                        <p:attrNameLst>
                                          <p:attrName>ppt_x</p:attrName>
                                        </p:attrNameLst>
                                      </p:cBhvr>
                                      <p:tavLst>
                                        <p:tav tm="0">
                                          <p:val>
                                            <p:strVal val="1+#ppt_w/2"/>
                                          </p:val>
                                        </p:tav>
                                        <p:tav tm="100000">
                                          <p:val>
                                            <p:strVal val="#ppt_x"/>
                                          </p:val>
                                        </p:tav>
                                      </p:tavLst>
                                    </p:anim>
                                    <p:anim calcmode="lin" valueType="num">
                                      <p:cBhvr additive="base">
                                        <p:cTn id="36" dur="500" fill="hold"/>
                                        <p:tgtEl>
                                          <p:spTgt spid="16439"/>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394"/>
                                        </p:tgtEl>
                                        <p:attrNameLst>
                                          <p:attrName>style.visibility</p:attrName>
                                        </p:attrNameLst>
                                      </p:cBhvr>
                                      <p:to>
                                        <p:strVal val="visible"/>
                                      </p:to>
                                    </p:set>
                                    <p:anim calcmode="lin" valueType="num">
                                      <p:cBhvr>
                                        <p:cTn id="41" dur="500" fill="hold"/>
                                        <p:tgtEl>
                                          <p:spTgt spid="16394"/>
                                        </p:tgtEl>
                                        <p:attrNameLst>
                                          <p:attrName>ppt_w</p:attrName>
                                        </p:attrNameLst>
                                      </p:cBhvr>
                                      <p:tavLst>
                                        <p:tav tm="0">
                                          <p:val>
                                            <p:fltVal val="0"/>
                                          </p:val>
                                        </p:tav>
                                        <p:tav tm="100000">
                                          <p:val>
                                            <p:strVal val="#ppt_w"/>
                                          </p:val>
                                        </p:tav>
                                      </p:tavLst>
                                    </p:anim>
                                    <p:anim calcmode="lin" valueType="num">
                                      <p:cBhvr>
                                        <p:cTn id="42" dur="500" fill="hold"/>
                                        <p:tgtEl>
                                          <p:spTgt spid="16394"/>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grpId="0" nodeType="clickEffect">
                                  <p:stCondLst>
                                    <p:cond delay="0"/>
                                  </p:stCondLst>
                                  <p:childTnLst>
                                    <p:set>
                                      <p:cBhvr>
                                        <p:cTn id="46" dur="1" fill="hold">
                                          <p:stCondLst>
                                            <p:cond delay="0"/>
                                          </p:stCondLst>
                                        </p:cTn>
                                        <p:tgtEl>
                                          <p:spTgt spid="16396"/>
                                        </p:tgtEl>
                                        <p:attrNameLst>
                                          <p:attrName>style.visibility</p:attrName>
                                        </p:attrNameLst>
                                      </p:cBhvr>
                                      <p:to>
                                        <p:strVal val="visible"/>
                                      </p:to>
                                    </p:set>
                                    <p:anim calcmode="lin" valueType="num">
                                      <p:cBhvr>
                                        <p:cTn id="47" dur="500" fill="hold"/>
                                        <p:tgtEl>
                                          <p:spTgt spid="16396"/>
                                        </p:tgtEl>
                                        <p:attrNameLst>
                                          <p:attrName>ppt_w</p:attrName>
                                        </p:attrNameLst>
                                      </p:cBhvr>
                                      <p:tavLst>
                                        <p:tav tm="0">
                                          <p:val>
                                            <p:fltVal val="0"/>
                                          </p:val>
                                        </p:tav>
                                        <p:tav tm="100000">
                                          <p:val>
                                            <p:strVal val="#ppt_w"/>
                                          </p:val>
                                        </p:tav>
                                      </p:tavLst>
                                    </p:anim>
                                    <p:anim calcmode="lin" valueType="num">
                                      <p:cBhvr>
                                        <p:cTn id="48" dur="500" fill="hold"/>
                                        <p:tgtEl>
                                          <p:spTgt spid="16396"/>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16397"/>
                                        </p:tgtEl>
                                        <p:attrNameLst>
                                          <p:attrName>style.visibility</p:attrName>
                                        </p:attrNameLst>
                                      </p:cBhvr>
                                      <p:to>
                                        <p:strVal val="visible"/>
                                      </p:to>
                                    </p:set>
                                    <p:anim calcmode="lin" valueType="num">
                                      <p:cBhvr>
                                        <p:cTn id="53" dur="500" fill="hold"/>
                                        <p:tgtEl>
                                          <p:spTgt spid="16397"/>
                                        </p:tgtEl>
                                        <p:attrNameLst>
                                          <p:attrName>ppt_w</p:attrName>
                                        </p:attrNameLst>
                                      </p:cBhvr>
                                      <p:tavLst>
                                        <p:tav tm="0">
                                          <p:val>
                                            <p:fltVal val="0"/>
                                          </p:val>
                                        </p:tav>
                                        <p:tav tm="100000">
                                          <p:val>
                                            <p:strVal val="#ppt_w"/>
                                          </p:val>
                                        </p:tav>
                                      </p:tavLst>
                                    </p:anim>
                                    <p:anim calcmode="lin" valueType="num">
                                      <p:cBhvr>
                                        <p:cTn id="54" dur="500" fill="hold"/>
                                        <p:tgtEl>
                                          <p:spTgt spid="16397"/>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3" presetClass="entr" presetSubtype="16" fill="hold" grpId="0" nodeType="clickEffect">
                                  <p:stCondLst>
                                    <p:cond delay="0"/>
                                  </p:stCondLst>
                                  <p:childTnLst>
                                    <p:set>
                                      <p:cBhvr>
                                        <p:cTn id="58" dur="1" fill="hold">
                                          <p:stCondLst>
                                            <p:cond delay="0"/>
                                          </p:stCondLst>
                                        </p:cTn>
                                        <p:tgtEl>
                                          <p:spTgt spid="16395"/>
                                        </p:tgtEl>
                                        <p:attrNameLst>
                                          <p:attrName>style.visibility</p:attrName>
                                        </p:attrNameLst>
                                      </p:cBhvr>
                                      <p:to>
                                        <p:strVal val="visible"/>
                                      </p:to>
                                    </p:set>
                                    <p:anim calcmode="lin" valueType="num">
                                      <p:cBhvr>
                                        <p:cTn id="59" dur="500" fill="hold"/>
                                        <p:tgtEl>
                                          <p:spTgt spid="16395"/>
                                        </p:tgtEl>
                                        <p:attrNameLst>
                                          <p:attrName>ppt_w</p:attrName>
                                        </p:attrNameLst>
                                      </p:cBhvr>
                                      <p:tavLst>
                                        <p:tav tm="0">
                                          <p:val>
                                            <p:fltVal val="0"/>
                                          </p:val>
                                        </p:tav>
                                        <p:tav tm="100000">
                                          <p:val>
                                            <p:strVal val="#ppt_w"/>
                                          </p:val>
                                        </p:tav>
                                      </p:tavLst>
                                    </p:anim>
                                    <p:anim calcmode="lin" valueType="num">
                                      <p:cBhvr>
                                        <p:cTn id="60" dur="500" fill="hold"/>
                                        <p:tgtEl>
                                          <p:spTgt spid="16395"/>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3" presetClass="entr" presetSubtype="16" fill="hold" grpId="0" nodeType="clickEffect">
                                  <p:stCondLst>
                                    <p:cond delay="0"/>
                                  </p:stCondLst>
                                  <p:childTnLst>
                                    <p:set>
                                      <p:cBhvr>
                                        <p:cTn id="64" dur="1" fill="hold">
                                          <p:stCondLst>
                                            <p:cond delay="0"/>
                                          </p:stCondLst>
                                        </p:cTn>
                                        <p:tgtEl>
                                          <p:spTgt spid="16398"/>
                                        </p:tgtEl>
                                        <p:attrNameLst>
                                          <p:attrName>style.visibility</p:attrName>
                                        </p:attrNameLst>
                                      </p:cBhvr>
                                      <p:to>
                                        <p:strVal val="visible"/>
                                      </p:to>
                                    </p:set>
                                    <p:anim calcmode="lin" valueType="num">
                                      <p:cBhvr>
                                        <p:cTn id="65" dur="500" fill="hold"/>
                                        <p:tgtEl>
                                          <p:spTgt spid="16398"/>
                                        </p:tgtEl>
                                        <p:attrNameLst>
                                          <p:attrName>ppt_w</p:attrName>
                                        </p:attrNameLst>
                                      </p:cBhvr>
                                      <p:tavLst>
                                        <p:tav tm="0">
                                          <p:val>
                                            <p:fltVal val="0"/>
                                          </p:val>
                                        </p:tav>
                                        <p:tav tm="100000">
                                          <p:val>
                                            <p:strVal val="#ppt_w"/>
                                          </p:val>
                                        </p:tav>
                                      </p:tavLst>
                                    </p:anim>
                                    <p:anim calcmode="lin" valueType="num">
                                      <p:cBhvr>
                                        <p:cTn id="66" dur="500" fill="hold"/>
                                        <p:tgtEl>
                                          <p:spTgt spid="16398"/>
                                        </p:tgtEl>
                                        <p:attrNameLst>
                                          <p:attrName>ppt_h</p:attrName>
                                        </p:attrNameLst>
                                      </p:cBhvr>
                                      <p:tavLst>
                                        <p:tav tm="0">
                                          <p:val>
                                            <p:fltVal val="0"/>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3" presetClass="entr" presetSubtype="16" fill="hold" grpId="0" nodeType="clickEffect">
                                  <p:stCondLst>
                                    <p:cond delay="0"/>
                                  </p:stCondLst>
                                  <p:childTnLst>
                                    <p:set>
                                      <p:cBhvr>
                                        <p:cTn id="70" dur="1" fill="hold">
                                          <p:stCondLst>
                                            <p:cond delay="0"/>
                                          </p:stCondLst>
                                        </p:cTn>
                                        <p:tgtEl>
                                          <p:spTgt spid="16400"/>
                                        </p:tgtEl>
                                        <p:attrNameLst>
                                          <p:attrName>style.visibility</p:attrName>
                                        </p:attrNameLst>
                                      </p:cBhvr>
                                      <p:to>
                                        <p:strVal val="visible"/>
                                      </p:to>
                                    </p:set>
                                    <p:anim calcmode="lin" valueType="num">
                                      <p:cBhvr>
                                        <p:cTn id="71" dur="500" fill="hold"/>
                                        <p:tgtEl>
                                          <p:spTgt spid="16400"/>
                                        </p:tgtEl>
                                        <p:attrNameLst>
                                          <p:attrName>ppt_w</p:attrName>
                                        </p:attrNameLst>
                                      </p:cBhvr>
                                      <p:tavLst>
                                        <p:tav tm="0">
                                          <p:val>
                                            <p:fltVal val="0"/>
                                          </p:val>
                                        </p:tav>
                                        <p:tav tm="100000">
                                          <p:val>
                                            <p:strVal val="#ppt_w"/>
                                          </p:val>
                                        </p:tav>
                                      </p:tavLst>
                                    </p:anim>
                                    <p:anim calcmode="lin" valueType="num">
                                      <p:cBhvr>
                                        <p:cTn id="72" dur="500" fill="hold"/>
                                        <p:tgtEl>
                                          <p:spTgt spid="16400"/>
                                        </p:tgtEl>
                                        <p:attrNameLst>
                                          <p:attrName>ppt_h</p:attrName>
                                        </p:attrNameLst>
                                      </p:cBhvr>
                                      <p:tavLst>
                                        <p:tav tm="0">
                                          <p:val>
                                            <p:fltVal val="0"/>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3" presetClass="entr" presetSubtype="16" fill="hold" grpId="0" nodeType="clickEffect">
                                  <p:stCondLst>
                                    <p:cond delay="0"/>
                                  </p:stCondLst>
                                  <p:childTnLst>
                                    <p:set>
                                      <p:cBhvr>
                                        <p:cTn id="76" dur="1" fill="hold">
                                          <p:stCondLst>
                                            <p:cond delay="0"/>
                                          </p:stCondLst>
                                        </p:cTn>
                                        <p:tgtEl>
                                          <p:spTgt spid="16401"/>
                                        </p:tgtEl>
                                        <p:attrNameLst>
                                          <p:attrName>style.visibility</p:attrName>
                                        </p:attrNameLst>
                                      </p:cBhvr>
                                      <p:to>
                                        <p:strVal val="visible"/>
                                      </p:to>
                                    </p:set>
                                    <p:anim calcmode="lin" valueType="num">
                                      <p:cBhvr>
                                        <p:cTn id="77" dur="500" fill="hold"/>
                                        <p:tgtEl>
                                          <p:spTgt spid="16401"/>
                                        </p:tgtEl>
                                        <p:attrNameLst>
                                          <p:attrName>ppt_w</p:attrName>
                                        </p:attrNameLst>
                                      </p:cBhvr>
                                      <p:tavLst>
                                        <p:tav tm="0">
                                          <p:val>
                                            <p:fltVal val="0"/>
                                          </p:val>
                                        </p:tav>
                                        <p:tav tm="100000">
                                          <p:val>
                                            <p:strVal val="#ppt_w"/>
                                          </p:val>
                                        </p:tav>
                                      </p:tavLst>
                                    </p:anim>
                                    <p:anim calcmode="lin" valueType="num">
                                      <p:cBhvr>
                                        <p:cTn id="78" dur="500" fill="hold"/>
                                        <p:tgtEl>
                                          <p:spTgt spid="16401"/>
                                        </p:tgtEl>
                                        <p:attrNameLst>
                                          <p:attrName>ppt_h</p:attrName>
                                        </p:attrNameLst>
                                      </p:cBhvr>
                                      <p:tavLst>
                                        <p:tav tm="0">
                                          <p:val>
                                            <p:fltVal val="0"/>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23" presetClass="entr" presetSubtype="16" fill="hold" grpId="0" nodeType="clickEffect">
                                  <p:stCondLst>
                                    <p:cond delay="0"/>
                                  </p:stCondLst>
                                  <p:childTnLst>
                                    <p:set>
                                      <p:cBhvr>
                                        <p:cTn id="82" dur="1" fill="hold">
                                          <p:stCondLst>
                                            <p:cond delay="0"/>
                                          </p:stCondLst>
                                        </p:cTn>
                                        <p:tgtEl>
                                          <p:spTgt spid="16402"/>
                                        </p:tgtEl>
                                        <p:attrNameLst>
                                          <p:attrName>style.visibility</p:attrName>
                                        </p:attrNameLst>
                                      </p:cBhvr>
                                      <p:to>
                                        <p:strVal val="visible"/>
                                      </p:to>
                                    </p:set>
                                    <p:anim calcmode="lin" valueType="num">
                                      <p:cBhvr>
                                        <p:cTn id="83" dur="500" fill="hold"/>
                                        <p:tgtEl>
                                          <p:spTgt spid="16402"/>
                                        </p:tgtEl>
                                        <p:attrNameLst>
                                          <p:attrName>ppt_w</p:attrName>
                                        </p:attrNameLst>
                                      </p:cBhvr>
                                      <p:tavLst>
                                        <p:tav tm="0">
                                          <p:val>
                                            <p:fltVal val="0"/>
                                          </p:val>
                                        </p:tav>
                                        <p:tav tm="100000">
                                          <p:val>
                                            <p:strVal val="#ppt_w"/>
                                          </p:val>
                                        </p:tav>
                                      </p:tavLst>
                                    </p:anim>
                                    <p:anim calcmode="lin" valueType="num">
                                      <p:cBhvr>
                                        <p:cTn id="84" dur="500" fill="hold"/>
                                        <p:tgtEl>
                                          <p:spTgt spid="16402"/>
                                        </p:tgtEl>
                                        <p:attrNameLst>
                                          <p:attrName>ppt_h</p:attrName>
                                        </p:attrNameLst>
                                      </p:cBhvr>
                                      <p:tavLst>
                                        <p:tav tm="0">
                                          <p:val>
                                            <p:fltVal val="0"/>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3" presetClass="entr" presetSubtype="16" fill="hold" grpId="0" nodeType="clickEffect">
                                  <p:stCondLst>
                                    <p:cond delay="0"/>
                                  </p:stCondLst>
                                  <p:childTnLst>
                                    <p:set>
                                      <p:cBhvr>
                                        <p:cTn id="88" dur="1" fill="hold">
                                          <p:stCondLst>
                                            <p:cond delay="0"/>
                                          </p:stCondLst>
                                        </p:cTn>
                                        <p:tgtEl>
                                          <p:spTgt spid="16403"/>
                                        </p:tgtEl>
                                        <p:attrNameLst>
                                          <p:attrName>style.visibility</p:attrName>
                                        </p:attrNameLst>
                                      </p:cBhvr>
                                      <p:to>
                                        <p:strVal val="visible"/>
                                      </p:to>
                                    </p:set>
                                    <p:anim calcmode="lin" valueType="num">
                                      <p:cBhvr>
                                        <p:cTn id="89" dur="500" fill="hold"/>
                                        <p:tgtEl>
                                          <p:spTgt spid="16403"/>
                                        </p:tgtEl>
                                        <p:attrNameLst>
                                          <p:attrName>ppt_w</p:attrName>
                                        </p:attrNameLst>
                                      </p:cBhvr>
                                      <p:tavLst>
                                        <p:tav tm="0">
                                          <p:val>
                                            <p:fltVal val="0"/>
                                          </p:val>
                                        </p:tav>
                                        <p:tav tm="100000">
                                          <p:val>
                                            <p:strVal val="#ppt_w"/>
                                          </p:val>
                                        </p:tav>
                                      </p:tavLst>
                                    </p:anim>
                                    <p:anim calcmode="lin" valueType="num">
                                      <p:cBhvr>
                                        <p:cTn id="90" dur="500" fill="hold"/>
                                        <p:tgtEl>
                                          <p:spTgt spid="16403"/>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3" presetClass="entr" presetSubtype="16" fill="hold" grpId="0" nodeType="clickEffect">
                                  <p:stCondLst>
                                    <p:cond delay="0"/>
                                  </p:stCondLst>
                                  <p:childTnLst>
                                    <p:set>
                                      <p:cBhvr>
                                        <p:cTn id="94" dur="1" fill="hold">
                                          <p:stCondLst>
                                            <p:cond delay="0"/>
                                          </p:stCondLst>
                                        </p:cTn>
                                        <p:tgtEl>
                                          <p:spTgt spid="16404"/>
                                        </p:tgtEl>
                                        <p:attrNameLst>
                                          <p:attrName>style.visibility</p:attrName>
                                        </p:attrNameLst>
                                      </p:cBhvr>
                                      <p:to>
                                        <p:strVal val="visible"/>
                                      </p:to>
                                    </p:set>
                                    <p:anim calcmode="lin" valueType="num">
                                      <p:cBhvr>
                                        <p:cTn id="95" dur="500" fill="hold"/>
                                        <p:tgtEl>
                                          <p:spTgt spid="16404"/>
                                        </p:tgtEl>
                                        <p:attrNameLst>
                                          <p:attrName>ppt_w</p:attrName>
                                        </p:attrNameLst>
                                      </p:cBhvr>
                                      <p:tavLst>
                                        <p:tav tm="0">
                                          <p:val>
                                            <p:fltVal val="0"/>
                                          </p:val>
                                        </p:tav>
                                        <p:tav tm="100000">
                                          <p:val>
                                            <p:strVal val="#ppt_w"/>
                                          </p:val>
                                        </p:tav>
                                      </p:tavLst>
                                    </p:anim>
                                    <p:anim calcmode="lin" valueType="num">
                                      <p:cBhvr>
                                        <p:cTn id="96" dur="500" fill="hold"/>
                                        <p:tgtEl>
                                          <p:spTgt spid="16404"/>
                                        </p:tgtEl>
                                        <p:attrNameLst>
                                          <p:attrName>ppt_h</p:attrName>
                                        </p:attrNameLst>
                                      </p:cBhvr>
                                      <p:tavLst>
                                        <p:tav tm="0">
                                          <p:val>
                                            <p:fltVal val="0"/>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23" presetClass="entr" presetSubtype="16" fill="hold" grpId="0" nodeType="clickEffect">
                                  <p:stCondLst>
                                    <p:cond delay="0"/>
                                  </p:stCondLst>
                                  <p:childTnLst>
                                    <p:set>
                                      <p:cBhvr>
                                        <p:cTn id="100" dur="1" fill="hold">
                                          <p:stCondLst>
                                            <p:cond delay="0"/>
                                          </p:stCondLst>
                                        </p:cTn>
                                        <p:tgtEl>
                                          <p:spTgt spid="16405"/>
                                        </p:tgtEl>
                                        <p:attrNameLst>
                                          <p:attrName>style.visibility</p:attrName>
                                        </p:attrNameLst>
                                      </p:cBhvr>
                                      <p:to>
                                        <p:strVal val="visible"/>
                                      </p:to>
                                    </p:set>
                                    <p:anim calcmode="lin" valueType="num">
                                      <p:cBhvr>
                                        <p:cTn id="101" dur="500" fill="hold"/>
                                        <p:tgtEl>
                                          <p:spTgt spid="16405"/>
                                        </p:tgtEl>
                                        <p:attrNameLst>
                                          <p:attrName>ppt_w</p:attrName>
                                        </p:attrNameLst>
                                      </p:cBhvr>
                                      <p:tavLst>
                                        <p:tav tm="0">
                                          <p:val>
                                            <p:fltVal val="0"/>
                                          </p:val>
                                        </p:tav>
                                        <p:tav tm="100000">
                                          <p:val>
                                            <p:strVal val="#ppt_w"/>
                                          </p:val>
                                        </p:tav>
                                      </p:tavLst>
                                    </p:anim>
                                    <p:anim calcmode="lin" valueType="num">
                                      <p:cBhvr>
                                        <p:cTn id="102" dur="500" fill="hold"/>
                                        <p:tgtEl>
                                          <p:spTgt spid="16405"/>
                                        </p:tgtEl>
                                        <p:attrNameLst>
                                          <p:attrName>ppt_h</p:attrName>
                                        </p:attrNameLst>
                                      </p:cBhvr>
                                      <p:tavLst>
                                        <p:tav tm="0">
                                          <p:val>
                                            <p:fltVal val="0"/>
                                          </p:val>
                                        </p:tav>
                                        <p:tav tm="100000">
                                          <p:val>
                                            <p:strVal val="#ppt_h"/>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3" presetClass="entr" presetSubtype="16" fill="hold" grpId="0" nodeType="clickEffect">
                                  <p:stCondLst>
                                    <p:cond delay="0"/>
                                  </p:stCondLst>
                                  <p:childTnLst>
                                    <p:set>
                                      <p:cBhvr>
                                        <p:cTn id="106" dur="1" fill="hold">
                                          <p:stCondLst>
                                            <p:cond delay="0"/>
                                          </p:stCondLst>
                                        </p:cTn>
                                        <p:tgtEl>
                                          <p:spTgt spid="16406"/>
                                        </p:tgtEl>
                                        <p:attrNameLst>
                                          <p:attrName>style.visibility</p:attrName>
                                        </p:attrNameLst>
                                      </p:cBhvr>
                                      <p:to>
                                        <p:strVal val="visible"/>
                                      </p:to>
                                    </p:set>
                                    <p:anim calcmode="lin" valueType="num">
                                      <p:cBhvr>
                                        <p:cTn id="107" dur="500" fill="hold"/>
                                        <p:tgtEl>
                                          <p:spTgt spid="16406"/>
                                        </p:tgtEl>
                                        <p:attrNameLst>
                                          <p:attrName>ppt_w</p:attrName>
                                        </p:attrNameLst>
                                      </p:cBhvr>
                                      <p:tavLst>
                                        <p:tav tm="0">
                                          <p:val>
                                            <p:fltVal val="0"/>
                                          </p:val>
                                        </p:tav>
                                        <p:tav tm="100000">
                                          <p:val>
                                            <p:strVal val="#ppt_w"/>
                                          </p:val>
                                        </p:tav>
                                      </p:tavLst>
                                    </p:anim>
                                    <p:anim calcmode="lin" valueType="num">
                                      <p:cBhvr>
                                        <p:cTn id="108" dur="500" fill="hold"/>
                                        <p:tgtEl>
                                          <p:spTgt spid="16406"/>
                                        </p:tgtEl>
                                        <p:attrNameLst>
                                          <p:attrName>ppt_h</p:attrName>
                                        </p:attrNameLst>
                                      </p:cBhvr>
                                      <p:tavLst>
                                        <p:tav tm="0">
                                          <p:val>
                                            <p:fltVal val="0"/>
                                          </p:val>
                                        </p:tav>
                                        <p:tav tm="100000">
                                          <p:val>
                                            <p:strVal val="#ppt_h"/>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3" presetClass="entr" presetSubtype="16" fill="hold" grpId="0" nodeType="clickEffect">
                                  <p:stCondLst>
                                    <p:cond delay="0"/>
                                  </p:stCondLst>
                                  <p:childTnLst>
                                    <p:set>
                                      <p:cBhvr>
                                        <p:cTn id="112" dur="1" fill="hold">
                                          <p:stCondLst>
                                            <p:cond delay="0"/>
                                          </p:stCondLst>
                                        </p:cTn>
                                        <p:tgtEl>
                                          <p:spTgt spid="16399"/>
                                        </p:tgtEl>
                                        <p:attrNameLst>
                                          <p:attrName>style.visibility</p:attrName>
                                        </p:attrNameLst>
                                      </p:cBhvr>
                                      <p:to>
                                        <p:strVal val="visible"/>
                                      </p:to>
                                    </p:set>
                                    <p:anim calcmode="lin" valueType="num">
                                      <p:cBhvr>
                                        <p:cTn id="113" dur="500" fill="hold"/>
                                        <p:tgtEl>
                                          <p:spTgt spid="16399"/>
                                        </p:tgtEl>
                                        <p:attrNameLst>
                                          <p:attrName>ppt_w</p:attrName>
                                        </p:attrNameLst>
                                      </p:cBhvr>
                                      <p:tavLst>
                                        <p:tav tm="0">
                                          <p:val>
                                            <p:fltVal val="0"/>
                                          </p:val>
                                        </p:tav>
                                        <p:tav tm="100000">
                                          <p:val>
                                            <p:strVal val="#ppt_w"/>
                                          </p:val>
                                        </p:tav>
                                      </p:tavLst>
                                    </p:anim>
                                    <p:anim calcmode="lin" valueType="num">
                                      <p:cBhvr>
                                        <p:cTn id="114" dur="500" fill="hold"/>
                                        <p:tgtEl>
                                          <p:spTgt spid="16399"/>
                                        </p:tgtEl>
                                        <p:attrNameLst>
                                          <p:attrName>ppt_h</p:attrName>
                                        </p:attrNameLst>
                                      </p:cBhvr>
                                      <p:tavLst>
                                        <p:tav tm="0">
                                          <p:val>
                                            <p:fltVal val="0"/>
                                          </p:val>
                                        </p:tav>
                                        <p:tav tm="100000">
                                          <p:val>
                                            <p:strVal val="#ppt_h"/>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7" presetClass="entr" presetSubtype="4" fill="hold" grpId="0" nodeType="clickEffect">
                                  <p:stCondLst>
                                    <p:cond delay="0"/>
                                  </p:stCondLst>
                                  <p:childTnLst>
                                    <p:set>
                                      <p:cBhvr>
                                        <p:cTn id="118" dur="1" fill="hold">
                                          <p:stCondLst>
                                            <p:cond delay="0"/>
                                          </p:stCondLst>
                                        </p:cTn>
                                        <p:tgtEl>
                                          <p:spTgt spid="16390"/>
                                        </p:tgtEl>
                                        <p:attrNameLst>
                                          <p:attrName>style.visibility</p:attrName>
                                        </p:attrNameLst>
                                      </p:cBhvr>
                                      <p:to>
                                        <p:strVal val="visible"/>
                                      </p:to>
                                    </p:set>
                                    <p:anim calcmode="lin" valueType="num">
                                      <p:cBhvr>
                                        <p:cTn id="119" dur="500" fill="hold"/>
                                        <p:tgtEl>
                                          <p:spTgt spid="16390"/>
                                        </p:tgtEl>
                                        <p:attrNameLst>
                                          <p:attrName>ppt_x</p:attrName>
                                        </p:attrNameLst>
                                      </p:cBhvr>
                                      <p:tavLst>
                                        <p:tav tm="0">
                                          <p:val>
                                            <p:strVal val="#ppt_x"/>
                                          </p:val>
                                        </p:tav>
                                        <p:tav tm="100000">
                                          <p:val>
                                            <p:strVal val="#ppt_x"/>
                                          </p:val>
                                        </p:tav>
                                      </p:tavLst>
                                    </p:anim>
                                    <p:anim calcmode="lin" valueType="num">
                                      <p:cBhvr>
                                        <p:cTn id="120" dur="500" fill="hold"/>
                                        <p:tgtEl>
                                          <p:spTgt spid="16390"/>
                                        </p:tgtEl>
                                        <p:attrNameLst>
                                          <p:attrName>ppt_y</p:attrName>
                                        </p:attrNameLst>
                                      </p:cBhvr>
                                      <p:tavLst>
                                        <p:tav tm="0">
                                          <p:val>
                                            <p:strVal val="#ppt_y+#ppt_h/2"/>
                                          </p:val>
                                        </p:tav>
                                        <p:tav tm="100000">
                                          <p:val>
                                            <p:strVal val="#ppt_y"/>
                                          </p:val>
                                        </p:tav>
                                      </p:tavLst>
                                    </p:anim>
                                    <p:anim calcmode="lin" valueType="num">
                                      <p:cBhvr>
                                        <p:cTn id="121" dur="500" fill="hold"/>
                                        <p:tgtEl>
                                          <p:spTgt spid="16390"/>
                                        </p:tgtEl>
                                        <p:attrNameLst>
                                          <p:attrName>ppt_w</p:attrName>
                                        </p:attrNameLst>
                                      </p:cBhvr>
                                      <p:tavLst>
                                        <p:tav tm="0">
                                          <p:val>
                                            <p:strVal val="#ppt_w"/>
                                          </p:val>
                                        </p:tav>
                                        <p:tav tm="100000">
                                          <p:val>
                                            <p:strVal val="#ppt_w"/>
                                          </p:val>
                                        </p:tav>
                                      </p:tavLst>
                                    </p:anim>
                                    <p:anim calcmode="lin" valueType="num">
                                      <p:cBhvr>
                                        <p:cTn id="122" dur="500" fill="hold"/>
                                        <p:tgtEl>
                                          <p:spTgt spid="16390"/>
                                        </p:tgtEl>
                                        <p:attrNameLst>
                                          <p:attrName>ppt_h</p:attrName>
                                        </p:attrNameLst>
                                      </p:cBhvr>
                                      <p:tavLst>
                                        <p:tav tm="0">
                                          <p:val>
                                            <p:fltVal val="0"/>
                                          </p:val>
                                        </p:tav>
                                        <p:tav tm="100000">
                                          <p:val>
                                            <p:strVal val="#ppt_h"/>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7" presetClass="entr" presetSubtype="4" fill="hold" grpId="0" nodeType="clickEffect">
                                  <p:stCondLst>
                                    <p:cond delay="0"/>
                                  </p:stCondLst>
                                  <p:childTnLst>
                                    <p:set>
                                      <p:cBhvr>
                                        <p:cTn id="126" dur="1" fill="hold">
                                          <p:stCondLst>
                                            <p:cond delay="0"/>
                                          </p:stCondLst>
                                        </p:cTn>
                                        <p:tgtEl>
                                          <p:spTgt spid="16392"/>
                                        </p:tgtEl>
                                        <p:attrNameLst>
                                          <p:attrName>style.visibility</p:attrName>
                                        </p:attrNameLst>
                                      </p:cBhvr>
                                      <p:to>
                                        <p:strVal val="visible"/>
                                      </p:to>
                                    </p:set>
                                    <p:anim calcmode="lin" valueType="num">
                                      <p:cBhvr>
                                        <p:cTn id="127" dur="500" fill="hold"/>
                                        <p:tgtEl>
                                          <p:spTgt spid="16392"/>
                                        </p:tgtEl>
                                        <p:attrNameLst>
                                          <p:attrName>ppt_x</p:attrName>
                                        </p:attrNameLst>
                                      </p:cBhvr>
                                      <p:tavLst>
                                        <p:tav tm="0">
                                          <p:val>
                                            <p:strVal val="#ppt_x"/>
                                          </p:val>
                                        </p:tav>
                                        <p:tav tm="100000">
                                          <p:val>
                                            <p:strVal val="#ppt_x"/>
                                          </p:val>
                                        </p:tav>
                                      </p:tavLst>
                                    </p:anim>
                                    <p:anim calcmode="lin" valueType="num">
                                      <p:cBhvr>
                                        <p:cTn id="128" dur="500" fill="hold"/>
                                        <p:tgtEl>
                                          <p:spTgt spid="16392"/>
                                        </p:tgtEl>
                                        <p:attrNameLst>
                                          <p:attrName>ppt_y</p:attrName>
                                        </p:attrNameLst>
                                      </p:cBhvr>
                                      <p:tavLst>
                                        <p:tav tm="0">
                                          <p:val>
                                            <p:strVal val="#ppt_y+#ppt_h/2"/>
                                          </p:val>
                                        </p:tav>
                                        <p:tav tm="100000">
                                          <p:val>
                                            <p:strVal val="#ppt_y"/>
                                          </p:val>
                                        </p:tav>
                                      </p:tavLst>
                                    </p:anim>
                                    <p:anim calcmode="lin" valueType="num">
                                      <p:cBhvr>
                                        <p:cTn id="129" dur="500" fill="hold"/>
                                        <p:tgtEl>
                                          <p:spTgt spid="16392"/>
                                        </p:tgtEl>
                                        <p:attrNameLst>
                                          <p:attrName>ppt_w</p:attrName>
                                        </p:attrNameLst>
                                      </p:cBhvr>
                                      <p:tavLst>
                                        <p:tav tm="0">
                                          <p:val>
                                            <p:strVal val="#ppt_w"/>
                                          </p:val>
                                        </p:tav>
                                        <p:tav tm="100000">
                                          <p:val>
                                            <p:strVal val="#ppt_w"/>
                                          </p:val>
                                        </p:tav>
                                      </p:tavLst>
                                    </p:anim>
                                    <p:anim calcmode="lin" valueType="num">
                                      <p:cBhvr>
                                        <p:cTn id="130" dur="500" fill="hold"/>
                                        <p:tgtEl>
                                          <p:spTgt spid="16392"/>
                                        </p:tgtEl>
                                        <p:attrNameLst>
                                          <p:attrName>ppt_h</p:attrName>
                                        </p:attrNameLst>
                                      </p:cBhvr>
                                      <p:tavLst>
                                        <p:tav tm="0">
                                          <p:val>
                                            <p:fltVal val="0"/>
                                          </p:val>
                                        </p:tav>
                                        <p:tav tm="100000">
                                          <p:val>
                                            <p:strVal val="#ppt_h"/>
                                          </p:val>
                                        </p:tav>
                                      </p:tavLst>
                                    </p:anim>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4" fill="hold" grpId="0" nodeType="clickEffect">
                                  <p:stCondLst>
                                    <p:cond delay="0"/>
                                  </p:stCondLst>
                                  <p:childTnLst>
                                    <p:set>
                                      <p:cBhvr>
                                        <p:cTn id="134" dur="1" fill="hold">
                                          <p:stCondLst>
                                            <p:cond delay="0"/>
                                          </p:stCondLst>
                                        </p:cTn>
                                        <p:tgtEl>
                                          <p:spTgt spid="16393"/>
                                        </p:tgtEl>
                                        <p:attrNameLst>
                                          <p:attrName>style.visibility</p:attrName>
                                        </p:attrNameLst>
                                      </p:cBhvr>
                                      <p:to>
                                        <p:strVal val="visible"/>
                                      </p:to>
                                    </p:set>
                                    <p:anim calcmode="lin" valueType="num">
                                      <p:cBhvr>
                                        <p:cTn id="135" dur="500" fill="hold"/>
                                        <p:tgtEl>
                                          <p:spTgt spid="16393"/>
                                        </p:tgtEl>
                                        <p:attrNameLst>
                                          <p:attrName>ppt_x</p:attrName>
                                        </p:attrNameLst>
                                      </p:cBhvr>
                                      <p:tavLst>
                                        <p:tav tm="0">
                                          <p:val>
                                            <p:strVal val="#ppt_x"/>
                                          </p:val>
                                        </p:tav>
                                        <p:tav tm="100000">
                                          <p:val>
                                            <p:strVal val="#ppt_x"/>
                                          </p:val>
                                        </p:tav>
                                      </p:tavLst>
                                    </p:anim>
                                    <p:anim calcmode="lin" valueType="num">
                                      <p:cBhvr>
                                        <p:cTn id="136" dur="500" fill="hold"/>
                                        <p:tgtEl>
                                          <p:spTgt spid="16393"/>
                                        </p:tgtEl>
                                        <p:attrNameLst>
                                          <p:attrName>ppt_y</p:attrName>
                                        </p:attrNameLst>
                                      </p:cBhvr>
                                      <p:tavLst>
                                        <p:tav tm="0">
                                          <p:val>
                                            <p:strVal val="#ppt_y+#ppt_h/2"/>
                                          </p:val>
                                        </p:tav>
                                        <p:tav tm="100000">
                                          <p:val>
                                            <p:strVal val="#ppt_y"/>
                                          </p:val>
                                        </p:tav>
                                      </p:tavLst>
                                    </p:anim>
                                    <p:anim calcmode="lin" valueType="num">
                                      <p:cBhvr>
                                        <p:cTn id="137" dur="500" fill="hold"/>
                                        <p:tgtEl>
                                          <p:spTgt spid="16393"/>
                                        </p:tgtEl>
                                        <p:attrNameLst>
                                          <p:attrName>ppt_w</p:attrName>
                                        </p:attrNameLst>
                                      </p:cBhvr>
                                      <p:tavLst>
                                        <p:tav tm="0">
                                          <p:val>
                                            <p:strVal val="#ppt_w"/>
                                          </p:val>
                                        </p:tav>
                                        <p:tav tm="100000">
                                          <p:val>
                                            <p:strVal val="#ppt_w"/>
                                          </p:val>
                                        </p:tav>
                                      </p:tavLst>
                                    </p:anim>
                                    <p:anim calcmode="lin" valueType="num">
                                      <p:cBhvr>
                                        <p:cTn id="138" dur="500" fill="hold"/>
                                        <p:tgtEl>
                                          <p:spTgt spid="16393"/>
                                        </p:tgtEl>
                                        <p:attrNameLst>
                                          <p:attrName>ppt_h</p:attrName>
                                        </p:attrNameLst>
                                      </p:cBhvr>
                                      <p:tavLst>
                                        <p:tav tm="0">
                                          <p:val>
                                            <p:fltVal val="0"/>
                                          </p:val>
                                        </p:tav>
                                        <p:tav tm="100000">
                                          <p:val>
                                            <p:strVal val="#ppt_h"/>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7" presetClass="entr" presetSubtype="4" fill="hold" grpId="0" nodeType="clickEffect">
                                  <p:stCondLst>
                                    <p:cond delay="0"/>
                                  </p:stCondLst>
                                  <p:childTnLst>
                                    <p:set>
                                      <p:cBhvr>
                                        <p:cTn id="142" dur="1" fill="hold">
                                          <p:stCondLst>
                                            <p:cond delay="0"/>
                                          </p:stCondLst>
                                        </p:cTn>
                                        <p:tgtEl>
                                          <p:spTgt spid="16391"/>
                                        </p:tgtEl>
                                        <p:attrNameLst>
                                          <p:attrName>style.visibility</p:attrName>
                                        </p:attrNameLst>
                                      </p:cBhvr>
                                      <p:to>
                                        <p:strVal val="visible"/>
                                      </p:to>
                                    </p:set>
                                    <p:anim calcmode="lin" valueType="num">
                                      <p:cBhvr>
                                        <p:cTn id="143" dur="500" fill="hold"/>
                                        <p:tgtEl>
                                          <p:spTgt spid="16391"/>
                                        </p:tgtEl>
                                        <p:attrNameLst>
                                          <p:attrName>ppt_x</p:attrName>
                                        </p:attrNameLst>
                                      </p:cBhvr>
                                      <p:tavLst>
                                        <p:tav tm="0">
                                          <p:val>
                                            <p:strVal val="#ppt_x"/>
                                          </p:val>
                                        </p:tav>
                                        <p:tav tm="100000">
                                          <p:val>
                                            <p:strVal val="#ppt_x"/>
                                          </p:val>
                                        </p:tav>
                                      </p:tavLst>
                                    </p:anim>
                                    <p:anim calcmode="lin" valueType="num">
                                      <p:cBhvr>
                                        <p:cTn id="144" dur="500" fill="hold"/>
                                        <p:tgtEl>
                                          <p:spTgt spid="16391"/>
                                        </p:tgtEl>
                                        <p:attrNameLst>
                                          <p:attrName>ppt_y</p:attrName>
                                        </p:attrNameLst>
                                      </p:cBhvr>
                                      <p:tavLst>
                                        <p:tav tm="0">
                                          <p:val>
                                            <p:strVal val="#ppt_y+#ppt_h/2"/>
                                          </p:val>
                                        </p:tav>
                                        <p:tav tm="100000">
                                          <p:val>
                                            <p:strVal val="#ppt_y"/>
                                          </p:val>
                                        </p:tav>
                                      </p:tavLst>
                                    </p:anim>
                                    <p:anim calcmode="lin" valueType="num">
                                      <p:cBhvr>
                                        <p:cTn id="145" dur="500" fill="hold"/>
                                        <p:tgtEl>
                                          <p:spTgt spid="16391"/>
                                        </p:tgtEl>
                                        <p:attrNameLst>
                                          <p:attrName>ppt_w</p:attrName>
                                        </p:attrNameLst>
                                      </p:cBhvr>
                                      <p:tavLst>
                                        <p:tav tm="0">
                                          <p:val>
                                            <p:strVal val="#ppt_w"/>
                                          </p:val>
                                        </p:tav>
                                        <p:tav tm="100000">
                                          <p:val>
                                            <p:strVal val="#ppt_w"/>
                                          </p:val>
                                        </p:tav>
                                      </p:tavLst>
                                    </p:anim>
                                    <p:anim calcmode="lin" valueType="num">
                                      <p:cBhvr>
                                        <p:cTn id="146" dur="500" fill="hold"/>
                                        <p:tgtEl>
                                          <p:spTgt spid="16391"/>
                                        </p:tgtEl>
                                        <p:attrNameLst>
                                          <p:attrName>ppt_h</p:attrName>
                                        </p:attrNameLst>
                                      </p:cBhvr>
                                      <p:tavLst>
                                        <p:tav tm="0">
                                          <p:val>
                                            <p:fltVal val="0"/>
                                          </p:val>
                                        </p:tav>
                                        <p:tav tm="100000">
                                          <p:val>
                                            <p:strVal val="#ppt_h"/>
                                          </p:val>
                                        </p:tav>
                                      </p:tavLst>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7" presetClass="entr" presetSubtype="4" fill="hold" grpId="0" nodeType="clickEffect">
                                  <p:stCondLst>
                                    <p:cond delay="0"/>
                                  </p:stCondLst>
                                  <p:childTnLst>
                                    <p:set>
                                      <p:cBhvr>
                                        <p:cTn id="150" dur="1" fill="hold">
                                          <p:stCondLst>
                                            <p:cond delay="0"/>
                                          </p:stCondLst>
                                        </p:cTn>
                                        <p:tgtEl>
                                          <p:spTgt spid="16408"/>
                                        </p:tgtEl>
                                        <p:attrNameLst>
                                          <p:attrName>style.visibility</p:attrName>
                                        </p:attrNameLst>
                                      </p:cBhvr>
                                      <p:to>
                                        <p:strVal val="visible"/>
                                      </p:to>
                                    </p:set>
                                    <p:anim calcmode="lin" valueType="num">
                                      <p:cBhvr>
                                        <p:cTn id="151" dur="500" fill="hold"/>
                                        <p:tgtEl>
                                          <p:spTgt spid="16408"/>
                                        </p:tgtEl>
                                        <p:attrNameLst>
                                          <p:attrName>ppt_x</p:attrName>
                                        </p:attrNameLst>
                                      </p:cBhvr>
                                      <p:tavLst>
                                        <p:tav tm="0">
                                          <p:val>
                                            <p:strVal val="#ppt_x"/>
                                          </p:val>
                                        </p:tav>
                                        <p:tav tm="100000">
                                          <p:val>
                                            <p:strVal val="#ppt_x"/>
                                          </p:val>
                                        </p:tav>
                                      </p:tavLst>
                                    </p:anim>
                                    <p:anim calcmode="lin" valueType="num">
                                      <p:cBhvr>
                                        <p:cTn id="152" dur="500" fill="hold"/>
                                        <p:tgtEl>
                                          <p:spTgt spid="16408"/>
                                        </p:tgtEl>
                                        <p:attrNameLst>
                                          <p:attrName>ppt_y</p:attrName>
                                        </p:attrNameLst>
                                      </p:cBhvr>
                                      <p:tavLst>
                                        <p:tav tm="0">
                                          <p:val>
                                            <p:strVal val="#ppt_y+#ppt_h/2"/>
                                          </p:val>
                                        </p:tav>
                                        <p:tav tm="100000">
                                          <p:val>
                                            <p:strVal val="#ppt_y"/>
                                          </p:val>
                                        </p:tav>
                                      </p:tavLst>
                                    </p:anim>
                                    <p:anim calcmode="lin" valueType="num">
                                      <p:cBhvr>
                                        <p:cTn id="153" dur="500" fill="hold"/>
                                        <p:tgtEl>
                                          <p:spTgt spid="16408"/>
                                        </p:tgtEl>
                                        <p:attrNameLst>
                                          <p:attrName>ppt_w</p:attrName>
                                        </p:attrNameLst>
                                      </p:cBhvr>
                                      <p:tavLst>
                                        <p:tav tm="0">
                                          <p:val>
                                            <p:strVal val="#ppt_w"/>
                                          </p:val>
                                        </p:tav>
                                        <p:tav tm="100000">
                                          <p:val>
                                            <p:strVal val="#ppt_w"/>
                                          </p:val>
                                        </p:tav>
                                      </p:tavLst>
                                    </p:anim>
                                    <p:anim calcmode="lin" valueType="num">
                                      <p:cBhvr>
                                        <p:cTn id="154" dur="500" fill="hold"/>
                                        <p:tgtEl>
                                          <p:spTgt spid="16408"/>
                                        </p:tgtEl>
                                        <p:attrNameLst>
                                          <p:attrName>ppt_h</p:attrName>
                                        </p:attrNameLst>
                                      </p:cBhvr>
                                      <p:tavLst>
                                        <p:tav tm="0">
                                          <p:val>
                                            <p:fltVal val="0"/>
                                          </p:val>
                                        </p:tav>
                                        <p:tav tm="100000">
                                          <p:val>
                                            <p:strVal val="#ppt_h"/>
                                          </p:val>
                                        </p:tav>
                                      </p:tavLst>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7" presetClass="entr" presetSubtype="4" fill="hold" grpId="0" nodeType="clickEffect">
                                  <p:stCondLst>
                                    <p:cond delay="0"/>
                                  </p:stCondLst>
                                  <p:childTnLst>
                                    <p:set>
                                      <p:cBhvr>
                                        <p:cTn id="158" dur="1" fill="hold">
                                          <p:stCondLst>
                                            <p:cond delay="0"/>
                                          </p:stCondLst>
                                        </p:cTn>
                                        <p:tgtEl>
                                          <p:spTgt spid="16407"/>
                                        </p:tgtEl>
                                        <p:attrNameLst>
                                          <p:attrName>style.visibility</p:attrName>
                                        </p:attrNameLst>
                                      </p:cBhvr>
                                      <p:to>
                                        <p:strVal val="visible"/>
                                      </p:to>
                                    </p:set>
                                    <p:anim calcmode="lin" valueType="num">
                                      <p:cBhvr>
                                        <p:cTn id="159" dur="500" fill="hold"/>
                                        <p:tgtEl>
                                          <p:spTgt spid="16407"/>
                                        </p:tgtEl>
                                        <p:attrNameLst>
                                          <p:attrName>ppt_x</p:attrName>
                                        </p:attrNameLst>
                                      </p:cBhvr>
                                      <p:tavLst>
                                        <p:tav tm="0">
                                          <p:val>
                                            <p:strVal val="#ppt_x"/>
                                          </p:val>
                                        </p:tav>
                                        <p:tav tm="100000">
                                          <p:val>
                                            <p:strVal val="#ppt_x"/>
                                          </p:val>
                                        </p:tav>
                                      </p:tavLst>
                                    </p:anim>
                                    <p:anim calcmode="lin" valueType="num">
                                      <p:cBhvr>
                                        <p:cTn id="160" dur="500" fill="hold"/>
                                        <p:tgtEl>
                                          <p:spTgt spid="16407"/>
                                        </p:tgtEl>
                                        <p:attrNameLst>
                                          <p:attrName>ppt_y</p:attrName>
                                        </p:attrNameLst>
                                      </p:cBhvr>
                                      <p:tavLst>
                                        <p:tav tm="0">
                                          <p:val>
                                            <p:strVal val="#ppt_y+#ppt_h/2"/>
                                          </p:val>
                                        </p:tav>
                                        <p:tav tm="100000">
                                          <p:val>
                                            <p:strVal val="#ppt_y"/>
                                          </p:val>
                                        </p:tav>
                                      </p:tavLst>
                                    </p:anim>
                                    <p:anim calcmode="lin" valueType="num">
                                      <p:cBhvr>
                                        <p:cTn id="161" dur="500" fill="hold"/>
                                        <p:tgtEl>
                                          <p:spTgt spid="16407"/>
                                        </p:tgtEl>
                                        <p:attrNameLst>
                                          <p:attrName>ppt_w</p:attrName>
                                        </p:attrNameLst>
                                      </p:cBhvr>
                                      <p:tavLst>
                                        <p:tav tm="0">
                                          <p:val>
                                            <p:strVal val="#ppt_w"/>
                                          </p:val>
                                        </p:tav>
                                        <p:tav tm="100000">
                                          <p:val>
                                            <p:strVal val="#ppt_w"/>
                                          </p:val>
                                        </p:tav>
                                      </p:tavLst>
                                    </p:anim>
                                    <p:anim calcmode="lin" valueType="num">
                                      <p:cBhvr>
                                        <p:cTn id="162" dur="500" fill="hold"/>
                                        <p:tgtEl>
                                          <p:spTgt spid="16407"/>
                                        </p:tgtEl>
                                        <p:attrNameLst>
                                          <p:attrName>ppt_h</p:attrName>
                                        </p:attrNameLst>
                                      </p:cBhvr>
                                      <p:tavLst>
                                        <p:tav tm="0">
                                          <p:val>
                                            <p:fltVal val="0"/>
                                          </p:val>
                                        </p:tav>
                                        <p:tav tm="100000">
                                          <p:val>
                                            <p:strVal val="#ppt_h"/>
                                          </p:val>
                                        </p:tav>
                                      </p:tavLst>
                                    </p:anim>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7" presetClass="entr" presetSubtype="4" fill="hold" grpId="0" nodeType="clickEffect">
                                  <p:stCondLst>
                                    <p:cond delay="0"/>
                                  </p:stCondLst>
                                  <p:childTnLst>
                                    <p:set>
                                      <p:cBhvr>
                                        <p:cTn id="166" dur="1" fill="hold">
                                          <p:stCondLst>
                                            <p:cond delay="0"/>
                                          </p:stCondLst>
                                        </p:cTn>
                                        <p:tgtEl>
                                          <p:spTgt spid="16409"/>
                                        </p:tgtEl>
                                        <p:attrNameLst>
                                          <p:attrName>style.visibility</p:attrName>
                                        </p:attrNameLst>
                                      </p:cBhvr>
                                      <p:to>
                                        <p:strVal val="visible"/>
                                      </p:to>
                                    </p:set>
                                    <p:anim calcmode="lin" valueType="num">
                                      <p:cBhvr>
                                        <p:cTn id="167" dur="500" fill="hold"/>
                                        <p:tgtEl>
                                          <p:spTgt spid="16409"/>
                                        </p:tgtEl>
                                        <p:attrNameLst>
                                          <p:attrName>ppt_x</p:attrName>
                                        </p:attrNameLst>
                                      </p:cBhvr>
                                      <p:tavLst>
                                        <p:tav tm="0">
                                          <p:val>
                                            <p:strVal val="#ppt_x"/>
                                          </p:val>
                                        </p:tav>
                                        <p:tav tm="100000">
                                          <p:val>
                                            <p:strVal val="#ppt_x"/>
                                          </p:val>
                                        </p:tav>
                                      </p:tavLst>
                                    </p:anim>
                                    <p:anim calcmode="lin" valueType="num">
                                      <p:cBhvr>
                                        <p:cTn id="168" dur="500" fill="hold"/>
                                        <p:tgtEl>
                                          <p:spTgt spid="16409"/>
                                        </p:tgtEl>
                                        <p:attrNameLst>
                                          <p:attrName>ppt_y</p:attrName>
                                        </p:attrNameLst>
                                      </p:cBhvr>
                                      <p:tavLst>
                                        <p:tav tm="0">
                                          <p:val>
                                            <p:strVal val="#ppt_y+#ppt_h/2"/>
                                          </p:val>
                                        </p:tav>
                                        <p:tav tm="100000">
                                          <p:val>
                                            <p:strVal val="#ppt_y"/>
                                          </p:val>
                                        </p:tav>
                                      </p:tavLst>
                                    </p:anim>
                                    <p:anim calcmode="lin" valueType="num">
                                      <p:cBhvr>
                                        <p:cTn id="169" dur="500" fill="hold"/>
                                        <p:tgtEl>
                                          <p:spTgt spid="16409"/>
                                        </p:tgtEl>
                                        <p:attrNameLst>
                                          <p:attrName>ppt_w</p:attrName>
                                        </p:attrNameLst>
                                      </p:cBhvr>
                                      <p:tavLst>
                                        <p:tav tm="0">
                                          <p:val>
                                            <p:strVal val="#ppt_w"/>
                                          </p:val>
                                        </p:tav>
                                        <p:tav tm="100000">
                                          <p:val>
                                            <p:strVal val="#ppt_w"/>
                                          </p:val>
                                        </p:tav>
                                      </p:tavLst>
                                    </p:anim>
                                    <p:anim calcmode="lin" valueType="num">
                                      <p:cBhvr>
                                        <p:cTn id="170" dur="500" fill="hold"/>
                                        <p:tgtEl>
                                          <p:spTgt spid="16409"/>
                                        </p:tgtEl>
                                        <p:attrNameLst>
                                          <p:attrName>ppt_h</p:attrName>
                                        </p:attrNameLst>
                                      </p:cBhvr>
                                      <p:tavLst>
                                        <p:tav tm="0">
                                          <p:val>
                                            <p:fltVal val="0"/>
                                          </p:val>
                                        </p:tav>
                                        <p:tav tm="100000">
                                          <p:val>
                                            <p:strVal val="#ppt_h"/>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7" presetClass="entr" presetSubtype="4" fill="hold" grpId="0" nodeType="clickEffect">
                                  <p:stCondLst>
                                    <p:cond delay="0"/>
                                  </p:stCondLst>
                                  <p:childTnLst>
                                    <p:set>
                                      <p:cBhvr>
                                        <p:cTn id="174" dur="1" fill="hold">
                                          <p:stCondLst>
                                            <p:cond delay="0"/>
                                          </p:stCondLst>
                                        </p:cTn>
                                        <p:tgtEl>
                                          <p:spTgt spid="16410"/>
                                        </p:tgtEl>
                                        <p:attrNameLst>
                                          <p:attrName>style.visibility</p:attrName>
                                        </p:attrNameLst>
                                      </p:cBhvr>
                                      <p:to>
                                        <p:strVal val="visible"/>
                                      </p:to>
                                    </p:set>
                                    <p:anim calcmode="lin" valueType="num">
                                      <p:cBhvr>
                                        <p:cTn id="175" dur="500" fill="hold"/>
                                        <p:tgtEl>
                                          <p:spTgt spid="16410"/>
                                        </p:tgtEl>
                                        <p:attrNameLst>
                                          <p:attrName>ppt_x</p:attrName>
                                        </p:attrNameLst>
                                      </p:cBhvr>
                                      <p:tavLst>
                                        <p:tav tm="0">
                                          <p:val>
                                            <p:strVal val="#ppt_x"/>
                                          </p:val>
                                        </p:tav>
                                        <p:tav tm="100000">
                                          <p:val>
                                            <p:strVal val="#ppt_x"/>
                                          </p:val>
                                        </p:tav>
                                      </p:tavLst>
                                    </p:anim>
                                    <p:anim calcmode="lin" valueType="num">
                                      <p:cBhvr>
                                        <p:cTn id="176" dur="500" fill="hold"/>
                                        <p:tgtEl>
                                          <p:spTgt spid="16410"/>
                                        </p:tgtEl>
                                        <p:attrNameLst>
                                          <p:attrName>ppt_y</p:attrName>
                                        </p:attrNameLst>
                                      </p:cBhvr>
                                      <p:tavLst>
                                        <p:tav tm="0">
                                          <p:val>
                                            <p:strVal val="#ppt_y+#ppt_h/2"/>
                                          </p:val>
                                        </p:tav>
                                        <p:tav tm="100000">
                                          <p:val>
                                            <p:strVal val="#ppt_y"/>
                                          </p:val>
                                        </p:tav>
                                      </p:tavLst>
                                    </p:anim>
                                    <p:anim calcmode="lin" valueType="num">
                                      <p:cBhvr>
                                        <p:cTn id="177" dur="500" fill="hold"/>
                                        <p:tgtEl>
                                          <p:spTgt spid="16410"/>
                                        </p:tgtEl>
                                        <p:attrNameLst>
                                          <p:attrName>ppt_w</p:attrName>
                                        </p:attrNameLst>
                                      </p:cBhvr>
                                      <p:tavLst>
                                        <p:tav tm="0">
                                          <p:val>
                                            <p:strVal val="#ppt_w"/>
                                          </p:val>
                                        </p:tav>
                                        <p:tav tm="100000">
                                          <p:val>
                                            <p:strVal val="#ppt_w"/>
                                          </p:val>
                                        </p:tav>
                                      </p:tavLst>
                                    </p:anim>
                                    <p:anim calcmode="lin" valueType="num">
                                      <p:cBhvr>
                                        <p:cTn id="178" dur="500" fill="hold"/>
                                        <p:tgtEl>
                                          <p:spTgt spid="16410"/>
                                        </p:tgtEl>
                                        <p:attrNameLst>
                                          <p:attrName>ppt_h</p:attrName>
                                        </p:attrNameLst>
                                      </p:cBhvr>
                                      <p:tavLst>
                                        <p:tav tm="0">
                                          <p:val>
                                            <p:fltVal val="0"/>
                                          </p:val>
                                        </p:tav>
                                        <p:tav tm="100000">
                                          <p:val>
                                            <p:strVal val="#ppt_h"/>
                                          </p:val>
                                        </p:tav>
                                      </p:tavLst>
                                    </p:anim>
                                  </p:childTnLst>
                                </p:cTn>
                              </p:par>
                            </p:childTnLst>
                          </p:cTn>
                        </p:par>
                      </p:childTnLst>
                    </p:cTn>
                  </p:par>
                  <p:par>
                    <p:cTn id="179" fill="hold" nodeType="clickPar">
                      <p:stCondLst>
                        <p:cond delay="indefinite"/>
                      </p:stCondLst>
                      <p:childTnLst>
                        <p:par>
                          <p:cTn id="180" fill="hold" nodeType="withGroup">
                            <p:stCondLst>
                              <p:cond delay="0"/>
                            </p:stCondLst>
                            <p:childTnLst>
                              <p:par>
                                <p:cTn id="181" presetID="17" presetClass="entr" presetSubtype="10" fill="hold" grpId="0" nodeType="clickEffect">
                                  <p:stCondLst>
                                    <p:cond delay="0"/>
                                  </p:stCondLst>
                                  <p:childTnLst>
                                    <p:set>
                                      <p:cBhvr>
                                        <p:cTn id="182" dur="1" fill="hold">
                                          <p:stCondLst>
                                            <p:cond delay="0"/>
                                          </p:stCondLst>
                                        </p:cTn>
                                        <p:tgtEl>
                                          <p:spTgt spid="16440"/>
                                        </p:tgtEl>
                                        <p:attrNameLst>
                                          <p:attrName>style.visibility</p:attrName>
                                        </p:attrNameLst>
                                      </p:cBhvr>
                                      <p:to>
                                        <p:strVal val="visible"/>
                                      </p:to>
                                    </p:set>
                                    <p:anim calcmode="lin" valueType="num">
                                      <p:cBhvr>
                                        <p:cTn id="183" dur="500" fill="hold"/>
                                        <p:tgtEl>
                                          <p:spTgt spid="16440"/>
                                        </p:tgtEl>
                                        <p:attrNameLst>
                                          <p:attrName>ppt_w</p:attrName>
                                        </p:attrNameLst>
                                      </p:cBhvr>
                                      <p:tavLst>
                                        <p:tav tm="0">
                                          <p:val>
                                            <p:fltVal val="0"/>
                                          </p:val>
                                        </p:tav>
                                        <p:tav tm="100000">
                                          <p:val>
                                            <p:strVal val="#ppt_w"/>
                                          </p:val>
                                        </p:tav>
                                      </p:tavLst>
                                    </p:anim>
                                    <p:anim calcmode="lin" valueType="num">
                                      <p:cBhvr>
                                        <p:cTn id="184" dur="500" fill="hold"/>
                                        <p:tgtEl>
                                          <p:spTgt spid="16440"/>
                                        </p:tgtEl>
                                        <p:attrNameLst>
                                          <p:attrName>ppt_h</p:attrName>
                                        </p:attrNameLst>
                                      </p:cBhvr>
                                      <p:tavLst>
                                        <p:tav tm="0">
                                          <p:val>
                                            <p:strVal val="#ppt_h"/>
                                          </p:val>
                                        </p:tav>
                                        <p:tav tm="100000">
                                          <p:val>
                                            <p:strVal val="#ppt_h"/>
                                          </p:val>
                                        </p:tav>
                                      </p:tavLst>
                                    </p:anim>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7" presetClass="entr" presetSubtype="10" fill="hold" grpId="0" nodeType="clickEffect">
                                  <p:stCondLst>
                                    <p:cond delay="0"/>
                                  </p:stCondLst>
                                  <p:childTnLst>
                                    <p:set>
                                      <p:cBhvr>
                                        <p:cTn id="188" dur="1" fill="hold">
                                          <p:stCondLst>
                                            <p:cond delay="0"/>
                                          </p:stCondLst>
                                        </p:cTn>
                                        <p:tgtEl>
                                          <p:spTgt spid="16441"/>
                                        </p:tgtEl>
                                        <p:attrNameLst>
                                          <p:attrName>style.visibility</p:attrName>
                                        </p:attrNameLst>
                                      </p:cBhvr>
                                      <p:to>
                                        <p:strVal val="visible"/>
                                      </p:to>
                                    </p:set>
                                    <p:anim calcmode="lin" valueType="num">
                                      <p:cBhvr>
                                        <p:cTn id="189" dur="500" fill="hold"/>
                                        <p:tgtEl>
                                          <p:spTgt spid="16441"/>
                                        </p:tgtEl>
                                        <p:attrNameLst>
                                          <p:attrName>ppt_w</p:attrName>
                                        </p:attrNameLst>
                                      </p:cBhvr>
                                      <p:tavLst>
                                        <p:tav tm="0">
                                          <p:val>
                                            <p:fltVal val="0"/>
                                          </p:val>
                                        </p:tav>
                                        <p:tav tm="100000">
                                          <p:val>
                                            <p:strVal val="#ppt_w"/>
                                          </p:val>
                                        </p:tav>
                                      </p:tavLst>
                                    </p:anim>
                                    <p:anim calcmode="lin" valueType="num">
                                      <p:cBhvr>
                                        <p:cTn id="190" dur="500" fill="hold"/>
                                        <p:tgtEl>
                                          <p:spTgt spid="16441"/>
                                        </p:tgtEl>
                                        <p:attrNameLst>
                                          <p:attrName>ppt_h</p:attrName>
                                        </p:attrNameLst>
                                      </p:cBhvr>
                                      <p:tavLst>
                                        <p:tav tm="0">
                                          <p:val>
                                            <p:strVal val="#ppt_h"/>
                                          </p:val>
                                        </p:tav>
                                        <p:tav tm="100000">
                                          <p:val>
                                            <p:strVal val="#ppt_h"/>
                                          </p:val>
                                        </p:tav>
                                      </p:tavLst>
                                    </p:anim>
                                  </p:childTnLst>
                                </p:cTn>
                              </p:par>
                            </p:childTnLst>
                          </p:cTn>
                        </p:par>
                      </p:childTnLst>
                    </p:cTn>
                  </p:par>
                  <p:par>
                    <p:cTn id="191" fill="hold" nodeType="clickPar">
                      <p:stCondLst>
                        <p:cond delay="indefinite"/>
                      </p:stCondLst>
                      <p:childTnLst>
                        <p:par>
                          <p:cTn id="192" fill="hold" nodeType="withGroup">
                            <p:stCondLst>
                              <p:cond delay="0"/>
                            </p:stCondLst>
                            <p:childTnLst>
                              <p:par>
                                <p:cTn id="193" presetID="17" presetClass="entr" presetSubtype="10" fill="hold" grpId="0" nodeType="clickEffect">
                                  <p:stCondLst>
                                    <p:cond delay="0"/>
                                  </p:stCondLst>
                                  <p:childTnLst>
                                    <p:set>
                                      <p:cBhvr>
                                        <p:cTn id="194" dur="1" fill="hold">
                                          <p:stCondLst>
                                            <p:cond delay="0"/>
                                          </p:stCondLst>
                                        </p:cTn>
                                        <p:tgtEl>
                                          <p:spTgt spid="16442"/>
                                        </p:tgtEl>
                                        <p:attrNameLst>
                                          <p:attrName>style.visibility</p:attrName>
                                        </p:attrNameLst>
                                      </p:cBhvr>
                                      <p:to>
                                        <p:strVal val="visible"/>
                                      </p:to>
                                    </p:set>
                                    <p:anim calcmode="lin" valueType="num">
                                      <p:cBhvr>
                                        <p:cTn id="195" dur="500" fill="hold"/>
                                        <p:tgtEl>
                                          <p:spTgt spid="16442"/>
                                        </p:tgtEl>
                                        <p:attrNameLst>
                                          <p:attrName>ppt_w</p:attrName>
                                        </p:attrNameLst>
                                      </p:cBhvr>
                                      <p:tavLst>
                                        <p:tav tm="0">
                                          <p:val>
                                            <p:fltVal val="0"/>
                                          </p:val>
                                        </p:tav>
                                        <p:tav tm="100000">
                                          <p:val>
                                            <p:strVal val="#ppt_w"/>
                                          </p:val>
                                        </p:tav>
                                      </p:tavLst>
                                    </p:anim>
                                    <p:anim calcmode="lin" valueType="num">
                                      <p:cBhvr>
                                        <p:cTn id="196" dur="500" fill="hold"/>
                                        <p:tgtEl>
                                          <p:spTgt spid="16442"/>
                                        </p:tgtEl>
                                        <p:attrNameLst>
                                          <p:attrName>ppt_h</p:attrName>
                                        </p:attrNameLst>
                                      </p:cBhvr>
                                      <p:tavLst>
                                        <p:tav tm="0">
                                          <p:val>
                                            <p:strVal val="#ppt_h"/>
                                          </p:val>
                                        </p:tav>
                                        <p:tav tm="100000">
                                          <p:val>
                                            <p:strVal val="#ppt_h"/>
                                          </p:val>
                                        </p:tav>
                                      </p:tavLst>
                                    </p:anim>
                                  </p:childTnLst>
                                </p:cTn>
                              </p:par>
                            </p:childTnLst>
                          </p:cTn>
                        </p:par>
                      </p:childTnLst>
                    </p:cTn>
                  </p:par>
                  <p:par>
                    <p:cTn id="197" fill="hold" nodeType="clickPar">
                      <p:stCondLst>
                        <p:cond delay="indefinite"/>
                      </p:stCondLst>
                      <p:childTnLst>
                        <p:par>
                          <p:cTn id="198" fill="hold" nodeType="withGroup">
                            <p:stCondLst>
                              <p:cond delay="0"/>
                            </p:stCondLst>
                            <p:childTnLst>
                              <p:par>
                                <p:cTn id="199" presetID="17" presetClass="entr" presetSubtype="10" fill="hold" grpId="0" nodeType="clickEffect">
                                  <p:stCondLst>
                                    <p:cond delay="0"/>
                                  </p:stCondLst>
                                  <p:childTnLst>
                                    <p:set>
                                      <p:cBhvr>
                                        <p:cTn id="200" dur="1" fill="hold">
                                          <p:stCondLst>
                                            <p:cond delay="0"/>
                                          </p:stCondLst>
                                        </p:cTn>
                                        <p:tgtEl>
                                          <p:spTgt spid="16443"/>
                                        </p:tgtEl>
                                        <p:attrNameLst>
                                          <p:attrName>style.visibility</p:attrName>
                                        </p:attrNameLst>
                                      </p:cBhvr>
                                      <p:to>
                                        <p:strVal val="visible"/>
                                      </p:to>
                                    </p:set>
                                    <p:anim calcmode="lin" valueType="num">
                                      <p:cBhvr>
                                        <p:cTn id="201" dur="500" fill="hold"/>
                                        <p:tgtEl>
                                          <p:spTgt spid="16443"/>
                                        </p:tgtEl>
                                        <p:attrNameLst>
                                          <p:attrName>ppt_w</p:attrName>
                                        </p:attrNameLst>
                                      </p:cBhvr>
                                      <p:tavLst>
                                        <p:tav tm="0">
                                          <p:val>
                                            <p:fltVal val="0"/>
                                          </p:val>
                                        </p:tav>
                                        <p:tav tm="100000">
                                          <p:val>
                                            <p:strVal val="#ppt_w"/>
                                          </p:val>
                                        </p:tav>
                                      </p:tavLst>
                                    </p:anim>
                                    <p:anim calcmode="lin" valueType="num">
                                      <p:cBhvr>
                                        <p:cTn id="202" dur="500" fill="hold"/>
                                        <p:tgtEl>
                                          <p:spTgt spid="16443"/>
                                        </p:tgtEl>
                                        <p:attrNameLst>
                                          <p:attrName>ppt_h</p:attrName>
                                        </p:attrNameLst>
                                      </p:cBhvr>
                                      <p:tavLst>
                                        <p:tav tm="0">
                                          <p:val>
                                            <p:strVal val="#ppt_h"/>
                                          </p:val>
                                        </p:tav>
                                        <p:tav tm="100000">
                                          <p:val>
                                            <p:strVal val="#ppt_h"/>
                                          </p:val>
                                        </p:tav>
                                      </p:tavLst>
                                    </p:anim>
                                  </p:childTnLst>
                                </p:cTn>
                              </p:par>
                            </p:childTnLst>
                          </p:cTn>
                        </p:par>
                      </p:childTnLst>
                    </p:cTn>
                  </p:par>
                  <p:par>
                    <p:cTn id="203" fill="hold" nodeType="clickPar">
                      <p:stCondLst>
                        <p:cond delay="indefinite"/>
                      </p:stCondLst>
                      <p:childTnLst>
                        <p:par>
                          <p:cTn id="204" fill="hold" nodeType="withGroup">
                            <p:stCondLst>
                              <p:cond delay="0"/>
                            </p:stCondLst>
                            <p:childTnLst>
                              <p:par>
                                <p:cTn id="205" presetID="17" presetClass="entr" presetSubtype="10" fill="hold" grpId="0" nodeType="clickEffect">
                                  <p:stCondLst>
                                    <p:cond delay="0"/>
                                  </p:stCondLst>
                                  <p:childTnLst>
                                    <p:set>
                                      <p:cBhvr>
                                        <p:cTn id="206" dur="1" fill="hold">
                                          <p:stCondLst>
                                            <p:cond delay="0"/>
                                          </p:stCondLst>
                                        </p:cTn>
                                        <p:tgtEl>
                                          <p:spTgt spid="16444"/>
                                        </p:tgtEl>
                                        <p:attrNameLst>
                                          <p:attrName>style.visibility</p:attrName>
                                        </p:attrNameLst>
                                      </p:cBhvr>
                                      <p:to>
                                        <p:strVal val="visible"/>
                                      </p:to>
                                    </p:set>
                                    <p:anim calcmode="lin" valueType="num">
                                      <p:cBhvr>
                                        <p:cTn id="207" dur="500" fill="hold"/>
                                        <p:tgtEl>
                                          <p:spTgt spid="16444"/>
                                        </p:tgtEl>
                                        <p:attrNameLst>
                                          <p:attrName>ppt_w</p:attrName>
                                        </p:attrNameLst>
                                      </p:cBhvr>
                                      <p:tavLst>
                                        <p:tav tm="0">
                                          <p:val>
                                            <p:fltVal val="0"/>
                                          </p:val>
                                        </p:tav>
                                        <p:tav tm="100000">
                                          <p:val>
                                            <p:strVal val="#ppt_w"/>
                                          </p:val>
                                        </p:tav>
                                      </p:tavLst>
                                    </p:anim>
                                    <p:anim calcmode="lin" valueType="num">
                                      <p:cBhvr>
                                        <p:cTn id="208" dur="500" fill="hold"/>
                                        <p:tgtEl>
                                          <p:spTgt spid="16444"/>
                                        </p:tgtEl>
                                        <p:attrNameLst>
                                          <p:attrName>ppt_h</p:attrName>
                                        </p:attrNameLst>
                                      </p:cBhvr>
                                      <p:tavLst>
                                        <p:tav tm="0">
                                          <p:val>
                                            <p:strVal val="#ppt_h"/>
                                          </p:val>
                                        </p:tav>
                                        <p:tav tm="100000">
                                          <p:val>
                                            <p:strVal val="#ppt_h"/>
                                          </p:val>
                                        </p:tav>
                                      </p:tavLst>
                                    </p:anim>
                                  </p:childTnLst>
                                </p:cTn>
                              </p:par>
                            </p:childTnLst>
                          </p:cTn>
                        </p:par>
                      </p:childTnLst>
                    </p:cTn>
                  </p:par>
                  <p:par>
                    <p:cTn id="209" fill="hold" nodeType="clickPar">
                      <p:stCondLst>
                        <p:cond delay="indefinite"/>
                      </p:stCondLst>
                      <p:childTnLst>
                        <p:par>
                          <p:cTn id="210" fill="hold" nodeType="withGroup">
                            <p:stCondLst>
                              <p:cond delay="0"/>
                            </p:stCondLst>
                            <p:childTnLst>
                              <p:par>
                                <p:cTn id="211" presetID="17" presetClass="entr" presetSubtype="10" fill="hold" grpId="0" nodeType="clickEffect">
                                  <p:stCondLst>
                                    <p:cond delay="0"/>
                                  </p:stCondLst>
                                  <p:childTnLst>
                                    <p:set>
                                      <p:cBhvr>
                                        <p:cTn id="212" dur="1" fill="hold">
                                          <p:stCondLst>
                                            <p:cond delay="0"/>
                                          </p:stCondLst>
                                        </p:cTn>
                                        <p:tgtEl>
                                          <p:spTgt spid="16445"/>
                                        </p:tgtEl>
                                        <p:attrNameLst>
                                          <p:attrName>style.visibility</p:attrName>
                                        </p:attrNameLst>
                                      </p:cBhvr>
                                      <p:to>
                                        <p:strVal val="visible"/>
                                      </p:to>
                                    </p:set>
                                    <p:anim calcmode="lin" valueType="num">
                                      <p:cBhvr>
                                        <p:cTn id="213" dur="500" fill="hold"/>
                                        <p:tgtEl>
                                          <p:spTgt spid="16445"/>
                                        </p:tgtEl>
                                        <p:attrNameLst>
                                          <p:attrName>ppt_w</p:attrName>
                                        </p:attrNameLst>
                                      </p:cBhvr>
                                      <p:tavLst>
                                        <p:tav tm="0">
                                          <p:val>
                                            <p:fltVal val="0"/>
                                          </p:val>
                                        </p:tav>
                                        <p:tav tm="100000">
                                          <p:val>
                                            <p:strVal val="#ppt_w"/>
                                          </p:val>
                                        </p:tav>
                                      </p:tavLst>
                                    </p:anim>
                                    <p:anim calcmode="lin" valueType="num">
                                      <p:cBhvr>
                                        <p:cTn id="214" dur="500" fill="hold"/>
                                        <p:tgtEl>
                                          <p:spTgt spid="16445"/>
                                        </p:tgtEl>
                                        <p:attrNameLst>
                                          <p:attrName>ppt_h</p:attrName>
                                        </p:attrNameLst>
                                      </p:cBhvr>
                                      <p:tavLst>
                                        <p:tav tm="0">
                                          <p:val>
                                            <p:strVal val="#ppt_h"/>
                                          </p:val>
                                        </p:tav>
                                        <p:tav tm="100000">
                                          <p:val>
                                            <p:strVal val="#ppt_h"/>
                                          </p:val>
                                        </p:tav>
                                      </p:tavLst>
                                    </p:anim>
                                  </p:childTnLst>
                                </p:cTn>
                              </p:par>
                            </p:childTnLst>
                          </p:cTn>
                        </p:par>
                      </p:childTnLst>
                    </p:cTn>
                  </p:par>
                  <p:par>
                    <p:cTn id="215" fill="hold" nodeType="clickPar">
                      <p:stCondLst>
                        <p:cond delay="indefinite"/>
                      </p:stCondLst>
                      <p:childTnLst>
                        <p:par>
                          <p:cTn id="216" fill="hold" nodeType="withGroup">
                            <p:stCondLst>
                              <p:cond delay="0"/>
                            </p:stCondLst>
                            <p:childTnLst>
                              <p:par>
                                <p:cTn id="217" presetID="17" presetClass="entr" presetSubtype="10" fill="hold" grpId="0" nodeType="clickEffect">
                                  <p:stCondLst>
                                    <p:cond delay="0"/>
                                  </p:stCondLst>
                                  <p:childTnLst>
                                    <p:set>
                                      <p:cBhvr>
                                        <p:cTn id="218" dur="1" fill="hold">
                                          <p:stCondLst>
                                            <p:cond delay="0"/>
                                          </p:stCondLst>
                                        </p:cTn>
                                        <p:tgtEl>
                                          <p:spTgt spid="16446"/>
                                        </p:tgtEl>
                                        <p:attrNameLst>
                                          <p:attrName>style.visibility</p:attrName>
                                        </p:attrNameLst>
                                      </p:cBhvr>
                                      <p:to>
                                        <p:strVal val="visible"/>
                                      </p:to>
                                    </p:set>
                                    <p:anim calcmode="lin" valueType="num">
                                      <p:cBhvr>
                                        <p:cTn id="219" dur="500" fill="hold"/>
                                        <p:tgtEl>
                                          <p:spTgt spid="16446"/>
                                        </p:tgtEl>
                                        <p:attrNameLst>
                                          <p:attrName>ppt_w</p:attrName>
                                        </p:attrNameLst>
                                      </p:cBhvr>
                                      <p:tavLst>
                                        <p:tav tm="0">
                                          <p:val>
                                            <p:fltVal val="0"/>
                                          </p:val>
                                        </p:tav>
                                        <p:tav tm="100000">
                                          <p:val>
                                            <p:strVal val="#ppt_w"/>
                                          </p:val>
                                        </p:tav>
                                      </p:tavLst>
                                    </p:anim>
                                    <p:anim calcmode="lin" valueType="num">
                                      <p:cBhvr>
                                        <p:cTn id="220" dur="500" fill="hold"/>
                                        <p:tgtEl>
                                          <p:spTgt spid="16446"/>
                                        </p:tgtEl>
                                        <p:attrNameLst>
                                          <p:attrName>ppt_h</p:attrName>
                                        </p:attrNameLst>
                                      </p:cBhvr>
                                      <p:tavLst>
                                        <p:tav tm="0">
                                          <p:val>
                                            <p:strVal val="#ppt_h"/>
                                          </p:val>
                                        </p:tav>
                                        <p:tav tm="100000">
                                          <p:val>
                                            <p:strVal val="#ppt_h"/>
                                          </p:val>
                                        </p:tav>
                                      </p:tavLst>
                                    </p:anim>
                                  </p:childTnLst>
                                </p:cTn>
                              </p:par>
                            </p:childTnLst>
                          </p:cTn>
                        </p:par>
                      </p:childTnLst>
                    </p:cTn>
                  </p:par>
                  <p:par>
                    <p:cTn id="221" fill="hold" nodeType="clickPar">
                      <p:stCondLst>
                        <p:cond delay="indefinite"/>
                      </p:stCondLst>
                      <p:childTnLst>
                        <p:par>
                          <p:cTn id="222" fill="hold" nodeType="withGroup">
                            <p:stCondLst>
                              <p:cond delay="0"/>
                            </p:stCondLst>
                            <p:childTnLst>
                              <p:par>
                                <p:cTn id="223" presetID="17" presetClass="entr" presetSubtype="10" fill="hold" grpId="0" nodeType="clickEffect">
                                  <p:stCondLst>
                                    <p:cond delay="0"/>
                                  </p:stCondLst>
                                  <p:childTnLst>
                                    <p:set>
                                      <p:cBhvr>
                                        <p:cTn id="224" dur="1" fill="hold">
                                          <p:stCondLst>
                                            <p:cond delay="0"/>
                                          </p:stCondLst>
                                        </p:cTn>
                                        <p:tgtEl>
                                          <p:spTgt spid="16447"/>
                                        </p:tgtEl>
                                        <p:attrNameLst>
                                          <p:attrName>style.visibility</p:attrName>
                                        </p:attrNameLst>
                                      </p:cBhvr>
                                      <p:to>
                                        <p:strVal val="visible"/>
                                      </p:to>
                                    </p:set>
                                    <p:anim calcmode="lin" valueType="num">
                                      <p:cBhvr>
                                        <p:cTn id="225" dur="500" fill="hold"/>
                                        <p:tgtEl>
                                          <p:spTgt spid="16447"/>
                                        </p:tgtEl>
                                        <p:attrNameLst>
                                          <p:attrName>ppt_w</p:attrName>
                                        </p:attrNameLst>
                                      </p:cBhvr>
                                      <p:tavLst>
                                        <p:tav tm="0">
                                          <p:val>
                                            <p:fltVal val="0"/>
                                          </p:val>
                                        </p:tav>
                                        <p:tav tm="100000">
                                          <p:val>
                                            <p:strVal val="#ppt_w"/>
                                          </p:val>
                                        </p:tav>
                                      </p:tavLst>
                                    </p:anim>
                                    <p:anim calcmode="lin" valueType="num">
                                      <p:cBhvr>
                                        <p:cTn id="226" dur="500" fill="hold"/>
                                        <p:tgtEl>
                                          <p:spTgt spid="16447"/>
                                        </p:tgtEl>
                                        <p:attrNameLst>
                                          <p:attrName>ppt_h</p:attrName>
                                        </p:attrNameLst>
                                      </p:cBhvr>
                                      <p:tavLst>
                                        <p:tav tm="0">
                                          <p:val>
                                            <p:strVal val="#ppt_h"/>
                                          </p:val>
                                        </p:tav>
                                        <p:tav tm="100000">
                                          <p:val>
                                            <p:strVal val="#ppt_h"/>
                                          </p:val>
                                        </p:tav>
                                      </p:tavLst>
                                    </p:anim>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 presetClass="entr" presetSubtype="1" fill="hold" grpId="0" nodeType="clickEffect">
                                  <p:stCondLst>
                                    <p:cond delay="0"/>
                                  </p:stCondLst>
                                  <p:childTnLst>
                                    <p:set>
                                      <p:cBhvr>
                                        <p:cTn id="230" dur="1" fill="hold">
                                          <p:stCondLst>
                                            <p:cond delay="0"/>
                                          </p:stCondLst>
                                        </p:cTn>
                                        <p:tgtEl>
                                          <p:spTgt spid="16448"/>
                                        </p:tgtEl>
                                        <p:attrNameLst>
                                          <p:attrName>style.visibility</p:attrName>
                                        </p:attrNameLst>
                                      </p:cBhvr>
                                      <p:to>
                                        <p:strVal val="visible"/>
                                      </p:to>
                                    </p:set>
                                    <p:anim calcmode="lin" valueType="num">
                                      <p:cBhvr additive="base">
                                        <p:cTn id="231" dur="500" fill="hold"/>
                                        <p:tgtEl>
                                          <p:spTgt spid="16448"/>
                                        </p:tgtEl>
                                        <p:attrNameLst>
                                          <p:attrName>ppt_x</p:attrName>
                                        </p:attrNameLst>
                                      </p:cBhvr>
                                      <p:tavLst>
                                        <p:tav tm="0">
                                          <p:val>
                                            <p:strVal val="#ppt_x"/>
                                          </p:val>
                                        </p:tav>
                                        <p:tav tm="100000">
                                          <p:val>
                                            <p:strVal val="#ppt_x"/>
                                          </p:val>
                                        </p:tav>
                                      </p:tavLst>
                                    </p:anim>
                                    <p:anim calcmode="lin" valueType="num">
                                      <p:cBhvr additive="base">
                                        <p:cTn id="232" dur="500" fill="hold"/>
                                        <p:tgtEl>
                                          <p:spTgt spid="16448"/>
                                        </p:tgtEl>
                                        <p:attrNameLst>
                                          <p:attrName>ppt_y</p:attrName>
                                        </p:attrNameLst>
                                      </p:cBhvr>
                                      <p:tavLst>
                                        <p:tav tm="0">
                                          <p:val>
                                            <p:strVal val="0-#ppt_h/2"/>
                                          </p:val>
                                        </p:tav>
                                        <p:tav tm="100000">
                                          <p:val>
                                            <p:strVal val="#ppt_y"/>
                                          </p:val>
                                        </p:tav>
                                      </p:tavLst>
                                    </p:anim>
                                  </p:childTnLst>
                                </p:cTn>
                              </p:par>
                            </p:childTnLst>
                          </p:cTn>
                        </p:par>
                      </p:childTnLst>
                    </p:cTn>
                  </p:par>
                  <p:par>
                    <p:cTn id="233" fill="hold" nodeType="clickPar">
                      <p:stCondLst>
                        <p:cond delay="indefinite"/>
                      </p:stCondLst>
                      <p:childTnLst>
                        <p:par>
                          <p:cTn id="234" fill="hold" nodeType="withGroup">
                            <p:stCondLst>
                              <p:cond delay="0"/>
                            </p:stCondLst>
                            <p:childTnLst>
                              <p:par>
                                <p:cTn id="235" presetID="18" presetClass="entr" presetSubtype="6" fill="hold" nodeType="clickEffect">
                                  <p:stCondLst>
                                    <p:cond delay="0"/>
                                  </p:stCondLst>
                                  <p:childTnLst>
                                    <p:set>
                                      <p:cBhvr>
                                        <p:cTn id="236" dur="1" fill="hold">
                                          <p:stCondLst>
                                            <p:cond delay="0"/>
                                          </p:stCondLst>
                                        </p:cTn>
                                        <p:tgtEl>
                                          <p:spTgt spid="16449"/>
                                        </p:tgtEl>
                                        <p:attrNameLst>
                                          <p:attrName>style.visibility</p:attrName>
                                        </p:attrNameLst>
                                      </p:cBhvr>
                                      <p:to>
                                        <p:strVal val="visible"/>
                                      </p:to>
                                    </p:set>
                                    <p:animEffect transition="in" filter="strips(downRight)">
                                      <p:cBhvr>
                                        <p:cTn id="237" dur="500"/>
                                        <p:tgtEl>
                                          <p:spTgt spid="16449"/>
                                        </p:tgtEl>
                                      </p:cBhvr>
                                    </p:animEffect>
                                  </p:childTnLst>
                                </p:cTn>
                              </p:par>
                            </p:childTnLst>
                          </p:cTn>
                        </p:par>
                      </p:childTnLst>
                    </p:cTn>
                  </p:par>
                  <p:par>
                    <p:cTn id="238" fill="hold" nodeType="clickPar">
                      <p:stCondLst>
                        <p:cond delay="indefinite"/>
                      </p:stCondLst>
                      <p:childTnLst>
                        <p:par>
                          <p:cTn id="239" fill="hold" nodeType="withGroup">
                            <p:stCondLst>
                              <p:cond delay="0"/>
                            </p:stCondLst>
                            <p:childTnLst>
                              <p:par>
                                <p:cTn id="240" presetID="17" presetClass="entr" presetSubtype="1" fill="hold" grpId="0" nodeType="clickEffect">
                                  <p:stCondLst>
                                    <p:cond delay="0"/>
                                  </p:stCondLst>
                                  <p:childTnLst>
                                    <p:set>
                                      <p:cBhvr>
                                        <p:cTn id="241" dur="1" fill="hold">
                                          <p:stCondLst>
                                            <p:cond delay="0"/>
                                          </p:stCondLst>
                                        </p:cTn>
                                        <p:tgtEl>
                                          <p:spTgt spid="16494"/>
                                        </p:tgtEl>
                                        <p:attrNameLst>
                                          <p:attrName>style.visibility</p:attrName>
                                        </p:attrNameLst>
                                      </p:cBhvr>
                                      <p:to>
                                        <p:strVal val="visible"/>
                                      </p:to>
                                    </p:set>
                                    <p:anim calcmode="lin" valueType="num">
                                      <p:cBhvr>
                                        <p:cTn id="242" dur="500" fill="hold"/>
                                        <p:tgtEl>
                                          <p:spTgt spid="16494"/>
                                        </p:tgtEl>
                                        <p:attrNameLst>
                                          <p:attrName>ppt_x</p:attrName>
                                        </p:attrNameLst>
                                      </p:cBhvr>
                                      <p:tavLst>
                                        <p:tav tm="0">
                                          <p:val>
                                            <p:strVal val="#ppt_x"/>
                                          </p:val>
                                        </p:tav>
                                        <p:tav tm="100000">
                                          <p:val>
                                            <p:strVal val="#ppt_x"/>
                                          </p:val>
                                        </p:tav>
                                      </p:tavLst>
                                    </p:anim>
                                    <p:anim calcmode="lin" valueType="num">
                                      <p:cBhvr>
                                        <p:cTn id="243" dur="500" fill="hold"/>
                                        <p:tgtEl>
                                          <p:spTgt spid="16494"/>
                                        </p:tgtEl>
                                        <p:attrNameLst>
                                          <p:attrName>ppt_y</p:attrName>
                                        </p:attrNameLst>
                                      </p:cBhvr>
                                      <p:tavLst>
                                        <p:tav tm="0">
                                          <p:val>
                                            <p:strVal val="#ppt_y-#ppt_h/2"/>
                                          </p:val>
                                        </p:tav>
                                        <p:tav tm="100000">
                                          <p:val>
                                            <p:strVal val="#ppt_y"/>
                                          </p:val>
                                        </p:tav>
                                      </p:tavLst>
                                    </p:anim>
                                    <p:anim calcmode="lin" valueType="num">
                                      <p:cBhvr>
                                        <p:cTn id="244" dur="500" fill="hold"/>
                                        <p:tgtEl>
                                          <p:spTgt spid="16494"/>
                                        </p:tgtEl>
                                        <p:attrNameLst>
                                          <p:attrName>ppt_w</p:attrName>
                                        </p:attrNameLst>
                                      </p:cBhvr>
                                      <p:tavLst>
                                        <p:tav tm="0">
                                          <p:val>
                                            <p:strVal val="#ppt_w"/>
                                          </p:val>
                                        </p:tav>
                                        <p:tav tm="100000">
                                          <p:val>
                                            <p:strVal val="#ppt_w"/>
                                          </p:val>
                                        </p:tav>
                                      </p:tavLst>
                                    </p:anim>
                                    <p:anim calcmode="lin" valueType="num">
                                      <p:cBhvr>
                                        <p:cTn id="245" dur="500" fill="hold"/>
                                        <p:tgtEl>
                                          <p:spTgt spid="16494"/>
                                        </p:tgtEl>
                                        <p:attrNameLst>
                                          <p:attrName>ppt_h</p:attrName>
                                        </p:attrNameLst>
                                      </p:cBhvr>
                                      <p:tavLst>
                                        <p:tav tm="0">
                                          <p:val>
                                            <p:fltVal val="0"/>
                                          </p:val>
                                        </p:tav>
                                        <p:tav tm="100000">
                                          <p:val>
                                            <p:strVal val="#ppt_h"/>
                                          </p:val>
                                        </p:tav>
                                      </p:tavLst>
                                    </p:anim>
                                  </p:childTnLst>
                                </p:cTn>
                              </p:par>
                            </p:childTnLst>
                          </p:cTn>
                        </p:par>
                      </p:childTnLst>
                    </p:cTn>
                  </p:par>
                  <p:par>
                    <p:cTn id="246" fill="hold" nodeType="clickPar">
                      <p:stCondLst>
                        <p:cond delay="indefinite"/>
                      </p:stCondLst>
                      <p:childTnLst>
                        <p:par>
                          <p:cTn id="247" fill="hold" nodeType="withGroup">
                            <p:stCondLst>
                              <p:cond delay="0"/>
                            </p:stCondLst>
                            <p:childTnLst>
                              <p:par>
                                <p:cTn id="248" presetID="17" presetClass="entr" presetSubtype="1" fill="hold" grpId="0" nodeType="clickEffect">
                                  <p:stCondLst>
                                    <p:cond delay="0"/>
                                  </p:stCondLst>
                                  <p:childTnLst>
                                    <p:set>
                                      <p:cBhvr>
                                        <p:cTn id="249" dur="1" fill="hold">
                                          <p:stCondLst>
                                            <p:cond delay="0"/>
                                          </p:stCondLst>
                                        </p:cTn>
                                        <p:tgtEl>
                                          <p:spTgt spid="16495"/>
                                        </p:tgtEl>
                                        <p:attrNameLst>
                                          <p:attrName>style.visibility</p:attrName>
                                        </p:attrNameLst>
                                      </p:cBhvr>
                                      <p:to>
                                        <p:strVal val="visible"/>
                                      </p:to>
                                    </p:set>
                                    <p:anim calcmode="lin" valueType="num">
                                      <p:cBhvr>
                                        <p:cTn id="250" dur="500" fill="hold"/>
                                        <p:tgtEl>
                                          <p:spTgt spid="16495"/>
                                        </p:tgtEl>
                                        <p:attrNameLst>
                                          <p:attrName>ppt_x</p:attrName>
                                        </p:attrNameLst>
                                      </p:cBhvr>
                                      <p:tavLst>
                                        <p:tav tm="0">
                                          <p:val>
                                            <p:strVal val="#ppt_x"/>
                                          </p:val>
                                        </p:tav>
                                        <p:tav tm="100000">
                                          <p:val>
                                            <p:strVal val="#ppt_x"/>
                                          </p:val>
                                        </p:tav>
                                      </p:tavLst>
                                    </p:anim>
                                    <p:anim calcmode="lin" valueType="num">
                                      <p:cBhvr>
                                        <p:cTn id="251" dur="500" fill="hold"/>
                                        <p:tgtEl>
                                          <p:spTgt spid="16495"/>
                                        </p:tgtEl>
                                        <p:attrNameLst>
                                          <p:attrName>ppt_y</p:attrName>
                                        </p:attrNameLst>
                                      </p:cBhvr>
                                      <p:tavLst>
                                        <p:tav tm="0">
                                          <p:val>
                                            <p:strVal val="#ppt_y-#ppt_h/2"/>
                                          </p:val>
                                        </p:tav>
                                        <p:tav tm="100000">
                                          <p:val>
                                            <p:strVal val="#ppt_y"/>
                                          </p:val>
                                        </p:tav>
                                      </p:tavLst>
                                    </p:anim>
                                    <p:anim calcmode="lin" valueType="num">
                                      <p:cBhvr>
                                        <p:cTn id="252" dur="500" fill="hold"/>
                                        <p:tgtEl>
                                          <p:spTgt spid="16495"/>
                                        </p:tgtEl>
                                        <p:attrNameLst>
                                          <p:attrName>ppt_w</p:attrName>
                                        </p:attrNameLst>
                                      </p:cBhvr>
                                      <p:tavLst>
                                        <p:tav tm="0">
                                          <p:val>
                                            <p:strVal val="#ppt_w"/>
                                          </p:val>
                                        </p:tav>
                                        <p:tav tm="100000">
                                          <p:val>
                                            <p:strVal val="#ppt_w"/>
                                          </p:val>
                                        </p:tav>
                                      </p:tavLst>
                                    </p:anim>
                                    <p:anim calcmode="lin" valueType="num">
                                      <p:cBhvr>
                                        <p:cTn id="253" dur="500" fill="hold"/>
                                        <p:tgtEl>
                                          <p:spTgt spid="16495"/>
                                        </p:tgtEl>
                                        <p:attrNameLst>
                                          <p:attrName>ppt_h</p:attrName>
                                        </p:attrNameLst>
                                      </p:cBhvr>
                                      <p:tavLst>
                                        <p:tav tm="0">
                                          <p:val>
                                            <p:fltVal val="0"/>
                                          </p:val>
                                        </p:tav>
                                        <p:tav tm="100000">
                                          <p:val>
                                            <p:strVal val="#ppt_h"/>
                                          </p:val>
                                        </p:tav>
                                      </p:tavLst>
                                    </p:anim>
                                  </p:childTnLst>
                                </p:cTn>
                              </p:par>
                            </p:childTnLst>
                          </p:cTn>
                        </p:par>
                      </p:childTnLst>
                    </p:cTn>
                  </p:par>
                  <p:par>
                    <p:cTn id="254" fill="hold" nodeType="clickPar">
                      <p:stCondLst>
                        <p:cond delay="indefinite"/>
                      </p:stCondLst>
                      <p:childTnLst>
                        <p:par>
                          <p:cTn id="255" fill="hold" nodeType="withGroup">
                            <p:stCondLst>
                              <p:cond delay="0"/>
                            </p:stCondLst>
                            <p:childTnLst>
                              <p:par>
                                <p:cTn id="256" presetID="17" presetClass="entr" presetSubtype="1" fill="hold" grpId="0" nodeType="clickEffect">
                                  <p:stCondLst>
                                    <p:cond delay="0"/>
                                  </p:stCondLst>
                                  <p:childTnLst>
                                    <p:set>
                                      <p:cBhvr>
                                        <p:cTn id="257" dur="1" fill="hold">
                                          <p:stCondLst>
                                            <p:cond delay="0"/>
                                          </p:stCondLst>
                                        </p:cTn>
                                        <p:tgtEl>
                                          <p:spTgt spid="16496"/>
                                        </p:tgtEl>
                                        <p:attrNameLst>
                                          <p:attrName>style.visibility</p:attrName>
                                        </p:attrNameLst>
                                      </p:cBhvr>
                                      <p:to>
                                        <p:strVal val="visible"/>
                                      </p:to>
                                    </p:set>
                                    <p:anim calcmode="lin" valueType="num">
                                      <p:cBhvr>
                                        <p:cTn id="258" dur="500" fill="hold"/>
                                        <p:tgtEl>
                                          <p:spTgt spid="16496"/>
                                        </p:tgtEl>
                                        <p:attrNameLst>
                                          <p:attrName>ppt_x</p:attrName>
                                        </p:attrNameLst>
                                      </p:cBhvr>
                                      <p:tavLst>
                                        <p:tav tm="0">
                                          <p:val>
                                            <p:strVal val="#ppt_x"/>
                                          </p:val>
                                        </p:tav>
                                        <p:tav tm="100000">
                                          <p:val>
                                            <p:strVal val="#ppt_x"/>
                                          </p:val>
                                        </p:tav>
                                      </p:tavLst>
                                    </p:anim>
                                    <p:anim calcmode="lin" valueType="num">
                                      <p:cBhvr>
                                        <p:cTn id="259" dur="500" fill="hold"/>
                                        <p:tgtEl>
                                          <p:spTgt spid="16496"/>
                                        </p:tgtEl>
                                        <p:attrNameLst>
                                          <p:attrName>ppt_y</p:attrName>
                                        </p:attrNameLst>
                                      </p:cBhvr>
                                      <p:tavLst>
                                        <p:tav tm="0">
                                          <p:val>
                                            <p:strVal val="#ppt_y-#ppt_h/2"/>
                                          </p:val>
                                        </p:tav>
                                        <p:tav tm="100000">
                                          <p:val>
                                            <p:strVal val="#ppt_y"/>
                                          </p:val>
                                        </p:tav>
                                      </p:tavLst>
                                    </p:anim>
                                    <p:anim calcmode="lin" valueType="num">
                                      <p:cBhvr>
                                        <p:cTn id="260" dur="500" fill="hold"/>
                                        <p:tgtEl>
                                          <p:spTgt spid="16496"/>
                                        </p:tgtEl>
                                        <p:attrNameLst>
                                          <p:attrName>ppt_w</p:attrName>
                                        </p:attrNameLst>
                                      </p:cBhvr>
                                      <p:tavLst>
                                        <p:tav tm="0">
                                          <p:val>
                                            <p:strVal val="#ppt_w"/>
                                          </p:val>
                                        </p:tav>
                                        <p:tav tm="100000">
                                          <p:val>
                                            <p:strVal val="#ppt_w"/>
                                          </p:val>
                                        </p:tav>
                                      </p:tavLst>
                                    </p:anim>
                                    <p:anim calcmode="lin" valueType="num">
                                      <p:cBhvr>
                                        <p:cTn id="261" dur="500" fill="hold"/>
                                        <p:tgtEl>
                                          <p:spTgt spid="16496"/>
                                        </p:tgtEl>
                                        <p:attrNameLst>
                                          <p:attrName>ppt_h</p:attrName>
                                        </p:attrNameLst>
                                      </p:cBhvr>
                                      <p:tavLst>
                                        <p:tav tm="0">
                                          <p:val>
                                            <p:fltVal val="0"/>
                                          </p:val>
                                        </p:tav>
                                        <p:tav tm="100000">
                                          <p:val>
                                            <p:strVal val="#ppt_h"/>
                                          </p:val>
                                        </p:tav>
                                      </p:tavLst>
                                    </p:anim>
                                  </p:childTnLst>
                                </p:cTn>
                              </p:par>
                            </p:childTnLst>
                          </p:cTn>
                        </p:par>
                      </p:childTnLst>
                    </p:cTn>
                  </p:par>
                  <p:par>
                    <p:cTn id="262" fill="hold" nodeType="clickPar">
                      <p:stCondLst>
                        <p:cond delay="indefinite"/>
                      </p:stCondLst>
                      <p:childTnLst>
                        <p:par>
                          <p:cTn id="263" fill="hold" nodeType="withGroup">
                            <p:stCondLst>
                              <p:cond delay="0"/>
                            </p:stCondLst>
                            <p:childTnLst>
                              <p:par>
                                <p:cTn id="264" presetID="17" presetClass="entr" presetSubtype="1" fill="hold" grpId="0" nodeType="clickEffect">
                                  <p:stCondLst>
                                    <p:cond delay="0"/>
                                  </p:stCondLst>
                                  <p:childTnLst>
                                    <p:set>
                                      <p:cBhvr>
                                        <p:cTn id="265" dur="1" fill="hold">
                                          <p:stCondLst>
                                            <p:cond delay="0"/>
                                          </p:stCondLst>
                                        </p:cTn>
                                        <p:tgtEl>
                                          <p:spTgt spid="16497"/>
                                        </p:tgtEl>
                                        <p:attrNameLst>
                                          <p:attrName>style.visibility</p:attrName>
                                        </p:attrNameLst>
                                      </p:cBhvr>
                                      <p:to>
                                        <p:strVal val="visible"/>
                                      </p:to>
                                    </p:set>
                                    <p:anim calcmode="lin" valueType="num">
                                      <p:cBhvr>
                                        <p:cTn id="266" dur="500" fill="hold"/>
                                        <p:tgtEl>
                                          <p:spTgt spid="16497"/>
                                        </p:tgtEl>
                                        <p:attrNameLst>
                                          <p:attrName>ppt_x</p:attrName>
                                        </p:attrNameLst>
                                      </p:cBhvr>
                                      <p:tavLst>
                                        <p:tav tm="0">
                                          <p:val>
                                            <p:strVal val="#ppt_x"/>
                                          </p:val>
                                        </p:tav>
                                        <p:tav tm="100000">
                                          <p:val>
                                            <p:strVal val="#ppt_x"/>
                                          </p:val>
                                        </p:tav>
                                      </p:tavLst>
                                    </p:anim>
                                    <p:anim calcmode="lin" valueType="num">
                                      <p:cBhvr>
                                        <p:cTn id="267" dur="500" fill="hold"/>
                                        <p:tgtEl>
                                          <p:spTgt spid="16497"/>
                                        </p:tgtEl>
                                        <p:attrNameLst>
                                          <p:attrName>ppt_y</p:attrName>
                                        </p:attrNameLst>
                                      </p:cBhvr>
                                      <p:tavLst>
                                        <p:tav tm="0">
                                          <p:val>
                                            <p:strVal val="#ppt_y-#ppt_h/2"/>
                                          </p:val>
                                        </p:tav>
                                        <p:tav tm="100000">
                                          <p:val>
                                            <p:strVal val="#ppt_y"/>
                                          </p:val>
                                        </p:tav>
                                      </p:tavLst>
                                    </p:anim>
                                    <p:anim calcmode="lin" valueType="num">
                                      <p:cBhvr>
                                        <p:cTn id="268" dur="500" fill="hold"/>
                                        <p:tgtEl>
                                          <p:spTgt spid="16497"/>
                                        </p:tgtEl>
                                        <p:attrNameLst>
                                          <p:attrName>ppt_w</p:attrName>
                                        </p:attrNameLst>
                                      </p:cBhvr>
                                      <p:tavLst>
                                        <p:tav tm="0">
                                          <p:val>
                                            <p:strVal val="#ppt_w"/>
                                          </p:val>
                                        </p:tav>
                                        <p:tav tm="100000">
                                          <p:val>
                                            <p:strVal val="#ppt_w"/>
                                          </p:val>
                                        </p:tav>
                                      </p:tavLst>
                                    </p:anim>
                                    <p:anim calcmode="lin" valueType="num">
                                      <p:cBhvr>
                                        <p:cTn id="269" dur="500" fill="hold"/>
                                        <p:tgtEl>
                                          <p:spTgt spid="16497"/>
                                        </p:tgtEl>
                                        <p:attrNameLst>
                                          <p:attrName>ppt_h</p:attrName>
                                        </p:attrNameLst>
                                      </p:cBhvr>
                                      <p:tavLst>
                                        <p:tav tm="0">
                                          <p:val>
                                            <p:fltVal val="0"/>
                                          </p:val>
                                        </p:tav>
                                        <p:tav tm="100000">
                                          <p:val>
                                            <p:strVal val="#ppt_h"/>
                                          </p:val>
                                        </p:tav>
                                      </p:tavLst>
                                    </p:anim>
                                  </p:childTnLst>
                                </p:cTn>
                              </p:par>
                            </p:childTnLst>
                          </p:cTn>
                        </p:par>
                      </p:childTnLst>
                    </p:cTn>
                  </p:par>
                  <p:par>
                    <p:cTn id="270" fill="hold" nodeType="clickPar">
                      <p:stCondLst>
                        <p:cond delay="indefinite"/>
                      </p:stCondLst>
                      <p:childTnLst>
                        <p:par>
                          <p:cTn id="271" fill="hold" nodeType="withGroup">
                            <p:stCondLst>
                              <p:cond delay="0"/>
                            </p:stCondLst>
                            <p:childTnLst>
                              <p:par>
                                <p:cTn id="272" presetID="17" presetClass="entr" presetSubtype="1" fill="hold" grpId="0" nodeType="clickEffect">
                                  <p:stCondLst>
                                    <p:cond delay="0"/>
                                  </p:stCondLst>
                                  <p:childTnLst>
                                    <p:set>
                                      <p:cBhvr>
                                        <p:cTn id="273" dur="1" fill="hold">
                                          <p:stCondLst>
                                            <p:cond delay="0"/>
                                          </p:stCondLst>
                                        </p:cTn>
                                        <p:tgtEl>
                                          <p:spTgt spid="16499"/>
                                        </p:tgtEl>
                                        <p:attrNameLst>
                                          <p:attrName>style.visibility</p:attrName>
                                        </p:attrNameLst>
                                      </p:cBhvr>
                                      <p:to>
                                        <p:strVal val="visible"/>
                                      </p:to>
                                    </p:set>
                                    <p:anim calcmode="lin" valueType="num">
                                      <p:cBhvr>
                                        <p:cTn id="274" dur="500" fill="hold"/>
                                        <p:tgtEl>
                                          <p:spTgt spid="16499"/>
                                        </p:tgtEl>
                                        <p:attrNameLst>
                                          <p:attrName>ppt_x</p:attrName>
                                        </p:attrNameLst>
                                      </p:cBhvr>
                                      <p:tavLst>
                                        <p:tav tm="0">
                                          <p:val>
                                            <p:strVal val="#ppt_x"/>
                                          </p:val>
                                        </p:tav>
                                        <p:tav tm="100000">
                                          <p:val>
                                            <p:strVal val="#ppt_x"/>
                                          </p:val>
                                        </p:tav>
                                      </p:tavLst>
                                    </p:anim>
                                    <p:anim calcmode="lin" valueType="num">
                                      <p:cBhvr>
                                        <p:cTn id="275" dur="500" fill="hold"/>
                                        <p:tgtEl>
                                          <p:spTgt spid="16499"/>
                                        </p:tgtEl>
                                        <p:attrNameLst>
                                          <p:attrName>ppt_y</p:attrName>
                                        </p:attrNameLst>
                                      </p:cBhvr>
                                      <p:tavLst>
                                        <p:tav tm="0">
                                          <p:val>
                                            <p:strVal val="#ppt_y-#ppt_h/2"/>
                                          </p:val>
                                        </p:tav>
                                        <p:tav tm="100000">
                                          <p:val>
                                            <p:strVal val="#ppt_y"/>
                                          </p:val>
                                        </p:tav>
                                      </p:tavLst>
                                    </p:anim>
                                    <p:anim calcmode="lin" valueType="num">
                                      <p:cBhvr>
                                        <p:cTn id="276" dur="500" fill="hold"/>
                                        <p:tgtEl>
                                          <p:spTgt spid="16499"/>
                                        </p:tgtEl>
                                        <p:attrNameLst>
                                          <p:attrName>ppt_w</p:attrName>
                                        </p:attrNameLst>
                                      </p:cBhvr>
                                      <p:tavLst>
                                        <p:tav tm="0">
                                          <p:val>
                                            <p:strVal val="#ppt_w"/>
                                          </p:val>
                                        </p:tav>
                                        <p:tav tm="100000">
                                          <p:val>
                                            <p:strVal val="#ppt_w"/>
                                          </p:val>
                                        </p:tav>
                                      </p:tavLst>
                                    </p:anim>
                                    <p:anim calcmode="lin" valueType="num">
                                      <p:cBhvr>
                                        <p:cTn id="277" dur="500" fill="hold"/>
                                        <p:tgtEl>
                                          <p:spTgt spid="16499"/>
                                        </p:tgtEl>
                                        <p:attrNameLst>
                                          <p:attrName>ppt_h</p:attrName>
                                        </p:attrNameLst>
                                      </p:cBhvr>
                                      <p:tavLst>
                                        <p:tav tm="0">
                                          <p:val>
                                            <p:fltVal val="0"/>
                                          </p:val>
                                        </p:tav>
                                        <p:tav tm="100000">
                                          <p:val>
                                            <p:strVal val="#ppt_h"/>
                                          </p:val>
                                        </p:tav>
                                      </p:tavLst>
                                    </p:anim>
                                  </p:childTnLst>
                                </p:cTn>
                              </p:par>
                            </p:childTnLst>
                          </p:cTn>
                        </p:par>
                      </p:childTnLst>
                    </p:cTn>
                  </p:par>
                  <p:par>
                    <p:cTn id="278" fill="hold" nodeType="clickPar">
                      <p:stCondLst>
                        <p:cond delay="indefinite"/>
                      </p:stCondLst>
                      <p:childTnLst>
                        <p:par>
                          <p:cTn id="279" fill="hold" nodeType="withGroup">
                            <p:stCondLst>
                              <p:cond delay="0"/>
                            </p:stCondLst>
                            <p:childTnLst>
                              <p:par>
                                <p:cTn id="280" presetID="17" presetClass="entr" presetSubtype="8" fill="hold" grpId="0" nodeType="clickEffect">
                                  <p:stCondLst>
                                    <p:cond delay="0"/>
                                  </p:stCondLst>
                                  <p:childTnLst>
                                    <p:set>
                                      <p:cBhvr>
                                        <p:cTn id="281" dur="1" fill="hold">
                                          <p:stCondLst>
                                            <p:cond delay="0"/>
                                          </p:stCondLst>
                                        </p:cTn>
                                        <p:tgtEl>
                                          <p:spTgt spid="16411"/>
                                        </p:tgtEl>
                                        <p:attrNameLst>
                                          <p:attrName>style.visibility</p:attrName>
                                        </p:attrNameLst>
                                      </p:cBhvr>
                                      <p:to>
                                        <p:strVal val="visible"/>
                                      </p:to>
                                    </p:set>
                                    <p:anim calcmode="lin" valueType="num">
                                      <p:cBhvr>
                                        <p:cTn id="282" dur="500" fill="hold"/>
                                        <p:tgtEl>
                                          <p:spTgt spid="16411"/>
                                        </p:tgtEl>
                                        <p:attrNameLst>
                                          <p:attrName>ppt_x</p:attrName>
                                        </p:attrNameLst>
                                      </p:cBhvr>
                                      <p:tavLst>
                                        <p:tav tm="0">
                                          <p:val>
                                            <p:strVal val="#ppt_x-#ppt_w/2"/>
                                          </p:val>
                                        </p:tav>
                                        <p:tav tm="100000">
                                          <p:val>
                                            <p:strVal val="#ppt_x"/>
                                          </p:val>
                                        </p:tav>
                                      </p:tavLst>
                                    </p:anim>
                                    <p:anim calcmode="lin" valueType="num">
                                      <p:cBhvr>
                                        <p:cTn id="283" dur="500" fill="hold"/>
                                        <p:tgtEl>
                                          <p:spTgt spid="16411"/>
                                        </p:tgtEl>
                                        <p:attrNameLst>
                                          <p:attrName>ppt_y</p:attrName>
                                        </p:attrNameLst>
                                      </p:cBhvr>
                                      <p:tavLst>
                                        <p:tav tm="0">
                                          <p:val>
                                            <p:strVal val="#ppt_y"/>
                                          </p:val>
                                        </p:tav>
                                        <p:tav tm="100000">
                                          <p:val>
                                            <p:strVal val="#ppt_y"/>
                                          </p:val>
                                        </p:tav>
                                      </p:tavLst>
                                    </p:anim>
                                    <p:anim calcmode="lin" valueType="num">
                                      <p:cBhvr>
                                        <p:cTn id="284" dur="500" fill="hold"/>
                                        <p:tgtEl>
                                          <p:spTgt spid="16411"/>
                                        </p:tgtEl>
                                        <p:attrNameLst>
                                          <p:attrName>ppt_w</p:attrName>
                                        </p:attrNameLst>
                                      </p:cBhvr>
                                      <p:tavLst>
                                        <p:tav tm="0">
                                          <p:val>
                                            <p:fltVal val="0"/>
                                          </p:val>
                                        </p:tav>
                                        <p:tav tm="100000">
                                          <p:val>
                                            <p:strVal val="#ppt_w"/>
                                          </p:val>
                                        </p:tav>
                                      </p:tavLst>
                                    </p:anim>
                                    <p:anim calcmode="lin" valueType="num">
                                      <p:cBhvr>
                                        <p:cTn id="285" dur="500" fill="hold"/>
                                        <p:tgtEl>
                                          <p:spTgt spid="16411"/>
                                        </p:tgtEl>
                                        <p:attrNameLst>
                                          <p:attrName>ppt_h</p:attrName>
                                        </p:attrNameLst>
                                      </p:cBhvr>
                                      <p:tavLst>
                                        <p:tav tm="0">
                                          <p:val>
                                            <p:strVal val="#ppt_h"/>
                                          </p:val>
                                        </p:tav>
                                        <p:tav tm="100000">
                                          <p:val>
                                            <p:strVal val="#ppt_h"/>
                                          </p:val>
                                        </p:tav>
                                      </p:tavLst>
                                    </p:anim>
                                  </p:childTnLst>
                                </p:cTn>
                              </p:par>
                            </p:childTnLst>
                          </p:cTn>
                        </p:par>
                      </p:childTnLst>
                    </p:cTn>
                  </p:par>
                  <p:par>
                    <p:cTn id="286" fill="hold" nodeType="clickPar">
                      <p:stCondLst>
                        <p:cond delay="indefinite"/>
                      </p:stCondLst>
                      <p:childTnLst>
                        <p:par>
                          <p:cTn id="287" fill="hold" nodeType="withGroup">
                            <p:stCondLst>
                              <p:cond delay="0"/>
                            </p:stCondLst>
                            <p:childTnLst>
                              <p:par>
                                <p:cTn id="288" presetID="17" presetClass="entr" presetSubtype="8" fill="hold" grpId="0" nodeType="clickEffect">
                                  <p:stCondLst>
                                    <p:cond delay="0"/>
                                  </p:stCondLst>
                                  <p:childTnLst>
                                    <p:set>
                                      <p:cBhvr>
                                        <p:cTn id="289" dur="1" fill="hold">
                                          <p:stCondLst>
                                            <p:cond delay="0"/>
                                          </p:stCondLst>
                                        </p:cTn>
                                        <p:tgtEl>
                                          <p:spTgt spid="16412"/>
                                        </p:tgtEl>
                                        <p:attrNameLst>
                                          <p:attrName>style.visibility</p:attrName>
                                        </p:attrNameLst>
                                      </p:cBhvr>
                                      <p:to>
                                        <p:strVal val="visible"/>
                                      </p:to>
                                    </p:set>
                                    <p:anim calcmode="lin" valueType="num">
                                      <p:cBhvr>
                                        <p:cTn id="290" dur="500" fill="hold"/>
                                        <p:tgtEl>
                                          <p:spTgt spid="16412"/>
                                        </p:tgtEl>
                                        <p:attrNameLst>
                                          <p:attrName>ppt_x</p:attrName>
                                        </p:attrNameLst>
                                      </p:cBhvr>
                                      <p:tavLst>
                                        <p:tav tm="0">
                                          <p:val>
                                            <p:strVal val="#ppt_x-#ppt_w/2"/>
                                          </p:val>
                                        </p:tav>
                                        <p:tav tm="100000">
                                          <p:val>
                                            <p:strVal val="#ppt_x"/>
                                          </p:val>
                                        </p:tav>
                                      </p:tavLst>
                                    </p:anim>
                                    <p:anim calcmode="lin" valueType="num">
                                      <p:cBhvr>
                                        <p:cTn id="291" dur="500" fill="hold"/>
                                        <p:tgtEl>
                                          <p:spTgt spid="16412"/>
                                        </p:tgtEl>
                                        <p:attrNameLst>
                                          <p:attrName>ppt_y</p:attrName>
                                        </p:attrNameLst>
                                      </p:cBhvr>
                                      <p:tavLst>
                                        <p:tav tm="0">
                                          <p:val>
                                            <p:strVal val="#ppt_y"/>
                                          </p:val>
                                        </p:tav>
                                        <p:tav tm="100000">
                                          <p:val>
                                            <p:strVal val="#ppt_y"/>
                                          </p:val>
                                        </p:tav>
                                      </p:tavLst>
                                    </p:anim>
                                    <p:anim calcmode="lin" valueType="num">
                                      <p:cBhvr>
                                        <p:cTn id="292" dur="500" fill="hold"/>
                                        <p:tgtEl>
                                          <p:spTgt spid="16412"/>
                                        </p:tgtEl>
                                        <p:attrNameLst>
                                          <p:attrName>ppt_w</p:attrName>
                                        </p:attrNameLst>
                                      </p:cBhvr>
                                      <p:tavLst>
                                        <p:tav tm="0">
                                          <p:val>
                                            <p:fltVal val="0"/>
                                          </p:val>
                                        </p:tav>
                                        <p:tav tm="100000">
                                          <p:val>
                                            <p:strVal val="#ppt_w"/>
                                          </p:val>
                                        </p:tav>
                                      </p:tavLst>
                                    </p:anim>
                                    <p:anim calcmode="lin" valueType="num">
                                      <p:cBhvr>
                                        <p:cTn id="293" dur="500" fill="hold"/>
                                        <p:tgtEl>
                                          <p:spTgt spid="16412"/>
                                        </p:tgtEl>
                                        <p:attrNameLst>
                                          <p:attrName>ppt_h</p:attrName>
                                        </p:attrNameLst>
                                      </p:cBhvr>
                                      <p:tavLst>
                                        <p:tav tm="0">
                                          <p:val>
                                            <p:strVal val="#ppt_h"/>
                                          </p:val>
                                        </p:tav>
                                        <p:tav tm="100000">
                                          <p:val>
                                            <p:strVal val="#ppt_h"/>
                                          </p:val>
                                        </p:tav>
                                      </p:tavLst>
                                    </p:anim>
                                  </p:childTnLst>
                                </p:cTn>
                              </p:par>
                            </p:childTnLst>
                          </p:cTn>
                        </p:par>
                      </p:childTnLst>
                    </p:cTn>
                  </p:par>
                  <p:par>
                    <p:cTn id="294" fill="hold" nodeType="clickPar">
                      <p:stCondLst>
                        <p:cond delay="indefinite"/>
                      </p:stCondLst>
                      <p:childTnLst>
                        <p:par>
                          <p:cTn id="295" fill="hold" nodeType="withGroup">
                            <p:stCondLst>
                              <p:cond delay="0"/>
                            </p:stCondLst>
                            <p:childTnLst>
                              <p:par>
                                <p:cTn id="296" presetID="17" presetClass="entr" presetSubtype="8" fill="hold" grpId="0" nodeType="clickEffect">
                                  <p:stCondLst>
                                    <p:cond delay="0"/>
                                  </p:stCondLst>
                                  <p:childTnLst>
                                    <p:set>
                                      <p:cBhvr>
                                        <p:cTn id="297" dur="1" fill="hold">
                                          <p:stCondLst>
                                            <p:cond delay="0"/>
                                          </p:stCondLst>
                                        </p:cTn>
                                        <p:tgtEl>
                                          <p:spTgt spid="16413"/>
                                        </p:tgtEl>
                                        <p:attrNameLst>
                                          <p:attrName>style.visibility</p:attrName>
                                        </p:attrNameLst>
                                      </p:cBhvr>
                                      <p:to>
                                        <p:strVal val="visible"/>
                                      </p:to>
                                    </p:set>
                                    <p:anim calcmode="lin" valueType="num">
                                      <p:cBhvr>
                                        <p:cTn id="298" dur="500" fill="hold"/>
                                        <p:tgtEl>
                                          <p:spTgt spid="16413"/>
                                        </p:tgtEl>
                                        <p:attrNameLst>
                                          <p:attrName>ppt_x</p:attrName>
                                        </p:attrNameLst>
                                      </p:cBhvr>
                                      <p:tavLst>
                                        <p:tav tm="0">
                                          <p:val>
                                            <p:strVal val="#ppt_x-#ppt_w/2"/>
                                          </p:val>
                                        </p:tav>
                                        <p:tav tm="100000">
                                          <p:val>
                                            <p:strVal val="#ppt_x"/>
                                          </p:val>
                                        </p:tav>
                                      </p:tavLst>
                                    </p:anim>
                                    <p:anim calcmode="lin" valueType="num">
                                      <p:cBhvr>
                                        <p:cTn id="299" dur="500" fill="hold"/>
                                        <p:tgtEl>
                                          <p:spTgt spid="16413"/>
                                        </p:tgtEl>
                                        <p:attrNameLst>
                                          <p:attrName>ppt_y</p:attrName>
                                        </p:attrNameLst>
                                      </p:cBhvr>
                                      <p:tavLst>
                                        <p:tav tm="0">
                                          <p:val>
                                            <p:strVal val="#ppt_y"/>
                                          </p:val>
                                        </p:tav>
                                        <p:tav tm="100000">
                                          <p:val>
                                            <p:strVal val="#ppt_y"/>
                                          </p:val>
                                        </p:tav>
                                      </p:tavLst>
                                    </p:anim>
                                    <p:anim calcmode="lin" valueType="num">
                                      <p:cBhvr>
                                        <p:cTn id="300" dur="500" fill="hold"/>
                                        <p:tgtEl>
                                          <p:spTgt spid="16413"/>
                                        </p:tgtEl>
                                        <p:attrNameLst>
                                          <p:attrName>ppt_w</p:attrName>
                                        </p:attrNameLst>
                                      </p:cBhvr>
                                      <p:tavLst>
                                        <p:tav tm="0">
                                          <p:val>
                                            <p:fltVal val="0"/>
                                          </p:val>
                                        </p:tav>
                                        <p:tav tm="100000">
                                          <p:val>
                                            <p:strVal val="#ppt_w"/>
                                          </p:val>
                                        </p:tav>
                                      </p:tavLst>
                                    </p:anim>
                                    <p:anim calcmode="lin" valueType="num">
                                      <p:cBhvr>
                                        <p:cTn id="301" dur="500" fill="hold"/>
                                        <p:tgtEl>
                                          <p:spTgt spid="16413"/>
                                        </p:tgtEl>
                                        <p:attrNameLst>
                                          <p:attrName>ppt_h</p:attrName>
                                        </p:attrNameLst>
                                      </p:cBhvr>
                                      <p:tavLst>
                                        <p:tav tm="0">
                                          <p:val>
                                            <p:strVal val="#ppt_h"/>
                                          </p:val>
                                        </p:tav>
                                        <p:tav tm="100000">
                                          <p:val>
                                            <p:strVal val="#ppt_h"/>
                                          </p:val>
                                        </p:tav>
                                      </p:tavLst>
                                    </p:anim>
                                  </p:childTnLst>
                                </p:cTn>
                              </p:par>
                            </p:childTnLst>
                          </p:cTn>
                        </p:par>
                      </p:childTnLst>
                    </p:cTn>
                  </p:par>
                  <p:par>
                    <p:cTn id="302" fill="hold" nodeType="clickPar">
                      <p:stCondLst>
                        <p:cond delay="indefinite"/>
                      </p:stCondLst>
                      <p:childTnLst>
                        <p:par>
                          <p:cTn id="303" fill="hold" nodeType="withGroup">
                            <p:stCondLst>
                              <p:cond delay="0"/>
                            </p:stCondLst>
                            <p:childTnLst>
                              <p:par>
                                <p:cTn id="304" presetID="17" presetClass="entr" presetSubtype="8" fill="hold" grpId="0" nodeType="clickEffect">
                                  <p:stCondLst>
                                    <p:cond delay="0"/>
                                  </p:stCondLst>
                                  <p:childTnLst>
                                    <p:set>
                                      <p:cBhvr>
                                        <p:cTn id="305" dur="1" fill="hold">
                                          <p:stCondLst>
                                            <p:cond delay="0"/>
                                          </p:stCondLst>
                                        </p:cTn>
                                        <p:tgtEl>
                                          <p:spTgt spid="16414"/>
                                        </p:tgtEl>
                                        <p:attrNameLst>
                                          <p:attrName>style.visibility</p:attrName>
                                        </p:attrNameLst>
                                      </p:cBhvr>
                                      <p:to>
                                        <p:strVal val="visible"/>
                                      </p:to>
                                    </p:set>
                                    <p:anim calcmode="lin" valueType="num">
                                      <p:cBhvr>
                                        <p:cTn id="306" dur="500" fill="hold"/>
                                        <p:tgtEl>
                                          <p:spTgt spid="16414"/>
                                        </p:tgtEl>
                                        <p:attrNameLst>
                                          <p:attrName>ppt_x</p:attrName>
                                        </p:attrNameLst>
                                      </p:cBhvr>
                                      <p:tavLst>
                                        <p:tav tm="0">
                                          <p:val>
                                            <p:strVal val="#ppt_x-#ppt_w/2"/>
                                          </p:val>
                                        </p:tav>
                                        <p:tav tm="100000">
                                          <p:val>
                                            <p:strVal val="#ppt_x"/>
                                          </p:val>
                                        </p:tav>
                                      </p:tavLst>
                                    </p:anim>
                                    <p:anim calcmode="lin" valueType="num">
                                      <p:cBhvr>
                                        <p:cTn id="307" dur="500" fill="hold"/>
                                        <p:tgtEl>
                                          <p:spTgt spid="16414"/>
                                        </p:tgtEl>
                                        <p:attrNameLst>
                                          <p:attrName>ppt_y</p:attrName>
                                        </p:attrNameLst>
                                      </p:cBhvr>
                                      <p:tavLst>
                                        <p:tav tm="0">
                                          <p:val>
                                            <p:strVal val="#ppt_y"/>
                                          </p:val>
                                        </p:tav>
                                        <p:tav tm="100000">
                                          <p:val>
                                            <p:strVal val="#ppt_y"/>
                                          </p:val>
                                        </p:tav>
                                      </p:tavLst>
                                    </p:anim>
                                    <p:anim calcmode="lin" valueType="num">
                                      <p:cBhvr>
                                        <p:cTn id="308" dur="500" fill="hold"/>
                                        <p:tgtEl>
                                          <p:spTgt spid="16414"/>
                                        </p:tgtEl>
                                        <p:attrNameLst>
                                          <p:attrName>ppt_w</p:attrName>
                                        </p:attrNameLst>
                                      </p:cBhvr>
                                      <p:tavLst>
                                        <p:tav tm="0">
                                          <p:val>
                                            <p:fltVal val="0"/>
                                          </p:val>
                                        </p:tav>
                                        <p:tav tm="100000">
                                          <p:val>
                                            <p:strVal val="#ppt_w"/>
                                          </p:val>
                                        </p:tav>
                                      </p:tavLst>
                                    </p:anim>
                                    <p:anim calcmode="lin" valueType="num">
                                      <p:cBhvr>
                                        <p:cTn id="309" dur="500" fill="hold"/>
                                        <p:tgtEl>
                                          <p:spTgt spid="16414"/>
                                        </p:tgtEl>
                                        <p:attrNameLst>
                                          <p:attrName>ppt_h</p:attrName>
                                        </p:attrNameLst>
                                      </p:cBhvr>
                                      <p:tavLst>
                                        <p:tav tm="0">
                                          <p:val>
                                            <p:strVal val="#ppt_h"/>
                                          </p:val>
                                        </p:tav>
                                        <p:tav tm="100000">
                                          <p:val>
                                            <p:strVal val="#ppt_h"/>
                                          </p:val>
                                        </p:tav>
                                      </p:tavLst>
                                    </p:anim>
                                  </p:childTnLst>
                                </p:cTn>
                              </p:par>
                            </p:childTnLst>
                          </p:cTn>
                        </p:par>
                      </p:childTnLst>
                    </p:cTn>
                  </p:par>
                  <p:par>
                    <p:cTn id="310" fill="hold" nodeType="clickPar">
                      <p:stCondLst>
                        <p:cond delay="indefinite"/>
                      </p:stCondLst>
                      <p:childTnLst>
                        <p:par>
                          <p:cTn id="311" fill="hold" nodeType="withGroup">
                            <p:stCondLst>
                              <p:cond delay="0"/>
                            </p:stCondLst>
                            <p:childTnLst>
                              <p:par>
                                <p:cTn id="312" presetID="17" presetClass="entr" presetSubtype="8" fill="hold" grpId="0" nodeType="clickEffect">
                                  <p:stCondLst>
                                    <p:cond delay="0"/>
                                  </p:stCondLst>
                                  <p:childTnLst>
                                    <p:set>
                                      <p:cBhvr>
                                        <p:cTn id="313" dur="1" fill="hold">
                                          <p:stCondLst>
                                            <p:cond delay="0"/>
                                          </p:stCondLst>
                                        </p:cTn>
                                        <p:tgtEl>
                                          <p:spTgt spid="16415"/>
                                        </p:tgtEl>
                                        <p:attrNameLst>
                                          <p:attrName>style.visibility</p:attrName>
                                        </p:attrNameLst>
                                      </p:cBhvr>
                                      <p:to>
                                        <p:strVal val="visible"/>
                                      </p:to>
                                    </p:set>
                                    <p:anim calcmode="lin" valueType="num">
                                      <p:cBhvr>
                                        <p:cTn id="314" dur="500" fill="hold"/>
                                        <p:tgtEl>
                                          <p:spTgt spid="16415"/>
                                        </p:tgtEl>
                                        <p:attrNameLst>
                                          <p:attrName>ppt_x</p:attrName>
                                        </p:attrNameLst>
                                      </p:cBhvr>
                                      <p:tavLst>
                                        <p:tav tm="0">
                                          <p:val>
                                            <p:strVal val="#ppt_x-#ppt_w/2"/>
                                          </p:val>
                                        </p:tav>
                                        <p:tav tm="100000">
                                          <p:val>
                                            <p:strVal val="#ppt_x"/>
                                          </p:val>
                                        </p:tav>
                                      </p:tavLst>
                                    </p:anim>
                                    <p:anim calcmode="lin" valueType="num">
                                      <p:cBhvr>
                                        <p:cTn id="315" dur="500" fill="hold"/>
                                        <p:tgtEl>
                                          <p:spTgt spid="16415"/>
                                        </p:tgtEl>
                                        <p:attrNameLst>
                                          <p:attrName>ppt_y</p:attrName>
                                        </p:attrNameLst>
                                      </p:cBhvr>
                                      <p:tavLst>
                                        <p:tav tm="0">
                                          <p:val>
                                            <p:strVal val="#ppt_y"/>
                                          </p:val>
                                        </p:tav>
                                        <p:tav tm="100000">
                                          <p:val>
                                            <p:strVal val="#ppt_y"/>
                                          </p:val>
                                        </p:tav>
                                      </p:tavLst>
                                    </p:anim>
                                    <p:anim calcmode="lin" valueType="num">
                                      <p:cBhvr>
                                        <p:cTn id="316" dur="500" fill="hold"/>
                                        <p:tgtEl>
                                          <p:spTgt spid="16415"/>
                                        </p:tgtEl>
                                        <p:attrNameLst>
                                          <p:attrName>ppt_w</p:attrName>
                                        </p:attrNameLst>
                                      </p:cBhvr>
                                      <p:tavLst>
                                        <p:tav tm="0">
                                          <p:val>
                                            <p:fltVal val="0"/>
                                          </p:val>
                                        </p:tav>
                                        <p:tav tm="100000">
                                          <p:val>
                                            <p:strVal val="#ppt_w"/>
                                          </p:val>
                                        </p:tav>
                                      </p:tavLst>
                                    </p:anim>
                                    <p:anim calcmode="lin" valueType="num">
                                      <p:cBhvr>
                                        <p:cTn id="317" dur="500" fill="hold"/>
                                        <p:tgtEl>
                                          <p:spTgt spid="16415"/>
                                        </p:tgtEl>
                                        <p:attrNameLst>
                                          <p:attrName>ppt_h</p:attrName>
                                        </p:attrNameLst>
                                      </p:cBhvr>
                                      <p:tavLst>
                                        <p:tav tm="0">
                                          <p:val>
                                            <p:strVal val="#ppt_h"/>
                                          </p:val>
                                        </p:tav>
                                        <p:tav tm="100000">
                                          <p:val>
                                            <p:strVal val="#ppt_h"/>
                                          </p:val>
                                        </p:tav>
                                      </p:tavLst>
                                    </p:anim>
                                  </p:childTnLst>
                                </p:cTn>
                              </p:par>
                            </p:childTnLst>
                          </p:cTn>
                        </p:par>
                      </p:childTnLst>
                    </p:cTn>
                  </p:par>
                  <p:par>
                    <p:cTn id="318" fill="hold" nodeType="clickPar">
                      <p:stCondLst>
                        <p:cond delay="indefinite"/>
                      </p:stCondLst>
                      <p:childTnLst>
                        <p:par>
                          <p:cTn id="319" fill="hold" nodeType="withGroup">
                            <p:stCondLst>
                              <p:cond delay="0"/>
                            </p:stCondLst>
                            <p:childTnLst>
                              <p:par>
                                <p:cTn id="320" presetID="17" presetClass="entr" presetSubtype="1" fill="hold" grpId="0" nodeType="clickEffect">
                                  <p:stCondLst>
                                    <p:cond delay="0"/>
                                  </p:stCondLst>
                                  <p:childTnLst>
                                    <p:set>
                                      <p:cBhvr>
                                        <p:cTn id="321" dur="1" fill="hold">
                                          <p:stCondLst>
                                            <p:cond delay="0"/>
                                          </p:stCondLst>
                                        </p:cTn>
                                        <p:tgtEl>
                                          <p:spTgt spid="16498"/>
                                        </p:tgtEl>
                                        <p:attrNameLst>
                                          <p:attrName>style.visibility</p:attrName>
                                        </p:attrNameLst>
                                      </p:cBhvr>
                                      <p:to>
                                        <p:strVal val="visible"/>
                                      </p:to>
                                    </p:set>
                                    <p:anim calcmode="lin" valueType="num">
                                      <p:cBhvr>
                                        <p:cTn id="322" dur="500" fill="hold"/>
                                        <p:tgtEl>
                                          <p:spTgt spid="16498"/>
                                        </p:tgtEl>
                                        <p:attrNameLst>
                                          <p:attrName>ppt_x</p:attrName>
                                        </p:attrNameLst>
                                      </p:cBhvr>
                                      <p:tavLst>
                                        <p:tav tm="0">
                                          <p:val>
                                            <p:strVal val="#ppt_x"/>
                                          </p:val>
                                        </p:tav>
                                        <p:tav tm="100000">
                                          <p:val>
                                            <p:strVal val="#ppt_x"/>
                                          </p:val>
                                        </p:tav>
                                      </p:tavLst>
                                    </p:anim>
                                    <p:anim calcmode="lin" valueType="num">
                                      <p:cBhvr>
                                        <p:cTn id="323" dur="500" fill="hold"/>
                                        <p:tgtEl>
                                          <p:spTgt spid="16498"/>
                                        </p:tgtEl>
                                        <p:attrNameLst>
                                          <p:attrName>ppt_y</p:attrName>
                                        </p:attrNameLst>
                                      </p:cBhvr>
                                      <p:tavLst>
                                        <p:tav tm="0">
                                          <p:val>
                                            <p:strVal val="#ppt_y-#ppt_h/2"/>
                                          </p:val>
                                        </p:tav>
                                        <p:tav tm="100000">
                                          <p:val>
                                            <p:strVal val="#ppt_y"/>
                                          </p:val>
                                        </p:tav>
                                      </p:tavLst>
                                    </p:anim>
                                    <p:anim calcmode="lin" valueType="num">
                                      <p:cBhvr>
                                        <p:cTn id="324" dur="500" fill="hold"/>
                                        <p:tgtEl>
                                          <p:spTgt spid="16498"/>
                                        </p:tgtEl>
                                        <p:attrNameLst>
                                          <p:attrName>ppt_w</p:attrName>
                                        </p:attrNameLst>
                                      </p:cBhvr>
                                      <p:tavLst>
                                        <p:tav tm="0">
                                          <p:val>
                                            <p:strVal val="#ppt_w"/>
                                          </p:val>
                                        </p:tav>
                                        <p:tav tm="100000">
                                          <p:val>
                                            <p:strVal val="#ppt_w"/>
                                          </p:val>
                                        </p:tav>
                                      </p:tavLst>
                                    </p:anim>
                                    <p:anim calcmode="lin" valueType="num">
                                      <p:cBhvr>
                                        <p:cTn id="325" dur="500" fill="hold"/>
                                        <p:tgtEl>
                                          <p:spTgt spid="16498"/>
                                        </p:tgtEl>
                                        <p:attrNameLst>
                                          <p:attrName>ppt_h</p:attrName>
                                        </p:attrNameLst>
                                      </p:cBhvr>
                                      <p:tavLst>
                                        <p:tav tm="0">
                                          <p:val>
                                            <p:fltVal val="0"/>
                                          </p:val>
                                        </p:tav>
                                        <p:tav tm="100000">
                                          <p:val>
                                            <p:strVal val="#ppt_h"/>
                                          </p:val>
                                        </p:tav>
                                      </p:tavLst>
                                    </p:anim>
                                  </p:childTnLst>
                                </p:cTn>
                              </p:par>
                            </p:childTnLst>
                          </p:cTn>
                        </p:par>
                      </p:childTnLst>
                    </p:cTn>
                  </p:par>
                  <p:par>
                    <p:cTn id="326" fill="hold" nodeType="clickPar">
                      <p:stCondLst>
                        <p:cond delay="indefinite"/>
                      </p:stCondLst>
                      <p:childTnLst>
                        <p:par>
                          <p:cTn id="327" fill="hold" nodeType="withGroup">
                            <p:stCondLst>
                              <p:cond delay="0"/>
                            </p:stCondLst>
                            <p:childTnLst>
                              <p:par>
                                <p:cTn id="328" presetID="23" presetClass="entr" presetSubtype="16" fill="hold" nodeType="clickEffect">
                                  <p:stCondLst>
                                    <p:cond delay="0"/>
                                  </p:stCondLst>
                                  <p:childTnLst>
                                    <p:set>
                                      <p:cBhvr>
                                        <p:cTn id="329" dur="1" fill="hold">
                                          <p:stCondLst>
                                            <p:cond delay="0"/>
                                          </p:stCondLst>
                                        </p:cTn>
                                        <p:tgtEl>
                                          <p:spTgt spid="16462"/>
                                        </p:tgtEl>
                                        <p:attrNameLst>
                                          <p:attrName>style.visibility</p:attrName>
                                        </p:attrNameLst>
                                      </p:cBhvr>
                                      <p:to>
                                        <p:strVal val="visible"/>
                                      </p:to>
                                    </p:set>
                                    <p:anim calcmode="lin" valueType="num">
                                      <p:cBhvr>
                                        <p:cTn id="330" dur="500" fill="hold"/>
                                        <p:tgtEl>
                                          <p:spTgt spid="16462"/>
                                        </p:tgtEl>
                                        <p:attrNameLst>
                                          <p:attrName>ppt_w</p:attrName>
                                        </p:attrNameLst>
                                      </p:cBhvr>
                                      <p:tavLst>
                                        <p:tav tm="0">
                                          <p:val>
                                            <p:fltVal val="0"/>
                                          </p:val>
                                        </p:tav>
                                        <p:tav tm="100000">
                                          <p:val>
                                            <p:strVal val="#ppt_w"/>
                                          </p:val>
                                        </p:tav>
                                      </p:tavLst>
                                    </p:anim>
                                    <p:anim calcmode="lin" valueType="num">
                                      <p:cBhvr>
                                        <p:cTn id="331" dur="500" fill="hold"/>
                                        <p:tgtEl>
                                          <p:spTgt spid="16462"/>
                                        </p:tgtEl>
                                        <p:attrNameLst>
                                          <p:attrName>ppt_h</p:attrName>
                                        </p:attrNameLst>
                                      </p:cBhvr>
                                      <p:tavLst>
                                        <p:tav tm="0">
                                          <p:val>
                                            <p:fltVal val="0"/>
                                          </p:val>
                                        </p:tav>
                                        <p:tav tm="100000">
                                          <p:val>
                                            <p:strVal val="#ppt_h"/>
                                          </p:val>
                                        </p:tav>
                                      </p:tavLst>
                                    </p:anim>
                                  </p:childTnLst>
                                </p:cTn>
                              </p:par>
                            </p:childTnLst>
                          </p:cTn>
                        </p:par>
                      </p:childTnLst>
                    </p:cTn>
                  </p:par>
                  <p:par>
                    <p:cTn id="332" fill="hold" nodeType="clickPar">
                      <p:stCondLst>
                        <p:cond delay="indefinite"/>
                      </p:stCondLst>
                      <p:childTnLst>
                        <p:par>
                          <p:cTn id="333" fill="hold" nodeType="withGroup">
                            <p:stCondLst>
                              <p:cond delay="0"/>
                            </p:stCondLst>
                            <p:childTnLst>
                              <p:par>
                                <p:cTn id="334" presetID="17" presetClass="entr" presetSubtype="10" fill="hold" grpId="0" nodeType="clickEffect">
                                  <p:stCondLst>
                                    <p:cond delay="0"/>
                                  </p:stCondLst>
                                  <p:childTnLst>
                                    <p:set>
                                      <p:cBhvr>
                                        <p:cTn id="335" dur="1" fill="hold">
                                          <p:stCondLst>
                                            <p:cond delay="0"/>
                                          </p:stCondLst>
                                        </p:cTn>
                                        <p:tgtEl>
                                          <p:spTgt spid="16480"/>
                                        </p:tgtEl>
                                        <p:attrNameLst>
                                          <p:attrName>style.visibility</p:attrName>
                                        </p:attrNameLst>
                                      </p:cBhvr>
                                      <p:to>
                                        <p:strVal val="visible"/>
                                      </p:to>
                                    </p:set>
                                    <p:anim calcmode="lin" valueType="num">
                                      <p:cBhvr>
                                        <p:cTn id="336" dur="500" fill="hold"/>
                                        <p:tgtEl>
                                          <p:spTgt spid="16480"/>
                                        </p:tgtEl>
                                        <p:attrNameLst>
                                          <p:attrName>ppt_w</p:attrName>
                                        </p:attrNameLst>
                                      </p:cBhvr>
                                      <p:tavLst>
                                        <p:tav tm="0">
                                          <p:val>
                                            <p:fltVal val="0"/>
                                          </p:val>
                                        </p:tav>
                                        <p:tav tm="100000">
                                          <p:val>
                                            <p:strVal val="#ppt_w"/>
                                          </p:val>
                                        </p:tav>
                                      </p:tavLst>
                                    </p:anim>
                                    <p:anim calcmode="lin" valueType="num">
                                      <p:cBhvr>
                                        <p:cTn id="337" dur="500" fill="hold"/>
                                        <p:tgtEl>
                                          <p:spTgt spid="16480"/>
                                        </p:tgtEl>
                                        <p:attrNameLst>
                                          <p:attrName>ppt_h</p:attrName>
                                        </p:attrNameLst>
                                      </p:cBhvr>
                                      <p:tavLst>
                                        <p:tav tm="0">
                                          <p:val>
                                            <p:strVal val="#ppt_h"/>
                                          </p:val>
                                        </p:tav>
                                        <p:tav tm="100000">
                                          <p:val>
                                            <p:strVal val="#ppt_h"/>
                                          </p:val>
                                        </p:tav>
                                      </p:tavLst>
                                    </p:anim>
                                  </p:childTnLst>
                                </p:cTn>
                              </p:par>
                            </p:childTnLst>
                          </p:cTn>
                        </p:par>
                      </p:childTnLst>
                    </p:cTn>
                  </p:par>
                  <p:par>
                    <p:cTn id="338" fill="hold" nodeType="clickPar">
                      <p:stCondLst>
                        <p:cond delay="indefinite"/>
                      </p:stCondLst>
                      <p:childTnLst>
                        <p:par>
                          <p:cTn id="339" fill="hold" nodeType="withGroup">
                            <p:stCondLst>
                              <p:cond delay="0"/>
                            </p:stCondLst>
                            <p:childTnLst>
                              <p:par>
                                <p:cTn id="340" presetID="23" presetClass="entr" presetSubtype="16" fill="hold" grpId="0" nodeType="clickEffect">
                                  <p:stCondLst>
                                    <p:cond delay="0"/>
                                  </p:stCondLst>
                                  <p:childTnLst>
                                    <p:set>
                                      <p:cBhvr>
                                        <p:cTn id="341" dur="1" fill="hold">
                                          <p:stCondLst>
                                            <p:cond delay="0"/>
                                          </p:stCondLst>
                                        </p:cTn>
                                        <p:tgtEl>
                                          <p:spTgt spid="16388"/>
                                        </p:tgtEl>
                                        <p:attrNameLst>
                                          <p:attrName>style.visibility</p:attrName>
                                        </p:attrNameLst>
                                      </p:cBhvr>
                                      <p:to>
                                        <p:strVal val="visible"/>
                                      </p:to>
                                    </p:set>
                                    <p:anim calcmode="lin" valueType="num">
                                      <p:cBhvr>
                                        <p:cTn id="342" dur="500" fill="hold"/>
                                        <p:tgtEl>
                                          <p:spTgt spid="16388"/>
                                        </p:tgtEl>
                                        <p:attrNameLst>
                                          <p:attrName>ppt_w</p:attrName>
                                        </p:attrNameLst>
                                      </p:cBhvr>
                                      <p:tavLst>
                                        <p:tav tm="0">
                                          <p:val>
                                            <p:fltVal val="0"/>
                                          </p:val>
                                        </p:tav>
                                        <p:tav tm="100000">
                                          <p:val>
                                            <p:strVal val="#ppt_w"/>
                                          </p:val>
                                        </p:tav>
                                      </p:tavLst>
                                    </p:anim>
                                    <p:anim calcmode="lin" valueType="num">
                                      <p:cBhvr>
                                        <p:cTn id="343" dur="500" fill="hold"/>
                                        <p:tgtEl>
                                          <p:spTgt spid="16388"/>
                                        </p:tgtEl>
                                        <p:attrNameLst>
                                          <p:attrName>ppt_h</p:attrName>
                                        </p:attrNameLst>
                                      </p:cBhvr>
                                      <p:tavLst>
                                        <p:tav tm="0">
                                          <p:val>
                                            <p:fltVal val="0"/>
                                          </p:val>
                                        </p:tav>
                                        <p:tav tm="100000">
                                          <p:val>
                                            <p:strVal val="#ppt_h"/>
                                          </p:val>
                                        </p:tav>
                                      </p:tavLst>
                                    </p:anim>
                                  </p:childTnLst>
                                </p:cTn>
                              </p:par>
                            </p:childTnLst>
                          </p:cTn>
                        </p:par>
                      </p:childTnLst>
                    </p:cTn>
                  </p:par>
                  <p:par>
                    <p:cTn id="344" fill="hold" nodeType="clickPar">
                      <p:stCondLst>
                        <p:cond delay="indefinite"/>
                      </p:stCondLst>
                      <p:childTnLst>
                        <p:par>
                          <p:cTn id="345" fill="hold" nodeType="withGroup">
                            <p:stCondLst>
                              <p:cond delay="0"/>
                            </p:stCondLst>
                            <p:childTnLst>
                              <p:par>
                                <p:cTn id="346" presetID="18" presetClass="entr" presetSubtype="6" fill="hold" grpId="0" nodeType="clickEffect">
                                  <p:stCondLst>
                                    <p:cond delay="0"/>
                                  </p:stCondLst>
                                  <p:childTnLst>
                                    <p:set>
                                      <p:cBhvr>
                                        <p:cTn id="347" dur="1" fill="hold">
                                          <p:stCondLst>
                                            <p:cond delay="0"/>
                                          </p:stCondLst>
                                        </p:cTn>
                                        <p:tgtEl>
                                          <p:spTgt spid="16416"/>
                                        </p:tgtEl>
                                        <p:attrNameLst>
                                          <p:attrName>style.visibility</p:attrName>
                                        </p:attrNameLst>
                                      </p:cBhvr>
                                      <p:to>
                                        <p:strVal val="visible"/>
                                      </p:to>
                                    </p:set>
                                    <p:animEffect transition="in" filter="strips(downRight)">
                                      <p:cBhvr>
                                        <p:cTn id="348" dur="500"/>
                                        <p:tgtEl>
                                          <p:spTgt spid="16416"/>
                                        </p:tgtEl>
                                      </p:cBhvr>
                                    </p:animEffect>
                                  </p:childTnLst>
                                </p:cTn>
                              </p:par>
                            </p:childTnLst>
                          </p:cTn>
                        </p:par>
                      </p:childTnLst>
                    </p:cTn>
                  </p:par>
                  <p:par>
                    <p:cTn id="349" fill="hold" nodeType="clickPar">
                      <p:stCondLst>
                        <p:cond delay="indefinite"/>
                      </p:stCondLst>
                      <p:childTnLst>
                        <p:par>
                          <p:cTn id="350" fill="hold" nodeType="withGroup">
                            <p:stCondLst>
                              <p:cond delay="0"/>
                            </p:stCondLst>
                            <p:childTnLst>
                              <p:par>
                                <p:cTn id="351" presetID="18" presetClass="entr" presetSubtype="12" fill="hold" grpId="0" nodeType="clickEffect">
                                  <p:stCondLst>
                                    <p:cond delay="0"/>
                                  </p:stCondLst>
                                  <p:childTnLst>
                                    <p:set>
                                      <p:cBhvr>
                                        <p:cTn id="352" dur="1" fill="hold">
                                          <p:stCondLst>
                                            <p:cond delay="0"/>
                                          </p:stCondLst>
                                        </p:cTn>
                                        <p:tgtEl>
                                          <p:spTgt spid="16417"/>
                                        </p:tgtEl>
                                        <p:attrNameLst>
                                          <p:attrName>style.visibility</p:attrName>
                                        </p:attrNameLst>
                                      </p:cBhvr>
                                      <p:to>
                                        <p:strVal val="visible"/>
                                      </p:to>
                                    </p:set>
                                    <p:animEffect transition="in" filter="strips(downLeft)">
                                      <p:cBhvr>
                                        <p:cTn id="353" dur="500"/>
                                        <p:tgtEl>
                                          <p:spTgt spid="16417"/>
                                        </p:tgtEl>
                                      </p:cBhvr>
                                    </p:animEffect>
                                  </p:childTnLst>
                                </p:cTn>
                              </p:par>
                            </p:childTnLst>
                          </p:cTn>
                        </p:par>
                      </p:childTnLst>
                    </p:cTn>
                  </p:par>
                  <p:par>
                    <p:cTn id="354" fill="hold" nodeType="clickPar">
                      <p:stCondLst>
                        <p:cond delay="indefinite"/>
                      </p:stCondLst>
                      <p:childTnLst>
                        <p:par>
                          <p:cTn id="355" fill="hold" nodeType="withGroup">
                            <p:stCondLst>
                              <p:cond delay="0"/>
                            </p:stCondLst>
                            <p:childTnLst>
                              <p:par>
                                <p:cTn id="356" presetID="18" presetClass="entr" presetSubtype="3" fill="hold" nodeType="clickEffect">
                                  <p:stCondLst>
                                    <p:cond delay="0"/>
                                  </p:stCondLst>
                                  <p:childTnLst>
                                    <p:set>
                                      <p:cBhvr>
                                        <p:cTn id="357" dur="1" fill="hold">
                                          <p:stCondLst>
                                            <p:cond delay="0"/>
                                          </p:stCondLst>
                                        </p:cTn>
                                        <p:tgtEl>
                                          <p:spTgt spid="16418"/>
                                        </p:tgtEl>
                                        <p:attrNameLst>
                                          <p:attrName>style.visibility</p:attrName>
                                        </p:attrNameLst>
                                      </p:cBhvr>
                                      <p:to>
                                        <p:strVal val="visible"/>
                                      </p:to>
                                    </p:set>
                                    <p:animEffect transition="in" filter="strips(upRight)">
                                      <p:cBhvr>
                                        <p:cTn id="358" dur="500"/>
                                        <p:tgtEl>
                                          <p:spTgt spid="16418"/>
                                        </p:tgtEl>
                                      </p:cBhvr>
                                    </p:animEffect>
                                  </p:childTnLst>
                                </p:cTn>
                              </p:par>
                            </p:childTnLst>
                          </p:cTn>
                        </p:par>
                      </p:childTnLst>
                    </p:cTn>
                  </p:par>
                  <p:par>
                    <p:cTn id="359" fill="hold" nodeType="clickPar">
                      <p:stCondLst>
                        <p:cond delay="indefinite"/>
                      </p:stCondLst>
                      <p:childTnLst>
                        <p:par>
                          <p:cTn id="360" fill="hold" nodeType="withGroup">
                            <p:stCondLst>
                              <p:cond delay="0"/>
                            </p:stCondLst>
                            <p:childTnLst>
                              <p:par>
                                <p:cTn id="361" presetID="2" presetClass="entr" presetSubtype="8" fill="hold" grpId="0" nodeType="clickEffect">
                                  <p:stCondLst>
                                    <p:cond delay="0"/>
                                  </p:stCondLst>
                                  <p:childTnLst>
                                    <p:set>
                                      <p:cBhvr>
                                        <p:cTn id="362" dur="1" fill="hold">
                                          <p:stCondLst>
                                            <p:cond delay="0"/>
                                          </p:stCondLst>
                                        </p:cTn>
                                        <p:tgtEl>
                                          <p:spTgt spid="16491"/>
                                        </p:tgtEl>
                                        <p:attrNameLst>
                                          <p:attrName>style.visibility</p:attrName>
                                        </p:attrNameLst>
                                      </p:cBhvr>
                                      <p:to>
                                        <p:strVal val="visible"/>
                                      </p:to>
                                    </p:set>
                                    <p:anim calcmode="lin" valueType="num">
                                      <p:cBhvr additive="base">
                                        <p:cTn id="363" dur="500" fill="hold"/>
                                        <p:tgtEl>
                                          <p:spTgt spid="16491"/>
                                        </p:tgtEl>
                                        <p:attrNameLst>
                                          <p:attrName>ppt_x</p:attrName>
                                        </p:attrNameLst>
                                      </p:cBhvr>
                                      <p:tavLst>
                                        <p:tav tm="0">
                                          <p:val>
                                            <p:strVal val="0-#ppt_w/2"/>
                                          </p:val>
                                        </p:tav>
                                        <p:tav tm="100000">
                                          <p:val>
                                            <p:strVal val="#ppt_x"/>
                                          </p:val>
                                        </p:tav>
                                      </p:tavLst>
                                    </p:anim>
                                    <p:anim calcmode="lin" valueType="num">
                                      <p:cBhvr additive="base">
                                        <p:cTn id="364" dur="500" fill="hold"/>
                                        <p:tgtEl>
                                          <p:spTgt spid="16491"/>
                                        </p:tgtEl>
                                        <p:attrNameLst>
                                          <p:attrName>ppt_y</p:attrName>
                                        </p:attrNameLst>
                                      </p:cBhvr>
                                      <p:tavLst>
                                        <p:tav tm="0">
                                          <p:val>
                                            <p:strVal val="#ppt_y"/>
                                          </p:val>
                                        </p:tav>
                                        <p:tav tm="100000">
                                          <p:val>
                                            <p:strVal val="#ppt_y"/>
                                          </p:val>
                                        </p:tav>
                                      </p:tavLst>
                                    </p:anim>
                                  </p:childTnLst>
                                </p:cTn>
                              </p:par>
                            </p:childTnLst>
                          </p:cTn>
                        </p:par>
                      </p:childTnLst>
                    </p:cTn>
                  </p:par>
                  <p:par>
                    <p:cTn id="365" fill="hold" nodeType="clickPar">
                      <p:stCondLst>
                        <p:cond delay="indefinite"/>
                      </p:stCondLst>
                      <p:childTnLst>
                        <p:par>
                          <p:cTn id="366" fill="hold" nodeType="withGroup">
                            <p:stCondLst>
                              <p:cond delay="0"/>
                            </p:stCondLst>
                            <p:childTnLst>
                              <p:par>
                                <p:cTn id="367" presetID="18" presetClass="entr" presetSubtype="6" fill="hold" grpId="0" nodeType="clickEffect">
                                  <p:stCondLst>
                                    <p:cond delay="0"/>
                                  </p:stCondLst>
                                  <p:childTnLst>
                                    <p:set>
                                      <p:cBhvr>
                                        <p:cTn id="368" dur="1" fill="hold">
                                          <p:stCondLst>
                                            <p:cond delay="0"/>
                                          </p:stCondLst>
                                        </p:cTn>
                                        <p:tgtEl>
                                          <p:spTgt spid="16493"/>
                                        </p:tgtEl>
                                        <p:attrNameLst>
                                          <p:attrName>style.visibility</p:attrName>
                                        </p:attrNameLst>
                                      </p:cBhvr>
                                      <p:to>
                                        <p:strVal val="visible"/>
                                      </p:to>
                                    </p:set>
                                    <p:animEffect transition="in" filter="strips(downRight)">
                                      <p:cBhvr>
                                        <p:cTn id="369" dur="500"/>
                                        <p:tgtEl>
                                          <p:spTgt spid="16493"/>
                                        </p:tgtEl>
                                      </p:cBhvr>
                                    </p:animEffect>
                                  </p:childTnLst>
                                </p:cTn>
                              </p:par>
                            </p:childTnLst>
                          </p:cTn>
                        </p:par>
                      </p:childTnLst>
                    </p:cTn>
                  </p:par>
                  <p:par>
                    <p:cTn id="370" fill="hold" nodeType="clickPar">
                      <p:stCondLst>
                        <p:cond delay="indefinite"/>
                      </p:stCondLst>
                      <p:childTnLst>
                        <p:par>
                          <p:cTn id="371" fill="hold" nodeType="withGroup">
                            <p:stCondLst>
                              <p:cond delay="0"/>
                            </p:stCondLst>
                            <p:childTnLst>
                              <p:par>
                                <p:cTn id="372" presetID="1" presetClass="entr" presetSubtype="0" fill="hold" grpId="0" nodeType="clickEffect">
                                  <p:stCondLst>
                                    <p:cond delay="0"/>
                                  </p:stCondLst>
                                  <p:childTnLst>
                                    <p:set>
                                      <p:cBhvr>
                                        <p:cTn id="373" dur="1" fill="hold">
                                          <p:stCondLst>
                                            <p:cond delay="499"/>
                                          </p:stCondLst>
                                        </p:cTn>
                                        <p:tgtEl>
                                          <p:spTgt spid="16492"/>
                                        </p:tgtEl>
                                        <p:attrNameLst>
                                          <p:attrName>style.visibility</p:attrName>
                                        </p:attrNameLst>
                                      </p:cBhvr>
                                      <p:to>
                                        <p:strVal val="visible"/>
                                      </p:to>
                                    </p:set>
                                  </p:childTnLst>
                                </p:cTn>
                              </p:par>
                            </p:childTnLst>
                          </p:cTn>
                        </p:par>
                      </p:childTnLst>
                    </p:cTn>
                  </p:par>
                  <p:par>
                    <p:cTn id="374" fill="hold" nodeType="clickPar">
                      <p:stCondLst>
                        <p:cond delay="indefinite"/>
                      </p:stCondLst>
                      <p:childTnLst>
                        <p:par>
                          <p:cTn id="375" fill="hold" nodeType="withGroup">
                            <p:stCondLst>
                              <p:cond delay="0"/>
                            </p:stCondLst>
                            <p:childTnLst>
                              <p:par>
                                <p:cTn id="376" presetID="23" presetClass="entr" presetSubtype="16" fill="hold" nodeType="clickEffect">
                                  <p:stCondLst>
                                    <p:cond delay="0"/>
                                  </p:stCondLst>
                                  <p:childTnLst>
                                    <p:set>
                                      <p:cBhvr>
                                        <p:cTn id="377" dur="1" fill="hold">
                                          <p:stCondLst>
                                            <p:cond delay="0"/>
                                          </p:stCondLst>
                                        </p:cTn>
                                        <p:tgtEl>
                                          <p:spTgt spid="16471"/>
                                        </p:tgtEl>
                                        <p:attrNameLst>
                                          <p:attrName>style.visibility</p:attrName>
                                        </p:attrNameLst>
                                      </p:cBhvr>
                                      <p:to>
                                        <p:strVal val="visible"/>
                                      </p:to>
                                    </p:set>
                                    <p:anim calcmode="lin" valueType="num">
                                      <p:cBhvr>
                                        <p:cTn id="378" dur="500" fill="hold"/>
                                        <p:tgtEl>
                                          <p:spTgt spid="16471"/>
                                        </p:tgtEl>
                                        <p:attrNameLst>
                                          <p:attrName>ppt_w</p:attrName>
                                        </p:attrNameLst>
                                      </p:cBhvr>
                                      <p:tavLst>
                                        <p:tav tm="0">
                                          <p:val>
                                            <p:fltVal val="0"/>
                                          </p:val>
                                        </p:tav>
                                        <p:tav tm="100000">
                                          <p:val>
                                            <p:strVal val="#ppt_w"/>
                                          </p:val>
                                        </p:tav>
                                      </p:tavLst>
                                    </p:anim>
                                    <p:anim calcmode="lin" valueType="num">
                                      <p:cBhvr>
                                        <p:cTn id="379" dur="500" fill="hold"/>
                                        <p:tgtEl>
                                          <p:spTgt spid="16471"/>
                                        </p:tgtEl>
                                        <p:attrNameLst>
                                          <p:attrName>ppt_h</p:attrName>
                                        </p:attrNameLst>
                                      </p:cBhvr>
                                      <p:tavLst>
                                        <p:tav tm="0">
                                          <p:val>
                                            <p:fltVal val="0"/>
                                          </p:val>
                                        </p:tav>
                                        <p:tav tm="100000">
                                          <p:val>
                                            <p:strVal val="#ppt_h"/>
                                          </p:val>
                                        </p:tav>
                                      </p:tavLst>
                                    </p:anim>
                                  </p:childTnLst>
                                </p:cTn>
                              </p:par>
                            </p:childTnLst>
                          </p:cTn>
                        </p:par>
                      </p:childTnLst>
                    </p:cTn>
                  </p:par>
                  <p:par>
                    <p:cTn id="380" fill="hold" nodeType="clickPar">
                      <p:stCondLst>
                        <p:cond delay="indefinite"/>
                      </p:stCondLst>
                      <p:childTnLst>
                        <p:par>
                          <p:cTn id="381" fill="hold" nodeType="withGroup">
                            <p:stCondLst>
                              <p:cond delay="0"/>
                            </p:stCondLst>
                            <p:childTnLst>
                              <p:par>
                                <p:cTn id="382" presetID="17" presetClass="entr" presetSubtype="4" fill="hold" grpId="0" nodeType="clickEffect">
                                  <p:stCondLst>
                                    <p:cond delay="0"/>
                                  </p:stCondLst>
                                  <p:childTnLst>
                                    <p:set>
                                      <p:cBhvr>
                                        <p:cTn id="383" dur="1" fill="hold">
                                          <p:stCondLst>
                                            <p:cond delay="0"/>
                                          </p:stCondLst>
                                        </p:cTn>
                                        <p:tgtEl>
                                          <p:spTgt spid="16431"/>
                                        </p:tgtEl>
                                        <p:attrNameLst>
                                          <p:attrName>style.visibility</p:attrName>
                                        </p:attrNameLst>
                                      </p:cBhvr>
                                      <p:to>
                                        <p:strVal val="visible"/>
                                      </p:to>
                                    </p:set>
                                    <p:anim calcmode="lin" valueType="num">
                                      <p:cBhvr>
                                        <p:cTn id="384" dur="500" fill="hold"/>
                                        <p:tgtEl>
                                          <p:spTgt spid="16431"/>
                                        </p:tgtEl>
                                        <p:attrNameLst>
                                          <p:attrName>ppt_x</p:attrName>
                                        </p:attrNameLst>
                                      </p:cBhvr>
                                      <p:tavLst>
                                        <p:tav tm="0">
                                          <p:val>
                                            <p:strVal val="#ppt_x"/>
                                          </p:val>
                                        </p:tav>
                                        <p:tav tm="100000">
                                          <p:val>
                                            <p:strVal val="#ppt_x"/>
                                          </p:val>
                                        </p:tav>
                                      </p:tavLst>
                                    </p:anim>
                                    <p:anim calcmode="lin" valueType="num">
                                      <p:cBhvr>
                                        <p:cTn id="385" dur="500" fill="hold"/>
                                        <p:tgtEl>
                                          <p:spTgt spid="16431"/>
                                        </p:tgtEl>
                                        <p:attrNameLst>
                                          <p:attrName>ppt_y</p:attrName>
                                        </p:attrNameLst>
                                      </p:cBhvr>
                                      <p:tavLst>
                                        <p:tav tm="0">
                                          <p:val>
                                            <p:strVal val="#ppt_y+#ppt_h/2"/>
                                          </p:val>
                                        </p:tav>
                                        <p:tav tm="100000">
                                          <p:val>
                                            <p:strVal val="#ppt_y"/>
                                          </p:val>
                                        </p:tav>
                                      </p:tavLst>
                                    </p:anim>
                                    <p:anim calcmode="lin" valueType="num">
                                      <p:cBhvr>
                                        <p:cTn id="386" dur="500" fill="hold"/>
                                        <p:tgtEl>
                                          <p:spTgt spid="16431"/>
                                        </p:tgtEl>
                                        <p:attrNameLst>
                                          <p:attrName>ppt_w</p:attrName>
                                        </p:attrNameLst>
                                      </p:cBhvr>
                                      <p:tavLst>
                                        <p:tav tm="0">
                                          <p:val>
                                            <p:strVal val="#ppt_w"/>
                                          </p:val>
                                        </p:tav>
                                        <p:tav tm="100000">
                                          <p:val>
                                            <p:strVal val="#ppt_w"/>
                                          </p:val>
                                        </p:tav>
                                      </p:tavLst>
                                    </p:anim>
                                    <p:anim calcmode="lin" valueType="num">
                                      <p:cBhvr>
                                        <p:cTn id="387" dur="500" fill="hold"/>
                                        <p:tgtEl>
                                          <p:spTgt spid="16431"/>
                                        </p:tgtEl>
                                        <p:attrNameLst>
                                          <p:attrName>ppt_h</p:attrName>
                                        </p:attrNameLst>
                                      </p:cBhvr>
                                      <p:tavLst>
                                        <p:tav tm="0">
                                          <p:val>
                                            <p:fltVal val="0"/>
                                          </p:val>
                                        </p:tav>
                                        <p:tav tm="100000">
                                          <p:val>
                                            <p:strVal val="#ppt_h"/>
                                          </p:val>
                                        </p:tav>
                                      </p:tavLst>
                                    </p:anim>
                                  </p:childTnLst>
                                </p:cTn>
                              </p:par>
                            </p:childTnLst>
                          </p:cTn>
                        </p:par>
                      </p:childTnLst>
                    </p:cTn>
                  </p:par>
                  <p:par>
                    <p:cTn id="388" fill="hold" nodeType="clickPar">
                      <p:stCondLst>
                        <p:cond delay="indefinite"/>
                      </p:stCondLst>
                      <p:childTnLst>
                        <p:par>
                          <p:cTn id="389" fill="hold" nodeType="withGroup">
                            <p:stCondLst>
                              <p:cond delay="0"/>
                            </p:stCondLst>
                            <p:childTnLst>
                              <p:par>
                                <p:cTn id="390" presetID="17" presetClass="entr" presetSubtype="4" fill="hold" grpId="0" nodeType="clickEffect">
                                  <p:stCondLst>
                                    <p:cond delay="0"/>
                                  </p:stCondLst>
                                  <p:childTnLst>
                                    <p:set>
                                      <p:cBhvr>
                                        <p:cTn id="391" dur="1" fill="hold">
                                          <p:stCondLst>
                                            <p:cond delay="0"/>
                                          </p:stCondLst>
                                        </p:cTn>
                                        <p:tgtEl>
                                          <p:spTgt spid="16434"/>
                                        </p:tgtEl>
                                        <p:attrNameLst>
                                          <p:attrName>style.visibility</p:attrName>
                                        </p:attrNameLst>
                                      </p:cBhvr>
                                      <p:to>
                                        <p:strVal val="visible"/>
                                      </p:to>
                                    </p:set>
                                    <p:anim calcmode="lin" valueType="num">
                                      <p:cBhvr>
                                        <p:cTn id="392" dur="500" fill="hold"/>
                                        <p:tgtEl>
                                          <p:spTgt spid="16434"/>
                                        </p:tgtEl>
                                        <p:attrNameLst>
                                          <p:attrName>ppt_x</p:attrName>
                                        </p:attrNameLst>
                                      </p:cBhvr>
                                      <p:tavLst>
                                        <p:tav tm="0">
                                          <p:val>
                                            <p:strVal val="#ppt_x"/>
                                          </p:val>
                                        </p:tav>
                                        <p:tav tm="100000">
                                          <p:val>
                                            <p:strVal val="#ppt_x"/>
                                          </p:val>
                                        </p:tav>
                                      </p:tavLst>
                                    </p:anim>
                                    <p:anim calcmode="lin" valueType="num">
                                      <p:cBhvr>
                                        <p:cTn id="393" dur="500" fill="hold"/>
                                        <p:tgtEl>
                                          <p:spTgt spid="16434"/>
                                        </p:tgtEl>
                                        <p:attrNameLst>
                                          <p:attrName>ppt_y</p:attrName>
                                        </p:attrNameLst>
                                      </p:cBhvr>
                                      <p:tavLst>
                                        <p:tav tm="0">
                                          <p:val>
                                            <p:strVal val="#ppt_y+#ppt_h/2"/>
                                          </p:val>
                                        </p:tav>
                                        <p:tav tm="100000">
                                          <p:val>
                                            <p:strVal val="#ppt_y"/>
                                          </p:val>
                                        </p:tav>
                                      </p:tavLst>
                                    </p:anim>
                                    <p:anim calcmode="lin" valueType="num">
                                      <p:cBhvr>
                                        <p:cTn id="394" dur="500" fill="hold"/>
                                        <p:tgtEl>
                                          <p:spTgt spid="16434"/>
                                        </p:tgtEl>
                                        <p:attrNameLst>
                                          <p:attrName>ppt_w</p:attrName>
                                        </p:attrNameLst>
                                      </p:cBhvr>
                                      <p:tavLst>
                                        <p:tav tm="0">
                                          <p:val>
                                            <p:strVal val="#ppt_w"/>
                                          </p:val>
                                        </p:tav>
                                        <p:tav tm="100000">
                                          <p:val>
                                            <p:strVal val="#ppt_w"/>
                                          </p:val>
                                        </p:tav>
                                      </p:tavLst>
                                    </p:anim>
                                    <p:anim calcmode="lin" valueType="num">
                                      <p:cBhvr>
                                        <p:cTn id="395" dur="500" fill="hold"/>
                                        <p:tgtEl>
                                          <p:spTgt spid="16434"/>
                                        </p:tgtEl>
                                        <p:attrNameLst>
                                          <p:attrName>ppt_h</p:attrName>
                                        </p:attrNameLst>
                                      </p:cBhvr>
                                      <p:tavLst>
                                        <p:tav tm="0">
                                          <p:val>
                                            <p:fltVal val="0"/>
                                          </p:val>
                                        </p:tav>
                                        <p:tav tm="100000">
                                          <p:val>
                                            <p:strVal val="#ppt_h"/>
                                          </p:val>
                                        </p:tav>
                                      </p:tavLst>
                                    </p:anim>
                                  </p:childTnLst>
                                </p:cTn>
                              </p:par>
                            </p:childTnLst>
                          </p:cTn>
                        </p:par>
                      </p:childTnLst>
                    </p:cTn>
                  </p:par>
                  <p:par>
                    <p:cTn id="396" fill="hold" nodeType="clickPar">
                      <p:stCondLst>
                        <p:cond delay="indefinite"/>
                      </p:stCondLst>
                      <p:childTnLst>
                        <p:par>
                          <p:cTn id="397" fill="hold" nodeType="withGroup">
                            <p:stCondLst>
                              <p:cond delay="0"/>
                            </p:stCondLst>
                            <p:childTnLst>
                              <p:par>
                                <p:cTn id="398" presetID="17" presetClass="entr" presetSubtype="4" fill="hold" grpId="0" nodeType="clickEffect">
                                  <p:stCondLst>
                                    <p:cond delay="0"/>
                                  </p:stCondLst>
                                  <p:childTnLst>
                                    <p:set>
                                      <p:cBhvr>
                                        <p:cTn id="399" dur="1" fill="hold">
                                          <p:stCondLst>
                                            <p:cond delay="0"/>
                                          </p:stCondLst>
                                        </p:cTn>
                                        <p:tgtEl>
                                          <p:spTgt spid="16433"/>
                                        </p:tgtEl>
                                        <p:attrNameLst>
                                          <p:attrName>style.visibility</p:attrName>
                                        </p:attrNameLst>
                                      </p:cBhvr>
                                      <p:to>
                                        <p:strVal val="visible"/>
                                      </p:to>
                                    </p:set>
                                    <p:anim calcmode="lin" valueType="num">
                                      <p:cBhvr>
                                        <p:cTn id="400" dur="500" fill="hold"/>
                                        <p:tgtEl>
                                          <p:spTgt spid="16433"/>
                                        </p:tgtEl>
                                        <p:attrNameLst>
                                          <p:attrName>ppt_x</p:attrName>
                                        </p:attrNameLst>
                                      </p:cBhvr>
                                      <p:tavLst>
                                        <p:tav tm="0">
                                          <p:val>
                                            <p:strVal val="#ppt_x"/>
                                          </p:val>
                                        </p:tav>
                                        <p:tav tm="100000">
                                          <p:val>
                                            <p:strVal val="#ppt_x"/>
                                          </p:val>
                                        </p:tav>
                                      </p:tavLst>
                                    </p:anim>
                                    <p:anim calcmode="lin" valueType="num">
                                      <p:cBhvr>
                                        <p:cTn id="401" dur="500" fill="hold"/>
                                        <p:tgtEl>
                                          <p:spTgt spid="16433"/>
                                        </p:tgtEl>
                                        <p:attrNameLst>
                                          <p:attrName>ppt_y</p:attrName>
                                        </p:attrNameLst>
                                      </p:cBhvr>
                                      <p:tavLst>
                                        <p:tav tm="0">
                                          <p:val>
                                            <p:strVal val="#ppt_y+#ppt_h/2"/>
                                          </p:val>
                                        </p:tav>
                                        <p:tav tm="100000">
                                          <p:val>
                                            <p:strVal val="#ppt_y"/>
                                          </p:val>
                                        </p:tav>
                                      </p:tavLst>
                                    </p:anim>
                                    <p:anim calcmode="lin" valueType="num">
                                      <p:cBhvr>
                                        <p:cTn id="402" dur="500" fill="hold"/>
                                        <p:tgtEl>
                                          <p:spTgt spid="16433"/>
                                        </p:tgtEl>
                                        <p:attrNameLst>
                                          <p:attrName>ppt_w</p:attrName>
                                        </p:attrNameLst>
                                      </p:cBhvr>
                                      <p:tavLst>
                                        <p:tav tm="0">
                                          <p:val>
                                            <p:strVal val="#ppt_w"/>
                                          </p:val>
                                        </p:tav>
                                        <p:tav tm="100000">
                                          <p:val>
                                            <p:strVal val="#ppt_w"/>
                                          </p:val>
                                        </p:tav>
                                      </p:tavLst>
                                    </p:anim>
                                    <p:anim calcmode="lin" valueType="num">
                                      <p:cBhvr>
                                        <p:cTn id="403" dur="500" fill="hold"/>
                                        <p:tgtEl>
                                          <p:spTgt spid="16433"/>
                                        </p:tgtEl>
                                        <p:attrNameLst>
                                          <p:attrName>ppt_h</p:attrName>
                                        </p:attrNameLst>
                                      </p:cBhvr>
                                      <p:tavLst>
                                        <p:tav tm="0">
                                          <p:val>
                                            <p:fltVal val="0"/>
                                          </p:val>
                                        </p:tav>
                                        <p:tav tm="100000">
                                          <p:val>
                                            <p:strVal val="#ppt_h"/>
                                          </p:val>
                                        </p:tav>
                                      </p:tavLst>
                                    </p:anim>
                                  </p:childTnLst>
                                </p:cTn>
                              </p:par>
                            </p:childTnLst>
                          </p:cTn>
                        </p:par>
                      </p:childTnLst>
                    </p:cTn>
                  </p:par>
                  <p:par>
                    <p:cTn id="404" fill="hold" nodeType="clickPar">
                      <p:stCondLst>
                        <p:cond delay="indefinite"/>
                      </p:stCondLst>
                      <p:childTnLst>
                        <p:par>
                          <p:cTn id="405" fill="hold" nodeType="withGroup">
                            <p:stCondLst>
                              <p:cond delay="0"/>
                            </p:stCondLst>
                            <p:childTnLst>
                              <p:par>
                                <p:cTn id="406" presetID="17" presetClass="entr" presetSubtype="4" fill="hold" grpId="0" nodeType="clickEffect">
                                  <p:stCondLst>
                                    <p:cond delay="0"/>
                                  </p:stCondLst>
                                  <p:childTnLst>
                                    <p:set>
                                      <p:cBhvr>
                                        <p:cTn id="407" dur="1" fill="hold">
                                          <p:stCondLst>
                                            <p:cond delay="0"/>
                                          </p:stCondLst>
                                        </p:cTn>
                                        <p:tgtEl>
                                          <p:spTgt spid="16505"/>
                                        </p:tgtEl>
                                        <p:attrNameLst>
                                          <p:attrName>style.visibility</p:attrName>
                                        </p:attrNameLst>
                                      </p:cBhvr>
                                      <p:to>
                                        <p:strVal val="visible"/>
                                      </p:to>
                                    </p:set>
                                    <p:anim calcmode="lin" valueType="num">
                                      <p:cBhvr>
                                        <p:cTn id="408" dur="500" fill="hold"/>
                                        <p:tgtEl>
                                          <p:spTgt spid="16505"/>
                                        </p:tgtEl>
                                        <p:attrNameLst>
                                          <p:attrName>ppt_x</p:attrName>
                                        </p:attrNameLst>
                                      </p:cBhvr>
                                      <p:tavLst>
                                        <p:tav tm="0">
                                          <p:val>
                                            <p:strVal val="#ppt_x"/>
                                          </p:val>
                                        </p:tav>
                                        <p:tav tm="100000">
                                          <p:val>
                                            <p:strVal val="#ppt_x"/>
                                          </p:val>
                                        </p:tav>
                                      </p:tavLst>
                                    </p:anim>
                                    <p:anim calcmode="lin" valueType="num">
                                      <p:cBhvr>
                                        <p:cTn id="409" dur="500" fill="hold"/>
                                        <p:tgtEl>
                                          <p:spTgt spid="16505"/>
                                        </p:tgtEl>
                                        <p:attrNameLst>
                                          <p:attrName>ppt_y</p:attrName>
                                        </p:attrNameLst>
                                      </p:cBhvr>
                                      <p:tavLst>
                                        <p:tav tm="0">
                                          <p:val>
                                            <p:strVal val="#ppt_y+#ppt_h/2"/>
                                          </p:val>
                                        </p:tav>
                                        <p:tav tm="100000">
                                          <p:val>
                                            <p:strVal val="#ppt_y"/>
                                          </p:val>
                                        </p:tav>
                                      </p:tavLst>
                                    </p:anim>
                                    <p:anim calcmode="lin" valueType="num">
                                      <p:cBhvr>
                                        <p:cTn id="410" dur="500" fill="hold"/>
                                        <p:tgtEl>
                                          <p:spTgt spid="16505"/>
                                        </p:tgtEl>
                                        <p:attrNameLst>
                                          <p:attrName>ppt_w</p:attrName>
                                        </p:attrNameLst>
                                      </p:cBhvr>
                                      <p:tavLst>
                                        <p:tav tm="0">
                                          <p:val>
                                            <p:strVal val="#ppt_w"/>
                                          </p:val>
                                        </p:tav>
                                        <p:tav tm="100000">
                                          <p:val>
                                            <p:strVal val="#ppt_w"/>
                                          </p:val>
                                        </p:tav>
                                      </p:tavLst>
                                    </p:anim>
                                    <p:anim calcmode="lin" valueType="num">
                                      <p:cBhvr>
                                        <p:cTn id="411" dur="500" fill="hold"/>
                                        <p:tgtEl>
                                          <p:spTgt spid="16505"/>
                                        </p:tgtEl>
                                        <p:attrNameLst>
                                          <p:attrName>ppt_h</p:attrName>
                                        </p:attrNameLst>
                                      </p:cBhvr>
                                      <p:tavLst>
                                        <p:tav tm="0">
                                          <p:val>
                                            <p:fltVal val="0"/>
                                          </p:val>
                                        </p:tav>
                                        <p:tav tm="100000">
                                          <p:val>
                                            <p:strVal val="#ppt_h"/>
                                          </p:val>
                                        </p:tav>
                                      </p:tavLst>
                                    </p:anim>
                                  </p:childTnLst>
                                </p:cTn>
                              </p:par>
                            </p:childTnLst>
                          </p:cTn>
                        </p:par>
                      </p:childTnLst>
                    </p:cTn>
                  </p:par>
                  <p:par>
                    <p:cTn id="412" fill="hold" nodeType="clickPar">
                      <p:stCondLst>
                        <p:cond delay="indefinite"/>
                      </p:stCondLst>
                      <p:childTnLst>
                        <p:par>
                          <p:cTn id="413" fill="hold" nodeType="withGroup">
                            <p:stCondLst>
                              <p:cond delay="0"/>
                            </p:stCondLst>
                            <p:childTnLst>
                              <p:par>
                                <p:cTn id="414" presetID="17" presetClass="entr" presetSubtype="4" fill="hold" grpId="0" nodeType="clickEffect">
                                  <p:stCondLst>
                                    <p:cond delay="0"/>
                                  </p:stCondLst>
                                  <p:childTnLst>
                                    <p:set>
                                      <p:cBhvr>
                                        <p:cTn id="415" dur="1" fill="hold">
                                          <p:stCondLst>
                                            <p:cond delay="0"/>
                                          </p:stCondLst>
                                        </p:cTn>
                                        <p:tgtEl>
                                          <p:spTgt spid="16504"/>
                                        </p:tgtEl>
                                        <p:attrNameLst>
                                          <p:attrName>style.visibility</p:attrName>
                                        </p:attrNameLst>
                                      </p:cBhvr>
                                      <p:to>
                                        <p:strVal val="visible"/>
                                      </p:to>
                                    </p:set>
                                    <p:anim calcmode="lin" valueType="num">
                                      <p:cBhvr>
                                        <p:cTn id="416" dur="500" fill="hold"/>
                                        <p:tgtEl>
                                          <p:spTgt spid="16504"/>
                                        </p:tgtEl>
                                        <p:attrNameLst>
                                          <p:attrName>ppt_x</p:attrName>
                                        </p:attrNameLst>
                                      </p:cBhvr>
                                      <p:tavLst>
                                        <p:tav tm="0">
                                          <p:val>
                                            <p:strVal val="#ppt_x"/>
                                          </p:val>
                                        </p:tav>
                                        <p:tav tm="100000">
                                          <p:val>
                                            <p:strVal val="#ppt_x"/>
                                          </p:val>
                                        </p:tav>
                                      </p:tavLst>
                                    </p:anim>
                                    <p:anim calcmode="lin" valueType="num">
                                      <p:cBhvr>
                                        <p:cTn id="417" dur="500" fill="hold"/>
                                        <p:tgtEl>
                                          <p:spTgt spid="16504"/>
                                        </p:tgtEl>
                                        <p:attrNameLst>
                                          <p:attrName>ppt_y</p:attrName>
                                        </p:attrNameLst>
                                      </p:cBhvr>
                                      <p:tavLst>
                                        <p:tav tm="0">
                                          <p:val>
                                            <p:strVal val="#ppt_y+#ppt_h/2"/>
                                          </p:val>
                                        </p:tav>
                                        <p:tav tm="100000">
                                          <p:val>
                                            <p:strVal val="#ppt_y"/>
                                          </p:val>
                                        </p:tav>
                                      </p:tavLst>
                                    </p:anim>
                                    <p:anim calcmode="lin" valueType="num">
                                      <p:cBhvr>
                                        <p:cTn id="418" dur="500" fill="hold"/>
                                        <p:tgtEl>
                                          <p:spTgt spid="16504"/>
                                        </p:tgtEl>
                                        <p:attrNameLst>
                                          <p:attrName>ppt_w</p:attrName>
                                        </p:attrNameLst>
                                      </p:cBhvr>
                                      <p:tavLst>
                                        <p:tav tm="0">
                                          <p:val>
                                            <p:strVal val="#ppt_w"/>
                                          </p:val>
                                        </p:tav>
                                        <p:tav tm="100000">
                                          <p:val>
                                            <p:strVal val="#ppt_w"/>
                                          </p:val>
                                        </p:tav>
                                      </p:tavLst>
                                    </p:anim>
                                    <p:anim calcmode="lin" valueType="num">
                                      <p:cBhvr>
                                        <p:cTn id="419" dur="500" fill="hold"/>
                                        <p:tgtEl>
                                          <p:spTgt spid="16504"/>
                                        </p:tgtEl>
                                        <p:attrNameLst>
                                          <p:attrName>ppt_h</p:attrName>
                                        </p:attrNameLst>
                                      </p:cBhvr>
                                      <p:tavLst>
                                        <p:tav tm="0">
                                          <p:val>
                                            <p:fltVal val="0"/>
                                          </p:val>
                                        </p:tav>
                                        <p:tav tm="100000">
                                          <p:val>
                                            <p:strVal val="#ppt_h"/>
                                          </p:val>
                                        </p:tav>
                                      </p:tavLst>
                                    </p:anim>
                                  </p:childTnLst>
                                </p:cTn>
                              </p:par>
                            </p:childTnLst>
                          </p:cTn>
                        </p:par>
                      </p:childTnLst>
                    </p:cTn>
                  </p:par>
                  <p:par>
                    <p:cTn id="420" fill="hold" nodeType="clickPar">
                      <p:stCondLst>
                        <p:cond delay="indefinite"/>
                      </p:stCondLst>
                      <p:childTnLst>
                        <p:par>
                          <p:cTn id="421" fill="hold" nodeType="withGroup">
                            <p:stCondLst>
                              <p:cond delay="0"/>
                            </p:stCondLst>
                            <p:childTnLst>
                              <p:par>
                                <p:cTn id="422" presetID="17" presetClass="entr" presetSubtype="4" fill="hold" grpId="0" nodeType="clickEffect">
                                  <p:stCondLst>
                                    <p:cond delay="0"/>
                                  </p:stCondLst>
                                  <p:childTnLst>
                                    <p:set>
                                      <p:cBhvr>
                                        <p:cTn id="423" dur="1" fill="hold">
                                          <p:stCondLst>
                                            <p:cond delay="0"/>
                                          </p:stCondLst>
                                        </p:cTn>
                                        <p:tgtEl>
                                          <p:spTgt spid="16432"/>
                                        </p:tgtEl>
                                        <p:attrNameLst>
                                          <p:attrName>style.visibility</p:attrName>
                                        </p:attrNameLst>
                                      </p:cBhvr>
                                      <p:to>
                                        <p:strVal val="visible"/>
                                      </p:to>
                                    </p:set>
                                    <p:anim calcmode="lin" valueType="num">
                                      <p:cBhvr>
                                        <p:cTn id="424" dur="500" fill="hold"/>
                                        <p:tgtEl>
                                          <p:spTgt spid="16432"/>
                                        </p:tgtEl>
                                        <p:attrNameLst>
                                          <p:attrName>ppt_x</p:attrName>
                                        </p:attrNameLst>
                                      </p:cBhvr>
                                      <p:tavLst>
                                        <p:tav tm="0">
                                          <p:val>
                                            <p:strVal val="#ppt_x"/>
                                          </p:val>
                                        </p:tav>
                                        <p:tav tm="100000">
                                          <p:val>
                                            <p:strVal val="#ppt_x"/>
                                          </p:val>
                                        </p:tav>
                                      </p:tavLst>
                                    </p:anim>
                                    <p:anim calcmode="lin" valueType="num">
                                      <p:cBhvr>
                                        <p:cTn id="425" dur="500" fill="hold"/>
                                        <p:tgtEl>
                                          <p:spTgt spid="16432"/>
                                        </p:tgtEl>
                                        <p:attrNameLst>
                                          <p:attrName>ppt_y</p:attrName>
                                        </p:attrNameLst>
                                      </p:cBhvr>
                                      <p:tavLst>
                                        <p:tav tm="0">
                                          <p:val>
                                            <p:strVal val="#ppt_y+#ppt_h/2"/>
                                          </p:val>
                                        </p:tav>
                                        <p:tav tm="100000">
                                          <p:val>
                                            <p:strVal val="#ppt_y"/>
                                          </p:val>
                                        </p:tav>
                                      </p:tavLst>
                                    </p:anim>
                                    <p:anim calcmode="lin" valueType="num">
                                      <p:cBhvr>
                                        <p:cTn id="426" dur="500" fill="hold"/>
                                        <p:tgtEl>
                                          <p:spTgt spid="16432"/>
                                        </p:tgtEl>
                                        <p:attrNameLst>
                                          <p:attrName>ppt_w</p:attrName>
                                        </p:attrNameLst>
                                      </p:cBhvr>
                                      <p:tavLst>
                                        <p:tav tm="0">
                                          <p:val>
                                            <p:strVal val="#ppt_w"/>
                                          </p:val>
                                        </p:tav>
                                        <p:tav tm="100000">
                                          <p:val>
                                            <p:strVal val="#ppt_w"/>
                                          </p:val>
                                        </p:tav>
                                      </p:tavLst>
                                    </p:anim>
                                    <p:anim calcmode="lin" valueType="num">
                                      <p:cBhvr>
                                        <p:cTn id="427" dur="500" fill="hold"/>
                                        <p:tgtEl>
                                          <p:spTgt spid="16432"/>
                                        </p:tgtEl>
                                        <p:attrNameLst>
                                          <p:attrName>ppt_h</p:attrName>
                                        </p:attrNameLst>
                                      </p:cBhvr>
                                      <p:tavLst>
                                        <p:tav tm="0">
                                          <p:val>
                                            <p:fltVal val="0"/>
                                          </p:val>
                                        </p:tav>
                                        <p:tav tm="100000">
                                          <p:val>
                                            <p:strVal val="#ppt_h"/>
                                          </p:val>
                                        </p:tav>
                                      </p:tavLst>
                                    </p:anim>
                                  </p:childTnLst>
                                </p:cTn>
                              </p:par>
                            </p:childTnLst>
                          </p:cTn>
                        </p:par>
                      </p:childTnLst>
                    </p:cTn>
                  </p:par>
                  <p:par>
                    <p:cTn id="428" fill="hold" nodeType="clickPar">
                      <p:stCondLst>
                        <p:cond delay="indefinite"/>
                      </p:stCondLst>
                      <p:childTnLst>
                        <p:par>
                          <p:cTn id="429" fill="hold" nodeType="withGroup">
                            <p:stCondLst>
                              <p:cond delay="0"/>
                            </p:stCondLst>
                            <p:childTnLst>
                              <p:par>
                                <p:cTn id="430" presetID="17" presetClass="entr" presetSubtype="8" fill="hold" grpId="0" nodeType="clickEffect">
                                  <p:stCondLst>
                                    <p:cond delay="0"/>
                                  </p:stCondLst>
                                  <p:childTnLst>
                                    <p:set>
                                      <p:cBhvr>
                                        <p:cTn id="431" dur="1" fill="hold">
                                          <p:stCondLst>
                                            <p:cond delay="0"/>
                                          </p:stCondLst>
                                        </p:cTn>
                                        <p:tgtEl>
                                          <p:spTgt spid="16500"/>
                                        </p:tgtEl>
                                        <p:attrNameLst>
                                          <p:attrName>style.visibility</p:attrName>
                                        </p:attrNameLst>
                                      </p:cBhvr>
                                      <p:to>
                                        <p:strVal val="visible"/>
                                      </p:to>
                                    </p:set>
                                    <p:anim calcmode="lin" valueType="num">
                                      <p:cBhvr>
                                        <p:cTn id="432" dur="500" fill="hold"/>
                                        <p:tgtEl>
                                          <p:spTgt spid="16500"/>
                                        </p:tgtEl>
                                        <p:attrNameLst>
                                          <p:attrName>ppt_x</p:attrName>
                                        </p:attrNameLst>
                                      </p:cBhvr>
                                      <p:tavLst>
                                        <p:tav tm="0">
                                          <p:val>
                                            <p:strVal val="#ppt_x-#ppt_w/2"/>
                                          </p:val>
                                        </p:tav>
                                        <p:tav tm="100000">
                                          <p:val>
                                            <p:strVal val="#ppt_x"/>
                                          </p:val>
                                        </p:tav>
                                      </p:tavLst>
                                    </p:anim>
                                    <p:anim calcmode="lin" valueType="num">
                                      <p:cBhvr>
                                        <p:cTn id="433" dur="500" fill="hold"/>
                                        <p:tgtEl>
                                          <p:spTgt spid="16500"/>
                                        </p:tgtEl>
                                        <p:attrNameLst>
                                          <p:attrName>ppt_y</p:attrName>
                                        </p:attrNameLst>
                                      </p:cBhvr>
                                      <p:tavLst>
                                        <p:tav tm="0">
                                          <p:val>
                                            <p:strVal val="#ppt_y"/>
                                          </p:val>
                                        </p:tav>
                                        <p:tav tm="100000">
                                          <p:val>
                                            <p:strVal val="#ppt_y"/>
                                          </p:val>
                                        </p:tav>
                                      </p:tavLst>
                                    </p:anim>
                                    <p:anim calcmode="lin" valueType="num">
                                      <p:cBhvr>
                                        <p:cTn id="434" dur="500" fill="hold"/>
                                        <p:tgtEl>
                                          <p:spTgt spid="16500"/>
                                        </p:tgtEl>
                                        <p:attrNameLst>
                                          <p:attrName>ppt_w</p:attrName>
                                        </p:attrNameLst>
                                      </p:cBhvr>
                                      <p:tavLst>
                                        <p:tav tm="0">
                                          <p:val>
                                            <p:fltVal val="0"/>
                                          </p:val>
                                        </p:tav>
                                        <p:tav tm="100000">
                                          <p:val>
                                            <p:strVal val="#ppt_w"/>
                                          </p:val>
                                        </p:tav>
                                      </p:tavLst>
                                    </p:anim>
                                    <p:anim calcmode="lin" valueType="num">
                                      <p:cBhvr>
                                        <p:cTn id="435" dur="500" fill="hold"/>
                                        <p:tgtEl>
                                          <p:spTgt spid="16500"/>
                                        </p:tgtEl>
                                        <p:attrNameLst>
                                          <p:attrName>ppt_h</p:attrName>
                                        </p:attrNameLst>
                                      </p:cBhvr>
                                      <p:tavLst>
                                        <p:tav tm="0">
                                          <p:val>
                                            <p:strVal val="#ppt_h"/>
                                          </p:val>
                                        </p:tav>
                                        <p:tav tm="100000">
                                          <p:val>
                                            <p:strVal val="#ppt_h"/>
                                          </p:val>
                                        </p:tav>
                                      </p:tavLst>
                                    </p:anim>
                                  </p:childTnLst>
                                </p:cTn>
                              </p:par>
                            </p:childTnLst>
                          </p:cTn>
                        </p:par>
                      </p:childTnLst>
                    </p:cTn>
                  </p:par>
                  <p:par>
                    <p:cTn id="436" fill="hold" nodeType="clickPar">
                      <p:stCondLst>
                        <p:cond delay="indefinite"/>
                      </p:stCondLst>
                      <p:childTnLst>
                        <p:par>
                          <p:cTn id="437" fill="hold" nodeType="withGroup">
                            <p:stCondLst>
                              <p:cond delay="0"/>
                            </p:stCondLst>
                            <p:childTnLst>
                              <p:par>
                                <p:cTn id="438" presetID="17" presetClass="entr" presetSubtype="8" fill="hold" grpId="0" nodeType="clickEffect">
                                  <p:stCondLst>
                                    <p:cond delay="0"/>
                                  </p:stCondLst>
                                  <p:childTnLst>
                                    <p:set>
                                      <p:cBhvr>
                                        <p:cTn id="439" dur="1" fill="hold">
                                          <p:stCondLst>
                                            <p:cond delay="0"/>
                                          </p:stCondLst>
                                        </p:cTn>
                                        <p:tgtEl>
                                          <p:spTgt spid="16501"/>
                                        </p:tgtEl>
                                        <p:attrNameLst>
                                          <p:attrName>style.visibility</p:attrName>
                                        </p:attrNameLst>
                                      </p:cBhvr>
                                      <p:to>
                                        <p:strVal val="visible"/>
                                      </p:to>
                                    </p:set>
                                    <p:anim calcmode="lin" valueType="num">
                                      <p:cBhvr>
                                        <p:cTn id="440" dur="500" fill="hold"/>
                                        <p:tgtEl>
                                          <p:spTgt spid="16501"/>
                                        </p:tgtEl>
                                        <p:attrNameLst>
                                          <p:attrName>ppt_x</p:attrName>
                                        </p:attrNameLst>
                                      </p:cBhvr>
                                      <p:tavLst>
                                        <p:tav tm="0">
                                          <p:val>
                                            <p:strVal val="#ppt_x-#ppt_w/2"/>
                                          </p:val>
                                        </p:tav>
                                        <p:tav tm="100000">
                                          <p:val>
                                            <p:strVal val="#ppt_x"/>
                                          </p:val>
                                        </p:tav>
                                      </p:tavLst>
                                    </p:anim>
                                    <p:anim calcmode="lin" valueType="num">
                                      <p:cBhvr>
                                        <p:cTn id="441" dur="500" fill="hold"/>
                                        <p:tgtEl>
                                          <p:spTgt spid="16501"/>
                                        </p:tgtEl>
                                        <p:attrNameLst>
                                          <p:attrName>ppt_y</p:attrName>
                                        </p:attrNameLst>
                                      </p:cBhvr>
                                      <p:tavLst>
                                        <p:tav tm="0">
                                          <p:val>
                                            <p:strVal val="#ppt_y"/>
                                          </p:val>
                                        </p:tav>
                                        <p:tav tm="100000">
                                          <p:val>
                                            <p:strVal val="#ppt_y"/>
                                          </p:val>
                                        </p:tav>
                                      </p:tavLst>
                                    </p:anim>
                                    <p:anim calcmode="lin" valueType="num">
                                      <p:cBhvr>
                                        <p:cTn id="442" dur="500" fill="hold"/>
                                        <p:tgtEl>
                                          <p:spTgt spid="16501"/>
                                        </p:tgtEl>
                                        <p:attrNameLst>
                                          <p:attrName>ppt_w</p:attrName>
                                        </p:attrNameLst>
                                      </p:cBhvr>
                                      <p:tavLst>
                                        <p:tav tm="0">
                                          <p:val>
                                            <p:fltVal val="0"/>
                                          </p:val>
                                        </p:tav>
                                        <p:tav tm="100000">
                                          <p:val>
                                            <p:strVal val="#ppt_w"/>
                                          </p:val>
                                        </p:tav>
                                      </p:tavLst>
                                    </p:anim>
                                    <p:anim calcmode="lin" valueType="num">
                                      <p:cBhvr>
                                        <p:cTn id="443" dur="500" fill="hold"/>
                                        <p:tgtEl>
                                          <p:spTgt spid="16501"/>
                                        </p:tgtEl>
                                        <p:attrNameLst>
                                          <p:attrName>ppt_h</p:attrName>
                                        </p:attrNameLst>
                                      </p:cBhvr>
                                      <p:tavLst>
                                        <p:tav tm="0">
                                          <p:val>
                                            <p:strVal val="#ppt_h"/>
                                          </p:val>
                                        </p:tav>
                                        <p:tav tm="100000">
                                          <p:val>
                                            <p:strVal val="#ppt_h"/>
                                          </p:val>
                                        </p:tav>
                                      </p:tavLst>
                                    </p:anim>
                                  </p:childTnLst>
                                </p:cTn>
                              </p:par>
                            </p:childTnLst>
                          </p:cTn>
                        </p:par>
                      </p:childTnLst>
                    </p:cTn>
                  </p:par>
                  <p:par>
                    <p:cTn id="444" fill="hold" nodeType="clickPar">
                      <p:stCondLst>
                        <p:cond delay="indefinite"/>
                      </p:stCondLst>
                      <p:childTnLst>
                        <p:par>
                          <p:cTn id="445" fill="hold" nodeType="withGroup">
                            <p:stCondLst>
                              <p:cond delay="0"/>
                            </p:stCondLst>
                            <p:childTnLst>
                              <p:par>
                                <p:cTn id="446" presetID="17" presetClass="entr" presetSubtype="8" fill="hold" grpId="0" nodeType="clickEffect">
                                  <p:stCondLst>
                                    <p:cond delay="0"/>
                                  </p:stCondLst>
                                  <p:childTnLst>
                                    <p:set>
                                      <p:cBhvr>
                                        <p:cTn id="447" dur="1" fill="hold">
                                          <p:stCondLst>
                                            <p:cond delay="0"/>
                                          </p:stCondLst>
                                        </p:cTn>
                                        <p:tgtEl>
                                          <p:spTgt spid="16502"/>
                                        </p:tgtEl>
                                        <p:attrNameLst>
                                          <p:attrName>style.visibility</p:attrName>
                                        </p:attrNameLst>
                                      </p:cBhvr>
                                      <p:to>
                                        <p:strVal val="visible"/>
                                      </p:to>
                                    </p:set>
                                    <p:anim calcmode="lin" valueType="num">
                                      <p:cBhvr>
                                        <p:cTn id="448" dur="500" fill="hold"/>
                                        <p:tgtEl>
                                          <p:spTgt spid="16502"/>
                                        </p:tgtEl>
                                        <p:attrNameLst>
                                          <p:attrName>ppt_x</p:attrName>
                                        </p:attrNameLst>
                                      </p:cBhvr>
                                      <p:tavLst>
                                        <p:tav tm="0">
                                          <p:val>
                                            <p:strVal val="#ppt_x-#ppt_w/2"/>
                                          </p:val>
                                        </p:tav>
                                        <p:tav tm="100000">
                                          <p:val>
                                            <p:strVal val="#ppt_x"/>
                                          </p:val>
                                        </p:tav>
                                      </p:tavLst>
                                    </p:anim>
                                    <p:anim calcmode="lin" valueType="num">
                                      <p:cBhvr>
                                        <p:cTn id="449" dur="500" fill="hold"/>
                                        <p:tgtEl>
                                          <p:spTgt spid="16502"/>
                                        </p:tgtEl>
                                        <p:attrNameLst>
                                          <p:attrName>ppt_y</p:attrName>
                                        </p:attrNameLst>
                                      </p:cBhvr>
                                      <p:tavLst>
                                        <p:tav tm="0">
                                          <p:val>
                                            <p:strVal val="#ppt_y"/>
                                          </p:val>
                                        </p:tav>
                                        <p:tav tm="100000">
                                          <p:val>
                                            <p:strVal val="#ppt_y"/>
                                          </p:val>
                                        </p:tav>
                                      </p:tavLst>
                                    </p:anim>
                                    <p:anim calcmode="lin" valueType="num">
                                      <p:cBhvr>
                                        <p:cTn id="450" dur="500" fill="hold"/>
                                        <p:tgtEl>
                                          <p:spTgt spid="16502"/>
                                        </p:tgtEl>
                                        <p:attrNameLst>
                                          <p:attrName>ppt_w</p:attrName>
                                        </p:attrNameLst>
                                      </p:cBhvr>
                                      <p:tavLst>
                                        <p:tav tm="0">
                                          <p:val>
                                            <p:fltVal val="0"/>
                                          </p:val>
                                        </p:tav>
                                        <p:tav tm="100000">
                                          <p:val>
                                            <p:strVal val="#ppt_w"/>
                                          </p:val>
                                        </p:tav>
                                      </p:tavLst>
                                    </p:anim>
                                    <p:anim calcmode="lin" valueType="num">
                                      <p:cBhvr>
                                        <p:cTn id="451" dur="500" fill="hold"/>
                                        <p:tgtEl>
                                          <p:spTgt spid="16502"/>
                                        </p:tgtEl>
                                        <p:attrNameLst>
                                          <p:attrName>ppt_h</p:attrName>
                                        </p:attrNameLst>
                                      </p:cBhvr>
                                      <p:tavLst>
                                        <p:tav tm="0">
                                          <p:val>
                                            <p:strVal val="#ppt_h"/>
                                          </p:val>
                                        </p:tav>
                                        <p:tav tm="100000">
                                          <p:val>
                                            <p:strVal val="#ppt_h"/>
                                          </p:val>
                                        </p:tav>
                                      </p:tavLst>
                                    </p:anim>
                                  </p:childTnLst>
                                </p:cTn>
                              </p:par>
                            </p:childTnLst>
                          </p:cTn>
                        </p:par>
                      </p:childTnLst>
                    </p:cTn>
                  </p:par>
                  <p:par>
                    <p:cTn id="452" fill="hold" nodeType="clickPar">
                      <p:stCondLst>
                        <p:cond delay="indefinite"/>
                      </p:stCondLst>
                      <p:childTnLst>
                        <p:par>
                          <p:cTn id="453" fill="hold" nodeType="withGroup">
                            <p:stCondLst>
                              <p:cond delay="0"/>
                            </p:stCondLst>
                            <p:childTnLst>
                              <p:par>
                                <p:cTn id="454" presetID="17" presetClass="entr" presetSubtype="8" fill="hold" grpId="0" nodeType="clickEffect">
                                  <p:stCondLst>
                                    <p:cond delay="0"/>
                                  </p:stCondLst>
                                  <p:childTnLst>
                                    <p:set>
                                      <p:cBhvr>
                                        <p:cTn id="455" dur="1" fill="hold">
                                          <p:stCondLst>
                                            <p:cond delay="0"/>
                                          </p:stCondLst>
                                        </p:cTn>
                                        <p:tgtEl>
                                          <p:spTgt spid="16503"/>
                                        </p:tgtEl>
                                        <p:attrNameLst>
                                          <p:attrName>style.visibility</p:attrName>
                                        </p:attrNameLst>
                                      </p:cBhvr>
                                      <p:to>
                                        <p:strVal val="visible"/>
                                      </p:to>
                                    </p:set>
                                    <p:anim calcmode="lin" valueType="num">
                                      <p:cBhvr>
                                        <p:cTn id="456" dur="500" fill="hold"/>
                                        <p:tgtEl>
                                          <p:spTgt spid="16503"/>
                                        </p:tgtEl>
                                        <p:attrNameLst>
                                          <p:attrName>ppt_x</p:attrName>
                                        </p:attrNameLst>
                                      </p:cBhvr>
                                      <p:tavLst>
                                        <p:tav tm="0">
                                          <p:val>
                                            <p:strVal val="#ppt_x-#ppt_w/2"/>
                                          </p:val>
                                        </p:tav>
                                        <p:tav tm="100000">
                                          <p:val>
                                            <p:strVal val="#ppt_x"/>
                                          </p:val>
                                        </p:tav>
                                      </p:tavLst>
                                    </p:anim>
                                    <p:anim calcmode="lin" valueType="num">
                                      <p:cBhvr>
                                        <p:cTn id="457" dur="500" fill="hold"/>
                                        <p:tgtEl>
                                          <p:spTgt spid="16503"/>
                                        </p:tgtEl>
                                        <p:attrNameLst>
                                          <p:attrName>ppt_y</p:attrName>
                                        </p:attrNameLst>
                                      </p:cBhvr>
                                      <p:tavLst>
                                        <p:tav tm="0">
                                          <p:val>
                                            <p:strVal val="#ppt_y"/>
                                          </p:val>
                                        </p:tav>
                                        <p:tav tm="100000">
                                          <p:val>
                                            <p:strVal val="#ppt_y"/>
                                          </p:val>
                                        </p:tav>
                                      </p:tavLst>
                                    </p:anim>
                                    <p:anim calcmode="lin" valueType="num">
                                      <p:cBhvr>
                                        <p:cTn id="458" dur="500" fill="hold"/>
                                        <p:tgtEl>
                                          <p:spTgt spid="16503"/>
                                        </p:tgtEl>
                                        <p:attrNameLst>
                                          <p:attrName>ppt_w</p:attrName>
                                        </p:attrNameLst>
                                      </p:cBhvr>
                                      <p:tavLst>
                                        <p:tav tm="0">
                                          <p:val>
                                            <p:fltVal val="0"/>
                                          </p:val>
                                        </p:tav>
                                        <p:tav tm="100000">
                                          <p:val>
                                            <p:strVal val="#ppt_w"/>
                                          </p:val>
                                        </p:tav>
                                      </p:tavLst>
                                    </p:anim>
                                    <p:anim calcmode="lin" valueType="num">
                                      <p:cBhvr>
                                        <p:cTn id="459" dur="500" fill="hold"/>
                                        <p:tgtEl>
                                          <p:spTgt spid="16503"/>
                                        </p:tgtEl>
                                        <p:attrNameLst>
                                          <p:attrName>ppt_h</p:attrName>
                                        </p:attrNameLst>
                                      </p:cBhvr>
                                      <p:tavLst>
                                        <p:tav tm="0">
                                          <p:val>
                                            <p:strVal val="#ppt_h"/>
                                          </p:val>
                                        </p:tav>
                                        <p:tav tm="100000">
                                          <p:val>
                                            <p:strVal val="#ppt_h"/>
                                          </p:val>
                                        </p:tav>
                                      </p:tavLst>
                                    </p:anim>
                                  </p:childTnLst>
                                </p:cTn>
                              </p:par>
                            </p:childTnLst>
                          </p:cTn>
                        </p:par>
                      </p:childTnLst>
                    </p:cTn>
                  </p:par>
                  <p:par>
                    <p:cTn id="460" fill="hold" nodeType="clickPar">
                      <p:stCondLst>
                        <p:cond delay="indefinite"/>
                      </p:stCondLst>
                      <p:childTnLst>
                        <p:par>
                          <p:cTn id="461" fill="hold" nodeType="withGroup">
                            <p:stCondLst>
                              <p:cond delay="0"/>
                            </p:stCondLst>
                            <p:childTnLst>
                              <p:par>
                                <p:cTn id="462" presetID="17" presetClass="entr" presetSubtype="4" fill="hold" grpId="0" nodeType="clickEffect">
                                  <p:stCondLst>
                                    <p:cond delay="0"/>
                                  </p:stCondLst>
                                  <p:childTnLst>
                                    <p:set>
                                      <p:cBhvr>
                                        <p:cTn id="463" dur="1" fill="hold">
                                          <p:stCondLst>
                                            <p:cond delay="0"/>
                                          </p:stCondLst>
                                        </p:cTn>
                                        <p:tgtEl>
                                          <p:spTgt spid="16435"/>
                                        </p:tgtEl>
                                        <p:attrNameLst>
                                          <p:attrName>style.visibility</p:attrName>
                                        </p:attrNameLst>
                                      </p:cBhvr>
                                      <p:to>
                                        <p:strVal val="visible"/>
                                      </p:to>
                                    </p:set>
                                    <p:anim calcmode="lin" valueType="num">
                                      <p:cBhvr>
                                        <p:cTn id="464" dur="500" fill="hold"/>
                                        <p:tgtEl>
                                          <p:spTgt spid="16435"/>
                                        </p:tgtEl>
                                        <p:attrNameLst>
                                          <p:attrName>ppt_x</p:attrName>
                                        </p:attrNameLst>
                                      </p:cBhvr>
                                      <p:tavLst>
                                        <p:tav tm="0">
                                          <p:val>
                                            <p:strVal val="#ppt_x"/>
                                          </p:val>
                                        </p:tav>
                                        <p:tav tm="100000">
                                          <p:val>
                                            <p:strVal val="#ppt_x"/>
                                          </p:val>
                                        </p:tav>
                                      </p:tavLst>
                                    </p:anim>
                                    <p:anim calcmode="lin" valueType="num">
                                      <p:cBhvr>
                                        <p:cTn id="465" dur="500" fill="hold"/>
                                        <p:tgtEl>
                                          <p:spTgt spid="16435"/>
                                        </p:tgtEl>
                                        <p:attrNameLst>
                                          <p:attrName>ppt_y</p:attrName>
                                        </p:attrNameLst>
                                      </p:cBhvr>
                                      <p:tavLst>
                                        <p:tav tm="0">
                                          <p:val>
                                            <p:strVal val="#ppt_y+#ppt_h/2"/>
                                          </p:val>
                                        </p:tav>
                                        <p:tav tm="100000">
                                          <p:val>
                                            <p:strVal val="#ppt_y"/>
                                          </p:val>
                                        </p:tav>
                                      </p:tavLst>
                                    </p:anim>
                                    <p:anim calcmode="lin" valueType="num">
                                      <p:cBhvr>
                                        <p:cTn id="466" dur="500" fill="hold"/>
                                        <p:tgtEl>
                                          <p:spTgt spid="16435"/>
                                        </p:tgtEl>
                                        <p:attrNameLst>
                                          <p:attrName>ppt_w</p:attrName>
                                        </p:attrNameLst>
                                      </p:cBhvr>
                                      <p:tavLst>
                                        <p:tav tm="0">
                                          <p:val>
                                            <p:strVal val="#ppt_w"/>
                                          </p:val>
                                        </p:tav>
                                        <p:tav tm="100000">
                                          <p:val>
                                            <p:strVal val="#ppt_w"/>
                                          </p:val>
                                        </p:tav>
                                      </p:tavLst>
                                    </p:anim>
                                    <p:anim calcmode="lin" valueType="num">
                                      <p:cBhvr>
                                        <p:cTn id="467" dur="500" fill="hold"/>
                                        <p:tgtEl>
                                          <p:spTgt spid="16435"/>
                                        </p:tgtEl>
                                        <p:attrNameLst>
                                          <p:attrName>ppt_h</p:attrName>
                                        </p:attrNameLst>
                                      </p:cBhvr>
                                      <p:tavLst>
                                        <p:tav tm="0">
                                          <p:val>
                                            <p:fltVal val="0"/>
                                          </p:val>
                                        </p:tav>
                                        <p:tav tm="100000">
                                          <p:val>
                                            <p:strVal val="#ppt_h"/>
                                          </p:val>
                                        </p:tav>
                                      </p:tavLst>
                                    </p:anim>
                                  </p:childTnLst>
                                </p:cTn>
                              </p:par>
                            </p:childTnLst>
                          </p:cTn>
                        </p:par>
                      </p:childTnLst>
                    </p:cTn>
                  </p:par>
                  <p:par>
                    <p:cTn id="468" fill="hold" nodeType="clickPar">
                      <p:stCondLst>
                        <p:cond delay="indefinite"/>
                      </p:stCondLst>
                      <p:childTnLst>
                        <p:par>
                          <p:cTn id="469" fill="hold" nodeType="withGroup">
                            <p:stCondLst>
                              <p:cond delay="0"/>
                            </p:stCondLst>
                            <p:childTnLst>
                              <p:par>
                                <p:cTn id="470" presetID="23" presetClass="entr" presetSubtype="16" fill="hold" nodeType="clickEffect">
                                  <p:stCondLst>
                                    <p:cond delay="0"/>
                                  </p:stCondLst>
                                  <p:childTnLst>
                                    <p:set>
                                      <p:cBhvr>
                                        <p:cTn id="471" dur="1" fill="hold">
                                          <p:stCondLst>
                                            <p:cond delay="0"/>
                                          </p:stCondLst>
                                        </p:cTn>
                                        <p:tgtEl>
                                          <p:spTgt spid="16481"/>
                                        </p:tgtEl>
                                        <p:attrNameLst>
                                          <p:attrName>style.visibility</p:attrName>
                                        </p:attrNameLst>
                                      </p:cBhvr>
                                      <p:to>
                                        <p:strVal val="visible"/>
                                      </p:to>
                                    </p:set>
                                    <p:anim calcmode="lin" valueType="num">
                                      <p:cBhvr>
                                        <p:cTn id="472" dur="500" fill="hold"/>
                                        <p:tgtEl>
                                          <p:spTgt spid="16481"/>
                                        </p:tgtEl>
                                        <p:attrNameLst>
                                          <p:attrName>ppt_w</p:attrName>
                                        </p:attrNameLst>
                                      </p:cBhvr>
                                      <p:tavLst>
                                        <p:tav tm="0">
                                          <p:val>
                                            <p:fltVal val="0"/>
                                          </p:val>
                                        </p:tav>
                                        <p:tav tm="100000">
                                          <p:val>
                                            <p:strVal val="#ppt_w"/>
                                          </p:val>
                                        </p:tav>
                                      </p:tavLst>
                                    </p:anim>
                                    <p:anim calcmode="lin" valueType="num">
                                      <p:cBhvr>
                                        <p:cTn id="473" dur="500" fill="hold"/>
                                        <p:tgtEl>
                                          <p:spTgt spid="16481"/>
                                        </p:tgtEl>
                                        <p:attrNameLst>
                                          <p:attrName>ppt_h</p:attrName>
                                        </p:attrNameLst>
                                      </p:cBhvr>
                                      <p:tavLst>
                                        <p:tav tm="0">
                                          <p:val>
                                            <p:fltVal val="0"/>
                                          </p:val>
                                        </p:tav>
                                        <p:tav tm="100000">
                                          <p:val>
                                            <p:strVal val="#ppt_h"/>
                                          </p:val>
                                        </p:tav>
                                      </p:tavLst>
                                    </p:anim>
                                  </p:childTnLst>
                                </p:cTn>
                              </p:par>
                            </p:childTnLst>
                          </p:cTn>
                        </p:par>
                      </p:childTnLst>
                    </p:cTn>
                  </p:par>
                  <p:par>
                    <p:cTn id="474" fill="hold" nodeType="clickPar">
                      <p:stCondLst>
                        <p:cond delay="indefinite"/>
                      </p:stCondLst>
                      <p:childTnLst>
                        <p:par>
                          <p:cTn id="475" fill="hold" nodeType="withGroup">
                            <p:stCondLst>
                              <p:cond delay="0"/>
                            </p:stCondLst>
                            <p:childTnLst>
                              <p:par>
                                <p:cTn id="476" presetID="23" presetClass="entr" presetSubtype="16" fill="hold" grpId="0" nodeType="clickEffect">
                                  <p:stCondLst>
                                    <p:cond delay="0"/>
                                  </p:stCondLst>
                                  <p:childTnLst>
                                    <p:set>
                                      <p:cBhvr>
                                        <p:cTn id="477" dur="1" fill="hold">
                                          <p:stCondLst>
                                            <p:cond delay="0"/>
                                          </p:stCondLst>
                                        </p:cTn>
                                        <p:tgtEl>
                                          <p:spTgt spid="16387"/>
                                        </p:tgtEl>
                                        <p:attrNameLst>
                                          <p:attrName>style.visibility</p:attrName>
                                        </p:attrNameLst>
                                      </p:cBhvr>
                                      <p:to>
                                        <p:strVal val="visible"/>
                                      </p:to>
                                    </p:set>
                                    <p:anim calcmode="lin" valueType="num">
                                      <p:cBhvr>
                                        <p:cTn id="478" dur="500" fill="hold"/>
                                        <p:tgtEl>
                                          <p:spTgt spid="16387"/>
                                        </p:tgtEl>
                                        <p:attrNameLst>
                                          <p:attrName>ppt_w</p:attrName>
                                        </p:attrNameLst>
                                      </p:cBhvr>
                                      <p:tavLst>
                                        <p:tav tm="0">
                                          <p:val>
                                            <p:fltVal val="0"/>
                                          </p:val>
                                        </p:tav>
                                        <p:tav tm="100000">
                                          <p:val>
                                            <p:strVal val="#ppt_w"/>
                                          </p:val>
                                        </p:tav>
                                      </p:tavLst>
                                    </p:anim>
                                    <p:anim calcmode="lin" valueType="num">
                                      <p:cBhvr>
                                        <p:cTn id="479" dur="500" fill="hold"/>
                                        <p:tgtEl>
                                          <p:spTgt spid="16387"/>
                                        </p:tgtEl>
                                        <p:attrNameLst>
                                          <p:attrName>ppt_h</p:attrName>
                                        </p:attrNameLst>
                                      </p:cBhvr>
                                      <p:tavLst>
                                        <p:tav tm="0">
                                          <p:val>
                                            <p:fltVal val="0"/>
                                          </p:val>
                                        </p:tav>
                                        <p:tav tm="100000">
                                          <p:val>
                                            <p:strVal val="#ppt_h"/>
                                          </p:val>
                                        </p:tav>
                                      </p:tavLst>
                                    </p:anim>
                                  </p:childTnLst>
                                </p:cTn>
                              </p:par>
                            </p:childTnLst>
                          </p:cTn>
                        </p:par>
                      </p:childTnLst>
                    </p:cTn>
                  </p:par>
                  <p:par>
                    <p:cTn id="480" fill="hold" nodeType="clickPar">
                      <p:stCondLst>
                        <p:cond delay="indefinite"/>
                      </p:stCondLst>
                      <p:childTnLst>
                        <p:par>
                          <p:cTn id="481" fill="hold" nodeType="withGroup">
                            <p:stCondLst>
                              <p:cond delay="0"/>
                            </p:stCondLst>
                            <p:childTnLst>
                              <p:par>
                                <p:cTn id="482" presetID="18" presetClass="entr" presetSubtype="6" fill="hold" grpId="0" nodeType="clickEffect">
                                  <p:stCondLst>
                                    <p:cond delay="0"/>
                                  </p:stCondLst>
                                  <p:childTnLst>
                                    <p:set>
                                      <p:cBhvr>
                                        <p:cTn id="483" dur="1" fill="hold">
                                          <p:stCondLst>
                                            <p:cond delay="0"/>
                                          </p:stCondLst>
                                        </p:cTn>
                                        <p:tgtEl>
                                          <p:spTgt spid="16436"/>
                                        </p:tgtEl>
                                        <p:attrNameLst>
                                          <p:attrName>style.visibility</p:attrName>
                                        </p:attrNameLst>
                                      </p:cBhvr>
                                      <p:to>
                                        <p:strVal val="visible"/>
                                      </p:to>
                                    </p:set>
                                    <p:animEffect transition="in" filter="strips(downRight)">
                                      <p:cBhvr>
                                        <p:cTn id="484" dur="500"/>
                                        <p:tgtEl>
                                          <p:spTgt spid="16436"/>
                                        </p:tgtEl>
                                      </p:cBhvr>
                                    </p:animEffect>
                                  </p:childTnLst>
                                </p:cTn>
                              </p:par>
                            </p:childTnLst>
                          </p:cTn>
                        </p:par>
                      </p:childTnLst>
                    </p:cTn>
                  </p:par>
                  <p:par>
                    <p:cTn id="485" fill="hold" nodeType="clickPar">
                      <p:stCondLst>
                        <p:cond delay="indefinite"/>
                      </p:stCondLst>
                      <p:childTnLst>
                        <p:par>
                          <p:cTn id="486" fill="hold" nodeType="withGroup">
                            <p:stCondLst>
                              <p:cond delay="0"/>
                            </p:stCondLst>
                            <p:childTnLst>
                              <p:par>
                                <p:cTn id="487" presetID="17" presetClass="entr" presetSubtype="2" fill="hold" grpId="0" nodeType="clickEffect">
                                  <p:stCondLst>
                                    <p:cond delay="0"/>
                                  </p:stCondLst>
                                  <p:childTnLst>
                                    <p:set>
                                      <p:cBhvr>
                                        <p:cTn id="488" dur="1" fill="hold">
                                          <p:stCondLst>
                                            <p:cond delay="0"/>
                                          </p:stCondLst>
                                        </p:cTn>
                                        <p:tgtEl>
                                          <p:spTgt spid="16437"/>
                                        </p:tgtEl>
                                        <p:attrNameLst>
                                          <p:attrName>style.visibility</p:attrName>
                                        </p:attrNameLst>
                                      </p:cBhvr>
                                      <p:to>
                                        <p:strVal val="visible"/>
                                      </p:to>
                                    </p:set>
                                    <p:anim calcmode="lin" valueType="num">
                                      <p:cBhvr>
                                        <p:cTn id="489" dur="500" fill="hold"/>
                                        <p:tgtEl>
                                          <p:spTgt spid="16437"/>
                                        </p:tgtEl>
                                        <p:attrNameLst>
                                          <p:attrName>ppt_x</p:attrName>
                                        </p:attrNameLst>
                                      </p:cBhvr>
                                      <p:tavLst>
                                        <p:tav tm="0">
                                          <p:val>
                                            <p:strVal val="#ppt_x+#ppt_w/2"/>
                                          </p:val>
                                        </p:tav>
                                        <p:tav tm="100000">
                                          <p:val>
                                            <p:strVal val="#ppt_x"/>
                                          </p:val>
                                        </p:tav>
                                      </p:tavLst>
                                    </p:anim>
                                    <p:anim calcmode="lin" valueType="num">
                                      <p:cBhvr>
                                        <p:cTn id="490" dur="500" fill="hold"/>
                                        <p:tgtEl>
                                          <p:spTgt spid="16437"/>
                                        </p:tgtEl>
                                        <p:attrNameLst>
                                          <p:attrName>ppt_y</p:attrName>
                                        </p:attrNameLst>
                                      </p:cBhvr>
                                      <p:tavLst>
                                        <p:tav tm="0">
                                          <p:val>
                                            <p:strVal val="#ppt_y"/>
                                          </p:val>
                                        </p:tav>
                                        <p:tav tm="100000">
                                          <p:val>
                                            <p:strVal val="#ppt_y"/>
                                          </p:val>
                                        </p:tav>
                                      </p:tavLst>
                                    </p:anim>
                                    <p:anim calcmode="lin" valueType="num">
                                      <p:cBhvr>
                                        <p:cTn id="491" dur="500" fill="hold"/>
                                        <p:tgtEl>
                                          <p:spTgt spid="16437"/>
                                        </p:tgtEl>
                                        <p:attrNameLst>
                                          <p:attrName>ppt_w</p:attrName>
                                        </p:attrNameLst>
                                      </p:cBhvr>
                                      <p:tavLst>
                                        <p:tav tm="0">
                                          <p:val>
                                            <p:fltVal val="0"/>
                                          </p:val>
                                        </p:tav>
                                        <p:tav tm="100000">
                                          <p:val>
                                            <p:strVal val="#ppt_w"/>
                                          </p:val>
                                        </p:tav>
                                      </p:tavLst>
                                    </p:anim>
                                    <p:anim calcmode="lin" valueType="num">
                                      <p:cBhvr>
                                        <p:cTn id="492" dur="500" fill="hold"/>
                                        <p:tgtEl>
                                          <p:spTgt spid="16437"/>
                                        </p:tgtEl>
                                        <p:attrNameLst>
                                          <p:attrName>ppt_h</p:attrName>
                                        </p:attrNameLst>
                                      </p:cBhvr>
                                      <p:tavLst>
                                        <p:tav tm="0">
                                          <p:val>
                                            <p:strVal val="#ppt_h"/>
                                          </p:val>
                                        </p:tav>
                                        <p:tav tm="100000">
                                          <p:val>
                                            <p:strVal val="#ppt_h"/>
                                          </p:val>
                                        </p:tav>
                                      </p:tavLst>
                                    </p:anim>
                                  </p:childTnLst>
                                </p:cTn>
                              </p:par>
                            </p:childTnLst>
                          </p:cTn>
                        </p:par>
                      </p:childTnLst>
                    </p:cTn>
                  </p:par>
                  <p:par>
                    <p:cTn id="493" fill="hold" nodeType="clickPar">
                      <p:stCondLst>
                        <p:cond delay="indefinite"/>
                      </p:stCondLst>
                      <p:childTnLst>
                        <p:par>
                          <p:cTn id="494" fill="hold" nodeType="withGroup">
                            <p:stCondLst>
                              <p:cond delay="0"/>
                            </p:stCondLst>
                            <p:childTnLst>
                              <p:par>
                                <p:cTn id="495" presetID="2" presetClass="entr" presetSubtype="8" fill="hold" grpId="0" nodeType="clickEffect">
                                  <p:stCondLst>
                                    <p:cond delay="0"/>
                                  </p:stCondLst>
                                  <p:childTnLst>
                                    <p:set>
                                      <p:cBhvr>
                                        <p:cTn id="496" dur="1" fill="hold">
                                          <p:stCondLst>
                                            <p:cond delay="0"/>
                                          </p:stCondLst>
                                        </p:cTn>
                                        <p:tgtEl>
                                          <p:spTgt spid="16490"/>
                                        </p:tgtEl>
                                        <p:attrNameLst>
                                          <p:attrName>style.visibility</p:attrName>
                                        </p:attrNameLst>
                                      </p:cBhvr>
                                      <p:to>
                                        <p:strVal val="visible"/>
                                      </p:to>
                                    </p:set>
                                    <p:anim calcmode="lin" valueType="num">
                                      <p:cBhvr additive="base">
                                        <p:cTn id="497" dur="500" fill="hold"/>
                                        <p:tgtEl>
                                          <p:spTgt spid="16490"/>
                                        </p:tgtEl>
                                        <p:attrNameLst>
                                          <p:attrName>ppt_x</p:attrName>
                                        </p:attrNameLst>
                                      </p:cBhvr>
                                      <p:tavLst>
                                        <p:tav tm="0">
                                          <p:val>
                                            <p:strVal val="0-#ppt_w/2"/>
                                          </p:val>
                                        </p:tav>
                                        <p:tav tm="100000">
                                          <p:val>
                                            <p:strVal val="#ppt_x"/>
                                          </p:val>
                                        </p:tav>
                                      </p:tavLst>
                                    </p:anim>
                                    <p:anim calcmode="lin" valueType="num">
                                      <p:cBhvr additive="base">
                                        <p:cTn id="498" dur="500" fill="hold"/>
                                        <p:tgtEl>
                                          <p:spTgt spid="164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animBg="1"/>
      <p:bldP spid="16388" grpId="0" animBg="1"/>
      <p:bldP spid="16389" grpId="0" animBg="1"/>
      <p:bldP spid="16390" grpId="0" animBg="1"/>
      <p:bldP spid="16391" grpId="0" animBg="1"/>
      <p:bldP spid="16392" grpId="0" animBg="1"/>
      <p:bldP spid="16393" grpId="0" animBg="1"/>
      <p:bldP spid="16394" grpId="0" animBg="1"/>
      <p:bldP spid="16395" grpId="0" animBg="1"/>
      <p:bldP spid="16396" grpId="0" animBg="1"/>
      <p:bldP spid="16397" grpId="0" animBg="1"/>
      <p:bldP spid="16398" grpId="0" animBg="1"/>
      <p:bldP spid="16399" grpId="0" autoUpdateAnimBg="0"/>
      <p:bldP spid="16400" grpId="0" autoUpdateAnimBg="0"/>
      <p:bldP spid="16401" grpId="0" autoUpdateAnimBg="0"/>
      <p:bldP spid="16402" grpId="0" autoUpdateAnimBg="0"/>
      <p:bldP spid="16403" grpId="0" autoUpdateAnimBg="0"/>
      <p:bldP spid="16404" grpId="0" autoUpdateAnimBg="0"/>
      <p:bldP spid="16405" grpId="0" autoUpdateAnimBg="0"/>
      <p:bldP spid="16406" grpId="0" autoUpdateAnimBg="0"/>
      <p:bldP spid="16407" grpId="0" animBg="1"/>
      <p:bldP spid="16408" grpId="0" animBg="1"/>
      <p:bldP spid="16409" grpId="0" animBg="1"/>
      <p:bldP spid="16410" grpId="0" animBg="1"/>
      <p:bldP spid="16411" grpId="0" animBg="1"/>
      <p:bldP spid="16412" grpId="0" animBg="1"/>
      <p:bldP spid="16413" grpId="0" animBg="1"/>
      <p:bldP spid="16414" grpId="0" animBg="1"/>
      <p:bldP spid="16415" grpId="0" animBg="1"/>
      <p:bldP spid="16416" grpId="0" animBg="1"/>
      <p:bldP spid="16417" grpId="0" animBg="1"/>
      <p:bldP spid="16431" grpId="0" animBg="1"/>
      <p:bldP spid="16432" grpId="0" animBg="1"/>
      <p:bldP spid="16433" grpId="0" animBg="1"/>
      <p:bldP spid="16434" grpId="0" animBg="1"/>
      <p:bldP spid="16435" grpId="0" animBg="1"/>
      <p:bldP spid="16436" grpId="0" animBg="1"/>
      <p:bldP spid="16437" grpId="0" animBg="1"/>
      <p:bldP spid="16438" grpId="0" autoUpdateAnimBg="0"/>
      <p:bldP spid="16439" grpId="0" autoUpdateAnimBg="0"/>
      <p:bldP spid="16440" grpId="0" autoUpdateAnimBg="0"/>
      <p:bldP spid="16441" grpId="0" autoUpdateAnimBg="0"/>
      <p:bldP spid="16442" grpId="0" autoUpdateAnimBg="0"/>
      <p:bldP spid="16443" grpId="0" autoUpdateAnimBg="0"/>
      <p:bldP spid="16444" grpId="0" autoUpdateAnimBg="0"/>
      <p:bldP spid="16445" grpId="0" autoUpdateAnimBg="0"/>
      <p:bldP spid="16446" grpId="0" autoUpdateAnimBg="0"/>
      <p:bldP spid="16447" grpId="0" autoUpdateAnimBg="0"/>
      <p:bldP spid="16448" grpId="0" autoUpdateAnimBg="0"/>
      <p:bldP spid="16480" grpId="0" autoUpdateAnimBg="0"/>
      <p:bldP spid="16490" grpId="0" autoUpdateAnimBg="0"/>
      <p:bldP spid="16491" grpId="0" autoUpdateAnimBg="0"/>
      <p:bldP spid="16492" grpId="0" autoUpdateAnimBg="0"/>
      <p:bldP spid="16493" grpId="0" animBg="1"/>
      <p:bldP spid="16494" grpId="0" animBg="1"/>
      <p:bldP spid="16495" grpId="0" animBg="1"/>
      <p:bldP spid="16496" grpId="0" animBg="1"/>
      <p:bldP spid="16497" grpId="0" animBg="1"/>
      <p:bldP spid="16498" grpId="0" animBg="1"/>
      <p:bldP spid="16499" grpId="0" animBg="1"/>
      <p:bldP spid="16500" grpId="0" animBg="1"/>
      <p:bldP spid="16501" grpId="0" animBg="1"/>
      <p:bldP spid="16502" grpId="0" animBg="1"/>
      <p:bldP spid="16503" grpId="0" animBg="1"/>
      <p:bldP spid="16504" grpId="0" animBg="1"/>
      <p:bldP spid="16505" grpId="0" animBg="1"/>
      <p:bldP spid="1650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0" y="0"/>
            <a:ext cx="3962400" cy="23622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435" name="Rectangle 3"/>
          <p:cNvSpPr>
            <a:spLocks noChangeArrowheads="1"/>
          </p:cNvSpPr>
          <p:nvPr/>
        </p:nvSpPr>
        <p:spPr bwMode="auto">
          <a:xfrm>
            <a:off x="3962400" y="0"/>
            <a:ext cx="5181600" cy="23622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18436" name="Group 4"/>
          <p:cNvGrpSpPr>
            <a:grpSpLocks/>
          </p:cNvGrpSpPr>
          <p:nvPr/>
        </p:nvGrpSpPr>
        <p:grpSpPr bwMode="auto">
          <a:xfrm>
            <a:off x="6019800" y="4410075"/>
            <a:ext cx="490538" cy="1289050"/>
            <a:chOff x="336" y="2976"/>
            <a:chExt cx="309" cy="812"/>
          </a:xfrm>
        </p:grpSpPr>
        <p:sp>
          <p:nvSpPr>
            <p:cNvPr id="2" name="Oval 5"/>
            <p:cNvSpPr>
              <a:spLocks noChangeArrowheads="1"/>
            </p:cNvSpPr>
            <p:nvPr/>
          </p:nvSpPr>
          <p:spPr bwMode="auto">
            <a:xfrm rot="1920323">
              <a:off x="336" y="2976"/>
              <a:ext cx="240" cy="73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 name="Rectangle 6"/>
            <p:cNvSpPr>
              <a:spLocks noChangeArrowheads="1"/>
            </p:cNvSpPr>
            <p:nvPr/>
          </p:nvSpPr>
          <p:spPr bwMode="auto">
            <a:xfrm rot="-3440224">
              <a:off x="165" y="3308"/>
              <a:ext cx="768" cy="19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sp>
        <p:nvSpPr>
          <p:cNvPr id="18439" name="Oval 7"/>
          <p:cNvSpPr>
            <a:spLocks noChangeArrowheads="1"/>
          </p:cNvSpPr>
          <p:nvPr/>
        </p:nvSpPr>
        <p:spPr bwMode="auto">
          <a:xfrm rot="1920323">
            <a:off x="7251700" y="5459413"/>
            <a:ext cx="381000" cy="11652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18440" name="Group 8"/>
          <p:cNvGrpSpPr>
            <a:grpSpLocks/>
          </p:cNvGrpSpPr>
          <p:nvPr/>
        </p:nvGrpSpPr>
        <p:grpSpPr bwMode="auto">
          <a:xfrm>
            <a:off x="3182940" y="3970338"/>
            <a:ext cx="1878014" cy="3084512"/>
            <a:chOff x="2245" y="2323"/>
            <a:chExt cx="1183" cy="1943"/>
          </a:xfrm>
        </p:grpSpPr>
        <p:sp>
          <p:nvSpPr>
            <p:cNvPr id="18573" name="Rectangle 9"/>
            <p:cNvSpPr>
              <a:spLocks noChangeArrowheads="1"/>
            </p:cNvSpPr>
            <p:nvPr/>
          </p:nvSpPr>
          <p:spPr bwMode="auto">
            <a:xfrm rot="-2990154">
              <a:off x="2414" y="2755"/>
              <a:ext cx="768" cy="105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74" name="Text Box 10"/>
            <p:cNvSpPr txBox="1">
              <a:spLocks noChangeArrowheads="1"/>
            </p:cNvSpPr>
            <p:nvPr/>
          </p:nvSpPr>
          <p:spPr bwMode="auto">
            <a:xfrm rot="18609846">
              <a:off x="1797" y="2771"/>
              <a:ext cx="122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            b d            c</a:t>
              </a:r>
              <a:r>
                <a:rPr lang="en-US" altLang="en-US" sz="2800">
                  <a:latin typeface="Times New Roman" panose="02020603050405020304" pitchFamily="18" charset="0"/>
                </a:rPr>
                <a:t> </a:t>
              </a:r>
            </a:p>
          </p:txBody>
        </p:sp>
        <p:sp>
          <p:nvSpPr>
            <p:cNvPr id="18575" name="Text Box 11"/>
            <p:cNvSpPr txBox="1">
              <a:spLocks noChangeArrowheads="1"/>
            </p:cNvSpPr>
            <p:nvPr/>
          </p:nvSpPr>
          <p:spPr bwMode="auto">
            <a:xfrm rot="18609846">
              <a:off x="2643" y="3482"/>
              <a:ext cx="123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1           2 4             3</a:t>
              </a:r>
              <a:r>
                <a:rPr lang="en-US" altLang="en-US" sz="2800">
                  <a:latin typeface="Times New Roman" panose="02020603050405020304" pitchFamily="18" charset="0"/>
                </a:rPr>
                <a:t> </a:t>
              </a:r>
            </a:p>
          </p:txBody>
        </p:sp>
      </p:grpSp>
      <p:grpSp>
        <p:nvGrpSpPr>
          <p:cNvPr id="18444" name="Group 12"/>
          <p:cNvGrpSpPr>
            <a:grpSpLocks/>
          </p:cNvGrpSpPr>
          <p:nvPr/>
        </p:nvGrpSpPr>
        <p:grpSpPr bwMode="auto">
          <a:xfrm>
            <a:off x="3060700" y="2974975"/>
            <a:ext cx="762000" cy="1219200"/>
            <a:chOff x="3888" y="1680"/>
            <a:chExt cx="480" cy="768"/>
          </a:xfrm>
        </p:grpSpPr>
        <p:sp>
          <p:nvSpPr>
            <p:cNvPr id="4" name="Oval 13"/>
            <p:cNvSpPr>
              <a:spLocks noChangeArrowheads="1"/>
            </p:cNvSpPr>
            <p:nvPr/>
          </p:nvSpPr>
          <p:spPr bwMode="auto">
            <a:xfrm>
              <a:off x="3888" y="1680"/>
              <a:ext cx="480" cy="768"/>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72" name="Rectangle 14"/>
            <p:cNvSpPr>
              <a:spLocks noChangeArrowheads="1"/>
            </p:cNvSpPr>
            <p:nvPr/>
          </p:nvSpPr>
          <p:spPr bwMode="auto">
            <a:xfrm>
              <a:off x="4128" y="1680"/>
              <a:ext cx="240" cy="768"/>
            </a:xfrm>
            <a:prstGeom prst="rect">
              <a:avLst/>
            </a:prstGeom>
            <a:solidFill>
              <a:schemeClr val="bg1"/>
            </a:solidFill>
            <a:ln w="1905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sp>
        <p:nvSpPr>
          <p:cNvPr id="18447" name="Line 15"/>
          <p:cNvSpPr>
            <a:spLocks noChangeShapeType="1"/>
          </p:cNvSpPr>
          <p:nvPr/>
        </p:nvSpPr>
        <p:spPr bwMode="auto">
          <a:xfrm>
            <a:off x="1066800" y="4473575"/>
            <a:ext cx="6934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48" name="Text Box 16"/>
          <p:cNvSpPr txBox="1">
            <a:spLocks noChangeArrowheads="1"/>
          </p:cNvSpPr>
          <p:nvPr/>
        </p:nvSpPr>
        <p:spPr bwMode="auto">
          <a:xfrm>
            <a:off x="762000" y="4092575"/>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X</a:t>
            </a:r>
          </a:p>
        </p:txBody>
      </p:sp>
      <p:sp>
        <p:nvSpPr>
          <p:cNvPr id="18449" name="Text Box 17"/>
          <p:cNvSpPr txBox="1">
            <a:spLocks noChangeArrowheads="1"/>
          </p:cNvSpPr>
          <p:nvPr/>
        </p:nvSpPr>
        <p:spPr bwMode="auto">
          <a:xfrm>
            <a:off x="7696200" y="4168775"/>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Y</a:t>
            </a:r>
          </a:p>
        </p:txBody>
      </p:sp>
      <p:sp>
        <p:nvSpPr>
          <p:cNvPr id="18450" name="Oval 18"/>
          <p:cNvSpPr>
            <a:spLocks noChangeArrowheads="1"/>
          </p:cNvSpPr>
          <p:nvPr/>
        </p:nvSpPr>
        <p:spPr bwMode="auto">
          <a:xfrm>
            <a:off x="1447800" y="2949575"/>
            <a:ext cx="1219200" cy="12192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451" name="Line 19"/>
          <p:cNvSpPr>
            <a:spLocks noChangeShapeType="1"/>
          </p:cNvSpPr>
          <p:nvPr/>
        </p:nvSpPr>
        <p:spPr bwMode="auto">
          <a:xfrm>
            <a:off x="1447800" y="3559175"/>
            <a:ext cx="0" cy="281940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52" name="Line 20"/>
          <p:cNvSpPr>
            <a:spLocks noChangeShapeType="1"/>
          </p:cNvSpPr>
          <p:nvPr/>
        </p:nvSpPr>
        <p:spPr bwMode="auto">
          <a:xfrm>
            <a:off x="2667000" y="3482975"/>
            <a:ext cx="0" cy="289560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53" name="Rectangle 21"/>
          <p:cNvSpPr>
            <a:spLocks noChangeArrowheads="1"/>
          </p:cNvSpPr>
          <p:nvPr/>
        </p:nvSpPr>
        <p:spPr bwMode="auto">
          <a:xfrm>
            <a:off x="1447800" y="4473575"/>
            <a:ext cx="1219200" cy="167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454" name="Line 22"/>
          <p:cNvSpPr>
            <a:spLocks noChangeShapeType="1"/>
          </p:cNvSpPr>
          <p:nvPr/>
        </p:nvSpPr>
        <p:spPr bwMode="auto">
          <a:xfrm>
            <a:off x="2044700" y="4321175"/>
            <a:ext cx="0" cy="2057400"/>
          </a:xfrm>
          <a:prstGeom prst="line">
            <a:avLst/>
          </a:prstGeom>
          <a:noFill/>
          <a:ln w="1270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55" name="Line 23"/>
          <p:cNvSpPr>
            <a:spLocks noChangeShapeType="1"/>
          </p:cNvSpPr>
          <p:nvPr/>
        </p:nvSpPr>
        <p:spPr bwMode="auto">
          <a:xfrm>
            <a:off x="1447800" y="3571875"/>
            <a:ext cx="1219200"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56" name="Line 24"/>
          <p:cNvSpPr>
            <a:spLocks noChangeShapeType="1"/>
          </p:cNvSpPr>
          <p:nvPr/>
        </p:nvSpPr>
        <p:spPr bwMode="auto">
          <a:xfrm flipV="1">
            <a:off x="2044700" y="2949575"/>
            <a:ext cx="0" cy="121920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57" name="Text Box 25"/>
          <p:cNvSpPr txBox="1">
            <a:spLocks noChangeArrowheads="1"/>
          </p:cNvSpPr>
          <p:nvPr/>
        </p:nvSpPr>
        <p:spPr bwMode="auto">
          <a:xfrm>
            <a:off x="1219200" y="4270375"/>
            <a:ext cx="19447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            b d            c</a:t>
            </a:r>
            <a:r>
              <a:rPr lang="en-US" altLang="en-US" sz="2800">
                <a:latin typeface="Times New Roman" panose="02020603050405020304" pitchFamily="18" charset="0"/>
              </a:rPr>
              <a:t> </a:t>
            </a:r>
          </a:p>
        </p:txBody>
      </p:sp>
      <p:sp>
        <p:nvSpPr>
          <p:cNvPr id="18458" name="Text Box 26"/>
          <p:cNvSpPr txBox="1">
            <a:spLocks noChangeArrowheads="1"/>
          </p:cNvSpPr>
          <p:nvPr/>
        </p:nvSpPr>
        <p:spPr bwMode="auto">
          <a:xfrm>
            <a:off x="1219200" y="5997575"/>
            <a:ext cx="196720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1           2 4             3</a:t>
            </a:r>
            <a:r>
              <a:rPr lang="en-US" altLang="en-US" sz="2800">
                <a:latin typeface="Times New Roman" panose="02020603050405020304" pitchFamily="18" charset="0"/>
              </a:rPr>
              <a:t> </a:t>
            </a:r>
          </a:p>
        </p:txBody>
      </p:sp>
      <p:grpSp>
        <p:nvGrpSpPr>
          <p:cNvPr id="18459" name="Group 27"/>
          <p:cNvGrpSpPr>
            <a:grpSpLocks/>
          </p:cNvGrpSpPr>
          <p:nvPr/>
        </p:nvGrpSpPr>
        <p:grpSpPr bwMode="auto">
          <a:xfrm>
            <a:off x="1039813" y="2682876"/>
            <a:ext cx="1957388" cy="1760538"/>
            <a:chOff x="895" y="1512"/>
            <a:chExt cx="1233" cy="1109"/>
          </a:xfrm>
        </p:grpSpPr>
        <p:grpSp>
          <p:nvGrpSpPr>
            <p:cNvPr id="5" name="Group 28"/>
            <p:cNvGrpSpPr>
              <a:grpSpLocks/>
            </p:cNvGrpSpPr>
            <p:nvPr/>
          </p:nvGrpSpPr>
          <p:grpSpPr bwMode="auto">
            <a:xfrm>
              <a:off x="998" y="1512"/>
              <a:ext cx="1111" cy="1101"/>
              <a:chOff x="998" y="1512"/>
              <a:chExt cx="1111" cy="1101"/>
            </a:xfrm>
          </p:grpSpPr>
          <p:sp>
            <p:nvSpPr>
              <p:cNvPr id="18567" name="Text Box 29"/>
              <p:cNvSpPr txBox="1">
                <a:spLocks noChangeArrowheads="1"/>
              </p:cNvSpPr>
              <p:nvPr/>
            </p:nvSpPr>
            <p:spPr bwMode="auto">
              <a:xfrm>
                <a:off x="998" y="1975"/>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18568" name="Text Box 30"/>
              <p:cNvSpPr txBox="1">
                <a:spLocks noChangeArrowheads="1"/>
              </p:cNvSpPr>
              <p:nvPr/>
            </p:nvSpPr>
            <p:spPr bwMode="auto">
              <a:xfrm>
                <a:off x="1488" y="2400"/>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18569" name="Text Box 31"/>
              <p:cNvSpPr txBox="1">
                <a:spLocks noChangeArrowheads="1"/>
              </p:cNvSpPr>
              <p:nvPr/>
            </p:nvSpPr>
            <p:spPr bwMode="auto">
              <a:xfrm>
                <a:off x="1892" y="1968"/>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18570" name="Text Box 32"/>
              <p:cNvSpPr txBox="1">
                <a:spLocks noChangeArrowheads="1"/>
              </p:cNvSpPr>
              <p:nvPr/>
            </p:nvSpPr>
            <p:spPr bwMode="auto">
              <a:xfrm>
                <a:off x="1440" y="1512"/>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p>
            </p:txBody>
          </p:sp>
        </p:grpSp>
        <p:sp>
          <p:nvSpPr>
            <p:cNvPr id="6" name="Text Box 33"/>
            <p:cNvSpPr txBox="1">
              <a:spLocks noChangeArrowheads="1"/>
            </p:cNvSpPr>
            <p:nvPr/>
          </p:nvSpPr>
          <p:spPr bwMode="auto">
            <a:xfrm>
              <a:off x="895" y="1984"/>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1’</a:t>
              </a:r>
            </a:p>
          </p:txBody>
        </p:sp>
        <p:sp>
          <p:nvSpPr>
            <p:cNvPr id="7" name="Text Box 34"/>
            <p:cNvSpPr txBox="1">
              <a:spLocks noChangeArrowheads="1"/>
            </p:cNvSpPr>
            <p:nvPr/>
          </p:nvSpPr>
          <p:spPr bwMode="auto">
            <a:xfrm>
              <a:off x="1376" y="2408"/>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2’</a:t>
              </a:r>
            </a:p>
          </p:txBody>
        </p:sp>
        <p:sp>
          <p:nvSpPr>
            <p:cNvPr id="8" name="Text Box 35"/>
            <p:cNvSpPr txBox="1">
              <a:spLocks noChangeArrowheads="1"/>
            </p:cNvSpPr>
            <p:nvPr/>
          </p:nvSpPr>
          <p:spPr bwMode="auto">
            <a:xfrm>
              <a:off x="1904" y="1872"/>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3’</a:t>
              </a:r>
            </a:p>
          </p:txBody>
        </p:sp>
        <p:sp>
          <p:nvSpPr>
            <p:cNvPr id="9" name="Text Box 36"/>
            <p:cNvSpPr txBox="1">
              <a:spLocks noChangeArrowheads="1"/>
            </p:cNvSpPr>
            <p:nvPr/>
          </p:nvSpPr>
          <p:spPr bwMode="auto">
            <a:xfrm>
              <a:off x="1360" y="1520"/>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4’</a:t>
              </a:r>
            </a:p>
          </p:txBody>
        </p:sp>
      </p:grpSp>
      <p:sp>
        <p:nvSpPr>
          <p:cNvPr id="18469" name="Line 37"/>
          <p:cNvSpPr>
            <a:spLocks noChangeShapeType="1"/>
          </p:cNvSpPr>
          <p:nvPr/>
        </p:nvSpPr>
        <p:spPr bwMode="auto">
          <a:xfrm rot="-2990154">
            <a:off x="4081463" y="4500563"/>
            <a:ext cx="0" cy="205740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70" name="Line 38"/>
          <p:cNvSpPr>
            <a:spLocks noChangeShapeType="1"/>
          </p:cNvSpPr>
          <p:nvPr/>
        </p:nvSpPr>
        <p:spPr bwMode="auto">
          <a:xfrm flipH="1" flipV="1">
            <a:off x="2819400" y="4473575"/>
            <a:ext cx="914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71" name="Text Box 39"/>
          <p:cNvSpPr txBox="1">
            <a:spLocks noChangeArrowheads="1"/>
          </p:cNvSpPr>
          <p:nvPr/>
        </p:nvSpPr>
        <p:spPr bwMode="auto">
          <a:xfrm>
            <a:off x="2943225" y="4433888"/>
            <a:ext cx="4587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45</a:t>
            </a:r>
            <a:r>
              <a:rPr lang="en-US" altLang="en-US" sz="1600" baseline="30000">
                <a:latin typeface="Times New Roman" panose="02020603050405020304" pitchFamily="18" charset="0"/>
              </a:rPr>
              <a:t>0</a:t>
            </a:r>
          </a:p>
        </p:txBody>
      </p:sp>
      <p:sp>
        <p:nvSpPr>
          <p:cNvPr id="18472" name="Line 40"/>
          <p:cNvSpPr>
            <a:spLocks noChangeShapeType="1"/>
          </p:cNvSpPr>
          <p:nvPr/>
        </p:nvSpPr>
        <p:spPr bwMode="auto">
          <a:xfrm flipV="1">
            <a:off x="3048000" y="2949575"/>
            <a:ext cx="0" cy="243840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73" name="Line 41"/>
          <p:cNvSpPr>
            <a:spLocks noChangeShapeType="1"/>
          </p:cNvSpPr>
          <p:nvPr/>
        </p:nvSpPr>
        <p:spPr bwMode="auto">
          <a:xfrm flipV="1">
            <a:off x="3429000" y="2949575"/>
            <a:ext cx="0" cy="198120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74" name="Line 42"/>
          <p:cNvSpPr>
            <a:spLocks noChangeShapeType="1"/>
          </p:cNvSpPr>
          <p:nvPr/>
        </p:nvSpPr>
        <p:spPr bwMode="auto">
          <a:xfrm flipV="1">
            <a:off x="3810000" y="2949575"/>
            <a:ext cx="0" cy="152400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75" name="Line 43"/>
          <p:cNvSpPr>
            <a:spLocks noChangeShapeType="1"/>
          </p:cNvSpPr>
          <p:nvPr/>
        </p:nvSpPr>
        <p:spPr bwMode="auto">
          <a:xfrm flipV="1">
            <a:off x="4343400" y="2949575"/>
            <a:ext cx="0" cy="350520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76" name="Line 44"/>
          <p:cNvSpPr>
            <a:spLocks noChangeShapeType="1"/>
          </p:cNvSpPr>
          <p:nvPr/>
        </p:nvSpPr>
        <p:spPr bwMode="auto">
          <a:xfrm flipV="1">
            <a:off x="4724400" y="2949575"/>
            <a:ext cx="0" cy="304800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77" name="Line 45"/>
          <p:cNvSpPr>
            <a:spLocks noChangeShapeType="1"/>
          </p:cNvSpPr>
          <p:nvPr/>
        </p:nvSpPr>
        <p:spPr bwMode="auto">
          <a:xfrm flipV="1">
            <a:off x="5105400" y="2949575"/>
            <a:ext cx="0" cy="259080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78" name="Line 46"/>
          <p:cNvSpPr>
            <a:spLocks noChangeShapeType="1"/>
          </p:cNvSpPr>
          <p:nvPr/>
        </p:nvSpPr>
        <p:spPr bwMode="auto">
          <a:xfrm>
            <a:off x="2057400" y="2949575"/>
            <a:ext cx="3200400"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18479" name="Group 47"/>
          <p:cNvGrpSpPr>
            <a:grpSpLocks/>
          </p:cNvGrpSpPr>
          <p:nvPr/>
        </p:nvGrpSpPr>
        <p:grpSpPr bwMode="auto">
          <a:xfrm>
            <a:off x="2971800" y="2949575"/>
            <a:ext cx="838200" cy="1219200"/>
            <a:chOff x="2112" y="1680"/>
            <a:chExt cx="528" cy="768"/>
          </a:xfrm>
        </p:grpSpPr>
        <p:sp>
          <p:nvSpPr>
            <p:cNvPr id="10" name="Oval 48"/>
            <p:cNvSpPr>
              <a:spLocks noChangeArrowheads="1"/>
            </p:cNvSpPr>
            <p:nvPr/>
          </p:nvSpPr>
          <p:spPr bwMode="auto">
            <a:xfrm>
              <a:off x="2400" y="168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1" name="Oval 49"/>
            <p:cNvSpPr>
              <a:spLocks noChangeArrowheads="1"/>
            </p:cNvSpPr>
            <p:nvPr/>
          </p:nvSpPr>
          <p:spPr bwMode="auto">
            <a:xfrm>
              <a:off x="2352" y="240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2" name="Oval 50"/>
            <p:cNvSpPr>
              <a:spLocks noChangeArrowheads="1"/>
            </p:cNvSpPr>
            <p:nvPr/>
          </p:nvSpPr>
          <p:spPr bwMode="auto">
            <a:xfrm>
              <a:off x="2112" y="206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3" name="Oval 51"/>
            <p:cNvSpPr>
              <a:spLocks noChangeArrowheads="1"/>
            </p:cNvSpPr>
            <p:nvPr/>
          </p:nvSpPr>
          <p:spPr bwMode="auto">
            <a:xfrm>
              <a:off x="2592" y="206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18484" name="Group 52"/>
          <p:cNvGrpSpPr>
            <a:grpSpLocks/>
          </p:cNvGrpSpPr>
          <p:nvPr/>
        </p:nvGrpSpPr>
        <p:grpSpPr bwMode="auto">
          <a:xfrm>
            <a:off x="4279900" y="2924175"/>
            <a:ext cx="876300" cy="1295400"/>
            <a:chOff x="2936" y="1664"/>
            <a:chExt cx="552" cy="816"/>
          </a:xfrm>
        </p:grpSpPr>
        <p:sp>
          <p:nvSpPr>
            <p:cNvPr id="14" name="Oval 53"/>
            <p:cNvSpPr>
              <a:spLocks noChangeArrowheads="1"/>
            </p:cNvSpPr>
            <p:nvPr/>
          </p:nvSpPr>
          <p:spPr bwMode="auto">
            <a:xfrm>
              <a:off x="3184" y="166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5" name="Oval 54"/>
            <p:cNvSpPr>
              <a:spLocks noChangeArrowheads="1"/>
            </p:cNvSpPr>
            <p:nvPr/>
          </p:nvSpPr>
          <p:spPr bwMode="auto">
            <a:xfrm>
              <a:off x="2936" y="203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6" name="Oval 55"/>
            <p:cNvSpPr>
              <a:spLocks noChangeArrowheads="1"/>
            </p:cNvSpPr>
            <p:nvPr/>
          </p:nvSpPr>
          <p:spPr bwMode="auto">
            <a:xfrm>
              <a:off x="3440" y="202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7" name="Oval 56"/>
            <p:cNvSpPr>
              <a:spLocks noChangeArrowheads="1"/>
            </p:cNvSpPr>
            <p:nvPr/>
          </p:nvSpPr>
          <p:spPr bwMode="auto">
            <a:xfrm>
              <a:off x="3176" y="243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18489" name="Group 57"/>
          <p:cNvGrpSpPr>
            <a:grpSpLocks/>
          </p:cNvGrpSpPr>
          <p:nvPr/>
        </p:nvGrpSpPr>
        <p:grpSpPr bwMode="auto">
          <a:xfrm>
            <a:off x="4122737" y="2720976"/>
            <a:ext cx="1320799" cy="1774826"/>
            <a:chOff x="1992" y="1495"/>
            <a:chExt cx="832" cy="1118"/>
          </a:xfrm>
        </p:grpSpPr>
        <p:sp>
          <p:nvSpPr>
            <p:cNvPr id="18550" name="Text Box 58"/>
            <p:cNvSpPr txBox="1">
              <a:spLocks noChangeArrowheads="1"/>
            </p:cNvSpPr>
            <p:nvPr/>
          </p:nvSpPr>
          <p:spPr bwMode="auto">
            <a:xfrm>
              <a:off x="2342" y="1495"/>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4’</a:t>
              </a:r>
              <a:endParaRPr lang="en-US" altLang="en-US" sz="1600" baseline="-25000">
                <a:latin typeface="Times New Roman" panose="02020603050405020304" pitchFamily="18" charset="0"/>
              </a:endParaRPr>
            </a:p>
          </p:txBody>
        </p:sp>
        <p:sp>
          <p:nvSpPr>
            <p:cNvPr id="18551" name="Text Box 59"/>
            <p:cNvSpPr txBox="1">
              <a:spLocks noChangeArrowheads="1"/>
            </p:cNvSpPr>
            <p:nvPr/>
          </p:nvSpPr>
          <p:spPr bwMode="auto">
            <a:xfrm>
              <a:off x="2600" y="1920"/>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3’</a:t>
              </a:r>
            </a:p>
          </p:txBody>
        </p:sp>
        <p:sp>
          <p:nvSpPr>
            <p:cNvPr id="18552" name="Text Box 60"/>
            <p:cNvSpPr txBox="1">
              <a:spLocks noChangeArrowheads="1"/>
            </p:cNvSpPr>
            <p:nvPr/>
          </p:nvSpPr>
          <p:spPr bwMode="auto">
            <a:xfrm>
              <a:off x="2304" y="2400"/>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2’</a:t>
              </a:r>
            </a:p>
          </p:txBody>
        </p:sp>
        <p:sp>
          <p:nvSpPr>
            <p:cNvPr id="18553" name="Text Box 61"/>
            <p:cNvSpPr txBox="1">
              <a:spLocks noChangeArrowheads="1"/>
            </p:cNvSpPr>
            <p:nvPr/>
          </p:nvSpPr>
          <p:spPr bwMode="auto">
            <a:xfrm>
              <a:off x="1992" y="1968"/>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1’</a:t>
              </a:r>
            </a:p>
          </p:txBody>
        </p:sp>
      </p:grpSp>
      <p:sp>
        <p:nvSpPr>
          <p:cNvPr id="18494" name="Line 62"/>
          <p:cNvSpPr>
            <a:spLocks noChangeShapeType="1"/>
          </p:cNvSpPr>
          <p:nvPr/>
        </p:nvSpPr>
        <p:spPr bwMode="auto">
          <a:xfrm flipV="1">
            <a:off x="4114800" y="6530975"/>
            <a:ext cx="0" cy="3810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95" name="Oval 63"/>
          <p:cNvSpPr>
            <a:spLocks noChangeArrowheads="1"/>
          </p:cNvSpPr>
          <p:nvPr/>
        </p:nvSpPr>
        <p:spPr bwMode="auto">
          <a:xfrm>
            <a:off x="4343400" y="2949575"/>
            <a:ext cx="762000" cy="1219200"/>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496" name="Line 64"/>
          <p:cNvSpPr>
            <a:spLocks noChangeShapeType="1"/>
          </p:cNvSpPr>
          <p:nvPr/>
        </p:nvSpPr>
        <p:spPr bwMode="auto">
          <a:xfrm>
            <a:off x="2667000" y="3559175"/>
            <a:ext cx="2514600"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497" name="Line 65"/>
          <p:cNvSpPr>
            <a:spLocks noChangeShapeType="1"/>
          </p:cNvSpPr>
          <p:nvPr/>
        </p:nvSpPr>
        <p:spPr bwMode="auto">
          <a:xfrm>
            <a:off x="2057400" y="4168775"/>
            <a:ext cx="3124200"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18498" name="Group 66"/>
          <p:cNvGrpSpPr>
            <a:grpSpLocks/>
          </p:cNvGrpSpPr>
          <p:nvPr/>
        </p:nvGrpSpPr>
        <p:grpSpPr bwMode="auto">
          <a:xfrm>
            <a:off x="2794000" y="2682876"/>
            <a:ext cx="1309688" cy="1774826"/>
            <a:chOff x="1992" y="1495"/>
            <a:chExt cx="825" cy="1118"/>
          </a:xfrm>
        </p:grpSpPr>
        <p:sp>
          <p:nvSpPr>
            <p:cNvPr id="18546" name="Text Box 67"/>
            <p:cNvSpPr txBox="1">
              <a:spLocks noChangeArrowheads="1"/>
            </p:cNvSpPr>
            <p:nvPr/>
          </p:nvSpPr>
          <p:spPr bwMode="auto">
            <a:xfrm>
              <a:off x="2342" y="1495"/>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endParaRPr lang="en-US" altLang="en-US" sz="1600" baseline="-25000">
                <a:latin typeface="Times New Roman" panose="02020603050405020304" pitchFamily="18" charset="0"/>
              </a:endParaRPr>
            </a:p>
          </p:txBody>
        </p:sp>
        <p:sp>
          <p:nvSpPr>
            <p:cNvPr id="18547" name="Text Box 68"/>
            <p:cNvSpPr txBox="1">
              <a:spLocks noChangeArrowheads="1"/>
            </p:cNvSpPr>
            <p:nvPr/>
          </p:nvSpPr>
          <p:spPr bwMode="auto">
            <a:xfrm>
              <a:off x="2600" y="1920"/>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18" name="Text Box 69"/>
            <p:cNvSpPr txBox="1">
              <a:spLocks noChangeArrowheads="1"/>
            </p:cNvSpPr>
            <p:nvPr/>
          </p:nvSpPr>
          <p:spPr bwMode="auto">
            <a:xfrm>
              <a:off x="2304" y="2400"/>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18549" name="Text Box 70"/>
            <p:cNvSpPr txBox="1">
              <a:spLocks noChangeArrowheads="1"/>
            </p:cNvSpPr>
            <p:nvPr/>
          </p:nvSpPr>
          <p:spPr bwMode="auto">
            <a:xfrm>
              <a:off x="1992" y="1968"/>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grpSp>
      <p:sp>
        <p:nvSpPr>
          <p:cNvPr id="18503" name="Line 71"/>
          <p:cNvSpPr>
            <a:spLocks noChangeShapeType="1"/>
          </p:cNvSpPr>
          <p:nvPr/>
        </p:nvSpPr>
        <p:spPr bwMode="auto">
          <a:xfrm flipH="1">
            <a:off x="3429000" y="2949575"/>
            <a:ext cx="12954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04" name="Line 72"/>
          <p:cNvSpPr>
            <a:spLocks noChangeShapeType="1"/>
          </p:cNvSpPr>
          <p:nvPr/>
        </p:nvSpPr>
        <p:spPr bwMode="auto">
          <a:xfrm>
            <a:off x="3429000" y="4168775"/>
            <a:ext cx="12954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05" name="Arc 73"/>
          <p:cNvSpPr>
            <a:spLocks/>
          </p:cNvSpPr>
          <p:nvPr/>
        </p:nvSpPr>
        <p:spPr bwMode="auto">
          <a:xfrm rot="236806" flipH="1">
            <a:off x="3124200" y="2949575"/>
            <a:ext cx="685800" cy="1244600"/>
          </a:xfrm>
          <a:custGeom>
            <a:avLst/>
            <a:gdLst>
              <a:gd name="T0" fmla="*/ 320929 w 21600"/>
              <a:gd name="T1" fmla="*/ 1244600 h 36942"/>
              <a:gd name="T2" fmla="*/ 339979 w 21600"/>
              <a:gd name="T3" fmla="*/ 0 h 36942"/>
              <a:gd name="T4" fmla="*/ 685800 w 21600"/>
              <a:gd name="T5" fmla="*/ 628432 h 36942"/>
              <a:gd name="T6" fmla="*/ 0 60000 65536"/>
              <a:gd name="T7" fmla="*/ 0 60000 65536"/>
              <a:gd name="T8" fmla="*/ 0 60000 65536"/>
            </a:gdLst>
            <a:ahLst/>
            <a:cxnLst>
              <a:cxn ang="T6">
                <a:pos x="T0" y="T1"/>
              </a:cxn>
              <a:cxn ang="T7">
                <a:pos x="T2" y="T3"/>
              </a:cxn>
              <a:cxn ang="T8">
                <a:pos x="T4" y="T5"/>
              </a:cxn>
            </a:cxnLst>
            <a:rect l="0" t="0" r="r" b="b"/>
            <a:pathLst>
              <a:path w="21600" h="36942" fill="none" extrusionOk="0">
                <a:moveTo>
                  <a:pt x="10107" y="36942"/>
                </a:moveTo>
                <a:cubicBezTo>
                  <a:pt x="3817" y="32989"/>
                  <a:pt x="0" y="26081"/>
                  <a:pt x="0" y="18653"/>
                </a:cubicBezTo>
                <a:cubicBezTo>
                  <a:pt x="-1" y="10974"/>
                  <a:pt x="4076" y="3872"/>
                  <a:pt x="10708" y="0"/>
                </a:cubicBezTo>
              </a:path>
              <a:path w="21600" h="36942" stroke="0" extrusionOk="0">
                <a:moveTo>
                  <a:pt x="10107" y="36942"/>
                </a:moveTo>
                <a:cubicBezTo>
                  <a:pt x="3817" y="32989"/>
                  <a:pt x="0" y="26081"/>
                  <a:pt x="0" y="18653"/>
                </a:cubicBezTo>
                <a:cubicBezTo>
                  <a:pt x="-1" y="10974"/>
                  <a:pt x="4076" y="3872"/>
                  <a:pt x="10708" y="0"/>
                </a:cubicBezTo>
                <a:lnTo>
                  <a:pt x="21600" y="18653"/>
                </a:lnTo>
                <a:lnTo>
                  <a:pt x="10107" y="36942"/>
                </a:lnTo>
                <a:close/>
              </a:path>
            </a:pathLst>
          </a:custGeom>
          <a:noFill/>
          <a:ln w="9525">
            <a:solidFill>
              <a:schemeClr val="tx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grpSp>
        <p:nvGrpSpPr>
          <p:cNvPr id="18506" name="Group 74"/>
          <p:cNvGrpSpPr>
            <a:grpSpLocks/>
          </p:cNvGrpSpPr>
          <p:nvPr/>
        </p:nvGrpSpPr>
        <p:grpSpPr bwMode="auto">
          <a:xfrm rot="908840">
            <a:off x="5488489" y="2552869"/>
            <a:ext cx="2678113" cy="1922463"/>
            <a:chOff x="3552" y="1429"/>
            <a:chExt cx="1687" cy="1211"/>
          </a:xfrm>
        </p:grpSpPr>
        <p:grpSp>
          <p:nvGrpSpPr>
            <p:cNvPr id="18516" name="Group 75"/>
            <p:cNvGrpSpPr>
              <a:grpSpLocks/>
            </p:cNvGrpSpPr>
            <p:nvPr/>
          </p:nvGrpSpPr>
          <p:grpSpPr bwMode="auto">
            <a:xfrm rot="-2180497">
              <a:off x="3571" y="1429"/>
              <a:ext cx="1668" cy="1142"/>
              <a:chOff x="3427" y="1597"/>
              <a:chExt cx="1668" cy="1142"/>
            </a:xfrm>
          </p:grpSpPr>
          <p:grpSp>
            <p:nvGrpSpPr>
              <p:cNvPr id="18518" name="Group 76"/>
              <p:cNvGrpSpPr>
                <a:grpSpLocks/>
              </p:cNvGrpSpPr>
              <p:nvPr/>
            </p:nvGrpSpPr>
            <p:grpSpPr bwMode="auto">
              <a:xfrm>
                <a:off x="3602" y="1792"/>
                <a:ext cx="480" cy="768"/>
                <a:chOff x="3888" y="1680"/>
                <a:chExt cx="480" cy="768"/>
              </a:xfrm>
            </p:grpSpPr>
            <p:sp>
              <p:nvSpPr>
                <p:cNvPr id="18544" name="Oval 77"/>
                <p:cNvSpPr>
                  <a:spLocks noChangeArrowheads="1"/>
                </p:cNvSpPr>
                <p:nvPr/>
              </p:nvSpPr>
              <p:spPr bwMode="auto">
                <a:xfrm>
                  <a:off x="3888" y="1680"/>
                  <a:ext cx="480" cy="768"/>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45" name="Rectangle 78"/>
                <p:cNvSpPr>
                  <a:spLocks noChangeArrowheads="1"/>
                </p:cNvSpPr>
                <p:nvPr/>
              </p:nvSpPr>
              <p:spPr bwMode="auto">
                <a:xfrm>
                  <a:off x="4128" y="1680"/>
                  <a:ext cx="240" cy="768"/>
                </a:xfrm>
                <a:prstGeom prst="rect">
                  <a:avLst/>
                </a:prstGeom>
                <a:solidFill>
                  <a:schemeClr val="bg1"/>
                </a:solidFill>
                <a:ln w="1905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18519" name="Group 79"/>
              <p:cNvGrpSpPr>
                <a:grpSpLocks/>
              </p:cNvGrpSpPr>
              <p:nvPr/>
            </p:nvGrpSpPr>
            <p:grpSpPr bwMode="auto">
              <a:xfrm>
                <a:off x="3546" y="1776"/>
                <a:ext cx="528" cy="768"/>
                <a:chOff x="2112" y="1680"/>
                <a:chExt cx="528" cy="768"/>
              </a:xfrm>
            </p:grpSpPr>
            <p:sp>
              <p:nvSpPr>
                <p:cNvPr id="18540" name="Oval 80"/>
                <p:cNvSpPr>
                  <a:spLocks noChangeArrowheads="1"/>
                </p:cNvSpPr>
                <p:nvPr/>
              </p:nvSpPr>
              <p:spPr bwMode="auto">
                <a:xfrm>
                  <a:off x="2400" y="168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41" name="Oval 81"/>
                <p:cNvSpPr>
                  <a:spLocks noChangeArrowheads="1"/>
                </p:cNvSpPr>
                <p:nvPr/>
              </p:nvSpPr>
              <p:spPr bwMode="auto">
                <a:xfrm>
                  <a:off x="2352" y="240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42" name="Oval 82"/>
                <p:cNvSpPr>
                  <a:spLocks noChangeArrowheads="1"/>
                </p:cNvSpPr>
                <p:nvPr/>
              </p:nvSpPr>
              <p:spPr bwMode="auto">
                <a:xfrm>
                  <a:off x="2112" y="206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43" name="Oval 83"/>
                <p:cNvSpPr>
                  <a:spLocks noChangeArrowheads="1"/>
                </p:cNvSpPr>
                <p:nvPr/>
              </p:nvSpPr>
              <p:spPr bwMode="auto">
                <a:xfrm>
                  <a:off x="2592" y="206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18520" name="Group 84"/>
              <p:cNvGrpSpPr>
                <a:grpSpLocks/>
              </p:cNvGrpSpPr>
              <p:nvPr/>
            </p:nvGrpSpPr>
            <p:grpSpPr bwMode="auto">
              <a:xfrm>
                <a:off x="4370" y="1760"/>
                <a:ext cx="552" cy="816"/>
                <a:chOff x="2936" y="1664"/>
                <a:chExt cx="552" cy="816"/>
              </a:xfrm>
            </p:grpSpPr>
            <p:sp>
              <p:nvSpPr>
                <p:cNvPr id="18536" name="Oval 85"/>
                <p:cNvSpPr>
                  <a:spLocks noChangeArrowheads="1"/>
                </p:cNvSpPr>
                <p:nvPr/>
              </p:nvSpPr>
              <p:spPr bwMode="auto">
                <a:xfrm>
                  <a:off x="3184" y="166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9" name="Oval 86"/>
                <p:cNvSpPr>
                  <a:spLocks noChangeArrowheads="1"/>
                </p:cNvSpPr>
                <p:nvPr/>
              </p:nvSpPr>
              <p:spPr bwMode="auto">
                <a:xfrm>
                  <a:off x="2936" y="203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 name="Oval 87"/>
                <p:cNvSpPr>
                  <a:spLocks noChangeArrowheads="1"/>
                </p:cNvSpPr>
                <p:nvPr/>
              </p:nvSpPr>
              <p:spPr bwMode="auto">
                <a:xfrm>
                  <a:off x="3440" y="202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1" name="Oval 88"/>
                <p:cNvSpPr>
                  <a:spLocks noChangeArrowheads="1"/>
                </p:cNvSpPr>
                <p:nvPr/>
              </p:nvSpPr>
              <p:spPr bwMode="auto">
                <a:xfrm>
                  <a:off x="3176" y="243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18521" name="Group 89"/>
              <p:cNvGrpSpPr>
                <a:grpSpLocks/>
              </p:cNvGrpSpPr>
              <p:nvPr/>
            </p:nvGrpSpPr>
            <p:grpSpPr bwMode="auto">
              <a:xfrm>
                <a:off x="4263" y="1621"/>
                <a:ext cx="832" cy="1118"/>
                <a:chOff x="1984" y="1484"/>
                <a:chExt cx="832" cy="1118"/>
              </a:xfrm>
            </p:grpSpPr>
            <p:sp>
              <p:nvSpPr>
                <p:cNvPr id="18532" name="Text Box 90"/>
                <p:cNvSpPr txBox="1">
                  <a:spLocks noChangeArrowheads="1"/>
                </p:cNvSpPr>
                <p:nvPr/>
              </p:nvSpPr>
              <p:spPr bwMode="auto">
                <a:xfrm>
                  <a:off x="2334" y="1484"/>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4’</a:t>
                  </a:r>
                  <a:endParaRPr lang="en-US" altLang="en-US" sz="1600" baseline="-25000">
                    <a:latin typeface="Times New Roman" panose="02020603050405020304" pitchFamily="18" charset="0"/>
                  </a:endParaRPr>
                </a:p>
              </p:txBody>
            </p:sp>
            <p:sp>
              <p:nvSpPr>
                <p:cNvPr id="18533" name="Text Box 91"/>
                <p:cNvSpPr txBox="1">
                  <a:spLocks noChangeArrowheads="1"/>
                </p:cNvSpPr>
                <p:nvPr/>
              </p:nvSpPr>
              <p:spPr bwMode="auto">
                <a:xfrm>
                  <a:off x="2592" y="1909"/>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3’</a:t>
                  </a:r>
                </a:p>
              </p:txBody>
            </p:sp>
            <p:sp>
              <p:nvSpPr>
                <p:cNvPr id="18534" name="Text Box 92"/>
                <p:cNvSpPr txBox="1">
                  <a:spLocks noChangeArrowheads="1"/>
                </p:cNvSpPr>
                <p:nvPr/>
              </p:nvSpPr>
              <p:spPr bwMode="auto">
                <a:xfrm>
                  <a:off x="2296" y="2389"/>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2’</a:t>
                  </a:r>
                </a:p>
              </p:txBody>
            </p:sp>
            <p:sp>
              <p:nvSpPr>
                <p:cNvPr id="18535" name="Text Box 93"/>
                <p:cNvSpPr txBox="1">
                  <a:spLocks noChangeArrowheads="1"/>
                </p:cNvSpPr>
                <p:nvPr/>
              </p:nvSpPr>
              <p:spPr bwMode="auto">
                <a:xfrm>
                  <a:off x="1984" y="1957"/>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1’</a:t>
                  </a:r>
                </a:p>
              </p:txBody>
            </p:sp>
          </p:grpSp>
          <p:sp>
            <p:nvSpPr>
              <p:cNvPr id="18522" name="Oval 94"/>
              <p:cNvSpPr>
                <a:spLocks noChangeArrowheads="1"/>
              </p:cNvSpPr>
              <p:nvPr/>
            </p:nvSpPr>
            <p:spPr bwMode="auto">
              <a:xfrm>
                <a:off x="4410" y="1776"/>
                <a:ext cx="480" cy="768"/>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18523" name="Group 95"/>
              <p:cNvGrpSpPr>
                <a:grpSpLocks/>
              </p:cNvGrpSpPr>
              <p:nvPr/>
            </p:nvGrpSpPr>
            <p:grpSpPr bwMode="auto">
              <a:xfrm>
                <a:off x="3427" y="1597"/>
                <a:ext cx="825" cy="1118"/>
                <a:chOff x="1985" y="1484"/>
                <a:chExt cx="825" cy="1118"/>
              </a:xfrm>
            </p:grpSpPr>
            <p:sp>
              <p:nvSpPr>
                <p:cNvPr id="18528" name="Text Box 96"/>
                <p:cNvSpPr txBox="1">
                  <a:spLocks noChangeArrowheads="1"/>
                </p:cNvSpPr>
                <p:nvPr/>
              </p:nvSpPr>
              <p:spPr bwMode="auto">
                <a:xfrm>
                  <a:off x="2334" y="1484"/>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endParaRPr lang="en-US" altLang="en-US" sz="1600" baseline="-25000">
                    <a:latin typeface="Times New Roman" panose="02020603050405020304" pitchFamily="18" charset="0"/>
                  </a:endParaRPr>
                </a:p>
              </p:txBody>
            </p:sp>
            <p:sp>
              <p:nvSpPr>
                <p:cNvPr id="18529" name="Text Box 97"/>
                <p:cNvSpPr txBox="1">
                  <a:spLocks noChangeArrowheads="1"/>
                </p:cNvSpPr>
                <p:nvPr/>
              </p:nvSpPr>
              <p:spPr bwMode="auto">
                <a:xfrm>
                  <a:off x="2593" y="1909"/>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18530" name="Text Box 98"/>
                <p:cNvSpPr txBox="1">
                  <a:spLocks noChangeArrowheads="1"/>
                </p:cNvSpPr>
                <p:nvPr/>
              </p:nvSpPr>
              <p:spPr bwMode="auto">
                <a:xfrm>
                  <a:off x="2296" y="2389"/>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18531" name="Text Box 99"/>
                <p:cNvSpPr txBox="1">
                  <a:spLocks noChangeArrowheads="1"/>
                </p:cNvSpPr>
                <p:nvPr/>
              </p:nvSpPr>
              <p:spPr bwMode="auto">
                <a:xfrm>
                  <a:off x="1985" y="1957"/>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grpSp>
          <p:sp>
            <p:nvSpPr>
              <p:cNvPr id="18524" name="Line 100"/>
              <p:cNvSpPr>
                <a:spLocks noChangeShapeType="1"/>
              </p:cNvSpPr>
              <p:nvPr/>
            </p:nvSpPr>
            <p:spPr bwMode="auto">
              <a:xfrm flipH="1">
                <a:off x="3834" y="1776"/>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25" name="Line 101"/>
              <p:cNvSpPr>
                <a:spLocks noChangeShapeType="1"/>
              </p:cNvSpPr>
              <p:nvPr/>
            </p:nvSpPr>
            <p:spPr bwMode="auto">
              <a:xfrm>
                <a:off x="3786" y="1776"/>
                <a:ext cx="8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26" name="Line 102"/>
              <p:cNvSpPr>
                <a:spLocks noChangeShapeType="1"/>
              </p:cNvSpPr>
              <p:nvPr/>
            </p:nvSpPr>
            <p:spPr bwMode="auto">
              <a:xfrm>
                <a:off x="3834" y="2544"/>
                <a:ext cx="81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27" name="Arc 103"/>
              <p:cNvSpPr>
                <a:spLocks/>
              </p:cNvSpPr>
              <p:nvPr/>
            </p:nvSpPr>
            <p:spPr bwMode="auto">
              <a:xfrm rot="236806" flipH="1">
                <a:off x="3642" y="1776"/>
                <a:ext cx="432" cy="784"/>
              </a:xfrm>
              <a:custGeom>
                <a:avLst/>
                <a:gdLst>
                  <a:gd name="T0" fmla="*/ 202 w 21600"/>
                  <a:gd name="T1" fmla="*/ 784 h 36942"/>
                  <a:gd name="T2" fmla="*/ 214 w 21600"/>
                  <a:gd name="T3" fmla="*/ 0 h 36942"/>
                  <a:gd name="T4" fmla="*/ 432 w 21600"/>
                  <a:gd name="T5" fmla="*/ 396 h 36942"/>
                  <a:gd name="T6" fmla="*/ 0 60000 65536"/>
                  <a:gd name="T7" fmla="*/ 0 60000 65536"/>
                  <a:gd name="T8" fmla="*/ 0 60000 65536"/>
                </a:gdLst>
                <a:ahLst/>
                <a:cxnLst>
                  <a:cxn ang="T6">
                    <a:pos x="T0" y="T1"/>
                  </a:cxn>
                  <a:cxn ang="T7">
                    <a:pos x="T2" y="T3"/>
                  </a:cxn>
                  <a:cxn ang="T8">
                    <a:pos x="T4" y="T5"/>
                  </a:cxn>
                </a:cxnLst>
                <a:rect l="0" t="0" r="r" b="b"/>
                <a:pathLst>
                  <a:path w="21600" h="36942" fill="none" extrusionOk="0">
                    <a:moveTo>
                      <a:pt x="10107" y="36942"/>
                    </a:moveTo>
                    <a:cubicBezTo>
                      <a:pt x="3817" y="32989"/>
                      <a:pt x="0" y="26081"/>
                      <a:pt x="0" y="18653"/>
                    </a:cubicBezTo>
                    <a:cubicBezTo>
                      <a:pt x="-1" y="10974"/>
                      <a:pt x="4076" y="3872"/>
                      <a:pt x="10708" y="0"/>
                    </a:cubicBezTo>
                  </a:path>
                  <a:path w="21600" h="36942" stroke="0" extrusionOk="0">
                    <a:moveTo>
                      <a:pt x="10107" y="36942"/>
                    </a:moveTo>
                    <a:cubicBezTo>
                      <a:pt x="3817" y="32989"/>
                      <a:pt x="0" y="26081"/>
                      <a:pt x="0" y="18653"/>
                    </a:cubicBezTo>
                    <a:cubicBezTo>
                      <a:pt x="-1" y="10974"/>
                      <a:pt x="4076" y="3872"/>
                      <a:pt x="10708" y="0"/>
                    </a:cubicBezTo>
                    <a:lnTo>
                      <a:pt x="21600" y="18653"/>
                    </a:lnTo>
                    <a:lnTo>
                      <a:pt x="10107" y="36942"/>
                    </a:lnTo>
                    <a:close/>
                  </a:path>
                </a:pathLst>
              </a:custGeom>
              <a:noFill/>
              <a:ln w="9525">
                <a:solidFill>
                  <a:schemeClr val="tx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grpSp>
        <p:sp>
          <p:nvSpPr>
            <p:cNvPr id="18517" name="Line 104"/>
            <p:cNvSpPr>
              <a:spLocks noChangeShapeType="1"/>
            </p:cNvSpPr>
            <p:nvPr/>
          </p:nvSpPr>
          <p:spPr bwMode="auto">
            <a:xfrm flipV="1">
              <a:off x="3552" y="1440"/>
              <a:ext cx="1536" cy="12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18537" name="Arc 105"/>
          <p:cNvSpPr>
            <a:spLocks/>
          </p:cNvSpPr>
          <p:nvPr/>
        </p:nvSpPr>
        <p:spPr bwMode="auto">
          <a:xfrm rot="-1138163">
            <a:off x="5416550" y="4003675"/>
            <a:ext cx="228600" cy="485775"/>
          </a:xfrm>
          <a:custGeom>
            <a:avLst/>
            <a:gdLst>
              <a:gd name="T0" fmla="*/ 194247 w 21600"/>
              <a:gd name="T1" fmla="*/ 0 h 27515"/>
              <a:gd name="T2" fmla="*/ 152061 w 21600"/>
              <a:gd name="T3" fmla="*/ 485775 h 27515"/>
              <a:gd name="T4" fmla="*/ 0 w 21600"/>
              <a:gd name="T5" fmla="*/ 201037 h 27515"/>
              <a:gd name="T6" fmla="*/ 0 60000 65536"/>
              <a:gd name="T7" fmla="*/ 0 60000 65536"/>
              <a:gd name="T8" fmla="*/ 0 60000 65536"/>
            </a:gdLst>
            <a:ahLst/>
            <a:cxnLst>
              <a:cxn ang="T6">
                <a:pos x="T0" y="T1"/>
              </a:cxn>
              <a:cxn ang="T7">
                <a:pos x="T2" y="T3"/>
              </a:cxn>
              <a:cxn ang="T8">
                <a:pos x="T4" y="T5"/>
              </a:cxn>
            </a:cxnLst>
            <a:rect l="0" t="0" r="r" b="b"/>
            <a:pathLst>
              <a:path w="21600" h="27515" fill="none" extrusionOk="0">
                <a:moveTo>
                  <a:pt x="18354" y="-1"/>
                </a:moveTo>
                <a:cubicBezTo>
                  <a:pt x="20475" y="3419"/>
                  <a:pt x="21600" y="7363"/>
                  <a:pt x="21600" y="11387"/>
                </a:cubicBezTo>
                <a:cubicBezTo>
                  <a:pt x="21600" y="17548"/>
                  <a:pt x="18968" y="23416"/>
                  <a:pt x="14368" y="27515"/>
                </a:cubicBezTo>
              </a:path>
              <a:path w="21600" h="27515" stroke="0" extrusionOk="0">
                <a:moveTo>
                  <a:pt x="18354" y="-1"/>
                </a:moveTo>
                <a:cubicBezTo>
                  <a:pt x="20475" y="3419"/>
                  <a:pt x="21600" y="7363"/>
                  <a:pt x="21600" y="11387"/>
                </a:cubicBezTo>
                <a:cubicBezTo>
                  <a:pt x="21600" y="17548"/>
                  <a:pt x="18968" y="23416"/>
                  <a:pt x="14368" y="27515"/>
                </a:cubicBezTo>
                <a:lnTo>
                  <a:pt x="0" y="11387"/>
                </a:lnTo>
                <a:lnTo>
                  <a:pt x="18354" y="-1"/>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18538" name="Text Box 106"/>
          <p:cNvSpPr txBox="1">
            <a:spLocks noChangeArrowheads="1"/>
          </p:cNvSpPr>
          <p:nvPr/>
        </p:nvSpPr>
        <p:spPr bwMode="auto">
          <a:xfrm>
            <a:off x="5257800" y="4168775"/>
            <a:ext cx="4587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35</a:t>
            </a:r>
            <a:r>
              <a:rPr lang="en-US" altLang="en-US" sz="1600" baseline="30000">
                <a:latin typeface="Times New Roman" panose="02020603050405020304" pitchFamily="18" charset="0"/>
              </a:rPr>
              <a:t>0</a:t>
            </a:r>
          </a:p>
        </p:txBody>
      </p:sp>
      <p:grpSp>
        <p:nvGrpSpPr>
          <p:cNvPr id="18539" name="Group 107"/>
          <p:cNvGrpSpPr>
            <a:grpSpLocks/>
          </p:cNvGrpSpPr>
          <p:nvPr/>
        </p:nvGrpSpPr>
        <p:grpSpPr bwMode="auto">
          <a:xfrm>
            <a:off x="5867400" y="2644775"/>
            <a:ext cx="1905000" cy="3962400"/>
            <a:chOff x="3936" y="1488"/>
            <a:chExt cx="1200" cy="2496"/>
          </a:xfrm>
        </p:grpSpPr>
        <p:sp>
          <p:nvSpPr>
            <p:cNvPr id="18508" name="Line 108"/>
            <p:cNvSpPr>
              <a:spLocks noChangeShapeType="1"/>
            </p:cNvSpPr>
            <p:nvPr/>
          </p:nvSpPr>
          <p:spPr bwMode="auto">
            <a:xfrm>
              <a:off x="5136" y="1728"/>
              <a:ext cx="0" cy="220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09" name="Line 109"/>
            <p:cNvSpPr>
              <a:spLocks noChangeShapeType="1"/>
            </p:cNvSpPr>
            <p:nvPr/>
          </p:nvSpPr>
          <p:spPr bwMode="auto">
            <a:xfrm>
              <a:off x="5040" y="2208"/>
              <a:ext cx="0" cy="172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10" name="Line 110"/>
            <p:cNvSpPr>
              <a:spLocks noChangeShapeType="1"/>
            </p:cNvSpPr>
            <p:nvPr/>
          </p:nvSpPr>
          <p:spPr bwMode="auto">
            <a:xfrm>
              <a:off x="4800" y="1488"/>
              <a:ext cx="0" cy="249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11" name="Line 111"/>
            <p:cNvSpPr>
              <a:spLocks noChangeShapeType="1"/>
            </p:cNvSpPr>
            <p:nvPr/>
          </p:nvSpPr>
          <p:spPr bwMode="auto">
            <a:xfrm>
              <a:off x="4704" y="1920"/>
              <a:ext cx="0" cy="206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12" name="Line 112"/>
            <p:cNvSpPr>
              <a:spLocks noChangeShapeType="1"/>
            </p:cNvSpPr>
            <p:nvPr/>
          </p:nvSpPr>
          <p:spPr bwMode="auto">
            <a:xfrm>
              <a:off x="4368" y="2064"/>
              <a:ext cx="0" cy="192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13" name="Line 113"/>
            <p:cNvSpPr>
              <a:spLocks noChangeShapeType="1"/>
            </p:cNvSpPr>
            <p:nvPr/>
          </p:nvSpPr>
          <p:spPr bwMode="auto">
            <a:xfrm>
              <a:off x="4272" y="2496"/>
              <a:ext cx="0" cy="14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14" name="Line 114"/>
            <p:cNvSpPr>
              <a:spLocks noChangeShapeType="1"/>
            </p:cNvSpPr>
            <p:nvPr/>
          </p:nvSpPr>
          <p:spPr bwMode="auto">
            <a:xfrm>
              <a:off x="4032" y="1776"/>
              <a:ext cx="0" cy="220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15" name="Line 115"/>
            <p:cNvSpPr>
              <a:spLocks noChangeShapeType="1"/>
            </p:cNvSpPr>
            <p:nvPr/>
          </p:nvSpPr>
          <p:spPr bwMode="auto">
            <a:xfrm>
              <a:off x="3936" y="2256"/>
              <a:ext cx="0" cy="172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18548" name="Group 116"/>
          <p:cNvGrpSpPr>
            <a:grpSpLocks/>
          </p:cNvGrpSpPr>
          <p:nvPr/>
        </p:nvGrpSpPr>
        <p:grpSpPr bwMode="auto">
          <a:xfrm>
            <a:off x="3048000" y="4930775"/>
            <a:ext cx="4800600" cy="1600200"/>
            <a:chOff x="2160" y="2928"/>
            <a:chExt cx="3024" cy="1008"/>
          </a:xfrm>
        </p:grpSpPr>
        <p:sp>
          <p:nvSpPr>
            <p:cNvPr id="22" name="Line 117"/>
            <p:cNvSpPr>
              <a:spLocks noChangeShapeType="1"/>
            </p:cNvSpPr>
            <p:nvPr/>
          </p:nvSpPr>
          <p:spPr bwMode="auto">
            <a:xfrm>
              <a:off x="2400" y="2928"/>
              <a:ext cx="278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3" name="Line 118"/>
            <p:cNvSpPr>
              <a:spLocks noChangeShapeType="1"/>
            </p:cNvSpPr>
            <p:nvPr/>
          </p:nvSpPr>
          <p:spPr bwMode="auto">
            <a:xfrm>
              <a:off x="2160" y="3216"/>
              <a:ext cx="302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4" name="Line 119"/>
            <p:cNvSpPr>
              <a:spLocks noChangeShapeType="1"/>
            </p:cNvSpPr>
            <p:nvPr/>
          </p:nvSpPr>
          <p:spPr bwMode="auto">
            <a:xfrm>
              <a:off x="3456" y="3344"/>
              <a:ext cx="172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5" name="Line 120"/>
            <p:cNvSpPr>
              <a:spLocks noChangeShapeType="1"/>
            </p:cNvSpPr>
            <p:nvPr/>
          </p:nvSpPr>
          <p:spPr bwMode="auto">
            <a:xfrm>
              <a:off x="3216" y="3648"/>
              <a:ext cx="196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07" name="Line 121"/>
            <p:cNvSpPr>
              <a:spLocks noChangeShapeType="1"/>
            </p:cNvSpPr>
            <p:nvPr/>
          </p:nvSpPr>
          <p:spPr bwMode="auto">
            <a:xfrm>
              <a:off x="2976" y="3936"/>
              <a:ext cx="220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18554" name="Oval 122"/>
          <p:cNvSpPr>
            <a:spLocks noChangeArrowheads="1"/>
          </p:cNvSpPr>
          <p:nvPr/>
        </p:nvSpPr>
        <p:spPr bwMode="auto">
          <a:xfrm>
            <a:off x="6502400" y="44354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55" name="Oval 123"/>
          <p:cNvSpPr>
            <a:spLocks noChangeArrowheads="1"/>
          </p:cNvSpPr>
          <p:nvPr/>
        </p:nvSpPr>
        <p:spPr bwMode="auto">
          <a:xfrm>
            <a:off x="5842000" y="53371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56" name="Oval 124"/>
          <p:cNvSpPr>
            <a:spLocks noChangeArrowheads="1"/>
          </p:cNvSpPr>
          <p:nvPr/>
        </p:nvSpPr>
        <p:spPr bwMode="auto">
          <a:xfrm>
            <a:off x="5994400" y="48672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57" name="Oval 125"/>
          <p:cNvSpPr>
            <a:spLocks noChangeArrowheads="1"/>
          </p:cNvSpPr>
          <p:nvPr/>
        </p:nvSpPr>
        <p:spPr bwMode="auto">
          <a:xfrm>
            <a:off x="6350000" y="48672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58" name="Oval 126"/>
          <p:cNvSpPr>
            <a:spLocks noChangeArrowheads="1"/>
          </p:cNvSpPr>
          <p:nvPr/>
        </p:nvSpPr>
        <p:spPr bwMode="auto">
          <a:xfrm>
            <a:off x="7048500" y="64801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59" name="Oval 127"/>
          <p:cNvSpPr>
            <a:spLocks noChangeArrowheads="1"/>
          </p:cNvSpPr>
          <p:nvPr/>
        </p:nvSpPr>
        <p:spPr bwMode="auto">
          <a:xfrm>
            <a:off x="7188200" y="60102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60" name="Oval 128"/>
          <p:cNvSpPr>
            <a:spLocks noChangeArrowheads="1"/>
          </p:cNvSpPr>
          <p:nvPr/>
        </p:nvSpPr>
        <p:spPr bwMode="auto">
          <a:xfrm>
            <a:off x="7747000" y="55403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61" name="Oval 129"/>
          <p:cNvSpPr>
            <a:spLocks noChangeArrowheads="1"/>
          </p:cNvSpPr>
          <p:nvPr/>
        </p:nvSpPr>
        <p:spPr bwMode="auto">
          <a:xfrm>
            <a:off x="7581900" y="60483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562" name="Line 130"/>
          <p:cNvSpPr>
            <a:spLocks noChangeShapeType="1"/>
          </p:cNvSpPr>
          <p:nvPr/>
        </p:nvSpPr>
        <p:spPr bwMode="auto">
          <a:xfrm>
            <a:off x="6629400" y="2368550"/>
            <a:ext cx="0" cy="3810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63" name="Arc 131"/>
          <p:cNvSpPr>
            <a:spLocks/>
          </p:cNvSpPr>
          <p:nvPr/>
        </p:nvSpPr>
        <p:spPr bwMode="auto">
          <a:xfrm rot="1801823">
            <a:off x="6096000" y="4397375"/>
            <a:ext cx="317500" cy="1143000"/>
          </a:xfrm>
          <a:custGeom>
            <a:avLst/>
            <a:gdLst>
              <a:gd name="T0" fmla="*/ 98416 w 31303"/>
              <a:gd name="T1" fmla="*/ 0 h 43200"/>
              <a:gd name="T2" fmla="*/ 0 w 31303"/>
              <a:gd name="T3" fmla="*/ 1082093 h 43200"/>
              <a:gd name="T4" fmla="*/ 98416 w 31303"/>
              <a:gd name="T5" fmla="*/ 571500 h 43200"/>
              <a:gd name="T6" fmla="*/ 0 60000 65536"/>
              <a:gd name="T7" fmla="*/ 0 60000 65536"/>
              <a:gd name="T8" fmla="*/ 0 60000 65536"/>
            </a:gdLst>
            <a:ahLst/>
            <a:cxnLst>
              <a:cxn ang="T6">
                <a:pos x="T0" y="T1"/>
              </a:cxn>
              <a:cxn ang="T7">
                <a:pos x="T2" y="T3"/>
              </a:cxn>
              <a:cxn ang="T8">
                <a:pos x="T4" y="T5"/>
              </a:cxn>
            </a:cxnLst>
            <a:rect l="0" t="0" r="r" b="b"/>
            <a:pathLst>
              <a:path w="31303" h="43200" fill="none" extrusionOk="0">
                <a:moveTo>
                  <a:pt x="9703" y="0"/>
                </a:moveTo>
                <a:cubicBezTo>
                  <a:pt x="21632" y="0"/>
                  <a:pt x="31303" y="9670"/>
                  <a:pt x="31303" y="21600"/>
                </a:cubicBezTo>
                <a:cubicBezTo>
                  <a:pt x="31303" y="33529"/>
                  <a:pt x="21632" y="43200"/>
                  <a:pt x="9703" y="43200"/>
                </a:cubicBezTo>
                <a:cubicBezTo>
                  <a:pt x="6333" y="43200"/>
                  <a:pt x="3010" y="42411"/>
                  <a:pt x="0" y="40897"/>
                </a:cubicBezTo>
              </a:path>
              <a:path w="31303" h="43200" stroke="0" extrusionOk="0">
                <a:moveTo>
                  <a:pt x="9703" y="0"/>
                </a:moveTo>
                <a:cubicBezTo>
                  <a:pt x="21632" y="0"/>
                  <a:pt x="31303" y="9670"/>
                  <a:pt x="31303" y="21600"/>
                </a:cubicBezTo>
                <a:cubicBezTo>
                  <a:pt x="31303" y="33529"/>
                  <a:pt x="21632" y="43200"/>
                  <a:pt x="9703" y="43200"/>
                </a:cubicBezTo>
                <a:cubicBezTo>
                  <a:pt x="6333" y="43200"/>
                  <a:pt x="3010" y="42411"/>
                  <a:pt x="0" y="40897"/>
                </a:cubicBezTo>
                <a:lnTo>
                  <a:pt x="9703" y="21600"/>
                </a:lnTo>
                <a:lnTo>
                  <a:pt x="9703" y="0"/>
                </a:lnTo>
                <a:close/>
              </a:path>
            </a:pathLst>
          </a:custGeom>
          <a:noFill/>
          <a:ln w="9525">
            <a:solidFill>
              <a:schemeClr val="tx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18564" name="Line 132"/>
          <p:cNvSpPr>
            <a:spLocks noChangeShapeType="1"/>
          </p:cNvSpPr>
          <p:nvPr/>
        </p:nvSpPr>
        <p:spPr bwMode="auto">
          <a:xfrm rot="-101402">
            <a:off x="5867400" y="5387975"/>
            <a:ext cx="12192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565" name="Line 133"/>
          <p:cNvSpPr>
            <a:spLocks noChangeShapeType="1"/>
          </p:cNvSpPr>
          <p:nvPr/>
        </p:nvSpPr>
        <p:spPr bwMode="auto">
          <a:xfrm rot="-101402">
            <a:off x="6565900" y="4473575"/>
            <a:ext cx="12192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18566" name="Group 134"/>
          <p:cNvGrpSpPr>
            <a:grpSpLocks/>
          </p:cNvGrpSpPr>
          <p:nvPr/>
        </p:nvGrpSpPr>
        <p:grpSpPr bwMode="auto">
          <a:xfrm>
            <a:off x="5622928" y="4473577"/>
            <a:ext cx="1198563" cy="1100138"/>
            <a:chOff x="3782" y="2640"/>
            <a:chExt cx="755" cy="693"/>
          </a:xfrm>
        </p:grpSpPr>
        <p:sp>
          <p:nvSpPr>
            <p:cNvPr id="18499" name="Text Box 135"/>
            <p:cNvSpPr txBox="1">
              <a:spLocks noChangeArrowheads="1"/>
            </p:cNvSpPr>
            <p:nvPr/>
          </p:nvSpPr>
          <p:spPr bwMode="auto">
            <a:xfrm>
              <a:off x="3782" y="3120"/>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r>
                <a:rPr lang="en-US" altLang="en-US" sz="1600" baseline="-25000">
                  <a:latin typeface="Times New Roman" panose="02020603050405020304" pitchFamily="18" charset="0"/>
                </a:rPr>
                <a:t>1</a:t>
              </a:r>
            </a:p>
          </p:txBody>
        </p:sp>
        <p:sp>
          <p:nvSpPr>
            <p:cNvPr id="18500" name="Text Box 136"/>
            <p:cNvSpPr txBox="1">
              <a:spLocks noChangeArrowheads="1"/>
            </p:cNvSpPr>
            <p:nvPr/>
          </p:nvSpPr>
          <p:spPr bwMode="auto">
            <a:xfrm>
              <a:off x="4256" y="2880"/>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r>
                <a:rPr lang="en-US" altLang="en-US" sz="1600" baseline="-25000">
                  <a:latin typeface="Times New Roman" panose="02020603050405020304" pitchFamily="18" charset="0"/>
                </a:rPr>
                <a:t>1</a:t>
              </a:r>
            </a:p>
          </p:txBody>
        </p:sp>
        <p:sp>
          <p:nvSpPr>
            <p:cNvPr id="18501" name="Text Box 137"/>
            <p:cNvSpPr txBox="1">
              <a:spLocks noChangeArrowheads="1"/>
            </p:cNvSpPr>
            <p:nvPr/>
          </p:nvSpPr>
          <p:spPr bwMode="auto">
            <a:xfrm>
              <a:off x="4320" y="2640"/>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r>
                <a:rPr lang="en-US" altLang="en-US" sz="1600" baseline="-25000">
                  <a:latin typeface="Times New Roman" panose="02020603050405020304" pitchFamily="18" charset="0"/>
                </a:rPr>
                <a:t>1</a:t>
              </a:r>
            </a:p>
          </p:txBody>
        </p:sp>
        <p:sp>
          <p:nvSpPr>
            <p:cNvPr id="18502" name="Text Box 138"/>
            <p:cNvSpPr txBox="1">
              <a:spLocks noChangeArrowheads="1"/>
            </p:cNvSpPr>
            <p:nvPr/>
          </p:nvSpPr>
          <p:spPr bwMode="auto">
            <a:xfrm>
              <a:off x="3872" y="2768"/>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r>
                <a:rPr lang="en-US" altLang="en-US" sz="1600" baseline="-25000">
                  <a:latin typeface="Times New Roman" panose="02020603050405020304" pitchFamily="18" charset="0"/>
                </a:rPr>
                <a:t>1</a:t>
              </a:r>
            </a:p>
          </p:txBody>
        </p:sp>
      </p:grpSp>
      <p:grpSp>
        <p:nvGrpSpPr>
          <p:cNvPr id="18571" name="Group 139"/>
          <p:cNvGrpSpPr>
            <a:grpSpLocks/>
          </p:cNvGrpSpPr>
          <p:nvPr/>
        </p:nvGrpSpPr>
        <p:grpSpPr bwMode="auto">
          <a:xfrm>
            <a:off x="6858003" y="5387977"/>
            <a:ext cx="1201738" cy="1404938"/>
            <a:chOff x="4560" y="3216"/>
            <a:chExt cx="757" cy="885"/>
          </a:xfrm>
        </p:grpSpPr>
        <p:sp>
          <p:nvSpPr>
            <p:cNvPr id="26" name="Text Box 140"/>
            <p:cNvSpPr txBox="1">
              <a:spLocks noChangeArrowheads="1"/>
            </p:cNvSpPr>
            <p:nvPr/>
          </p:nvSpPr>
          <p:spPr bwMode="auto">
            <a:xfrm>
              <a:off x="4560" y="3888"/>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1</a:t>
              </a:r>
            </a:p>
          </p:txBody>
        </p:sp>
        <p:sp>
          <p:nvSpPr>
            <p:cNvPr id="27" name="Text Box 141"/>
            <p:cNvSpPr txBox="1">
              <a:spLocks noChangeArrowheads="1"/>
            </p:cNvSpPr>
            <p:nvPr/>
          </p:nvSpPr>
          <p:spPr bwMode="auto">
            <a:xfrm>
              <a:off x="5040" y="3600"/>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2</a:t>
              </a:r>
            </a:p>
          </p:txBody>
        </p:sp>
        <p:sp>
          <p:nvSpPr>
            <p:cNvPr id="28" name="Text Box 142"/>
            <p:cNvSpPr txBox="1">
              <a:spLocks noChangeArrowheads="1"/>
            </p:cNvSpPr>
            <p:nvPr/>
          </p:nvSpPr>
          <p:spPr bwMode="auto">
            <a:xfrm>
              <a:off x="5136" y="3216"/>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3</a:t>
              </a:r>
            </a:p>
          </p:txBody>
        </p:sp>
        <p:sp>
          <p:nvSpPr>
            <p:cNvPr id="29" name="Text Box 143"/>
            <p:cNvSpPr txBox="1">
              <a:spLocks noChangeArrowheads="1"/>
            </p:cNvSpPr>
            <p:nvPr/>
          </p:nvSpPr>
          <p:spPr bwMode="auto">
            <a:xfrm>
              <a:off x="4628" y="3504"/>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4</a:t>
              </a:r>
            </a:p>
          </p:txBody>
        </p:sp>
      </p:grpSp>
      <p:sp>
        <p:nvSpPr>
          <p:cNvPr id="18576" name="Rectangle 144"/>
          <p:cNvSpPr>
            <a:spLocks noChangeArrowheads="1"/>
          </p:cNvSpPr>
          <p:nvPr/>
        </p:nvSpPr>
        <p:spPr bwMode="auto">
          <a:xfrm>
            <a:off x="152400" y="0"/>
            <a:ext cx="40386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dirty="0">
                <a:solidFill>
                  <a:srgbClr val="FF0000"/>
                </a:solidFill>
                <a:latin typeface="Times New Roman" panose="02020603050405020304" pitchFamily="18" charset="0"/>
              </a:rPr>
              <a:t>Problem 3:</a:t>
            </a:r>
          </a:p>
          <a:p>
            <a:pPr eaLnBrk="1" hangingPunct="1"/>
            <a:r>
              <a:rPr lang="en-US" altLang="en-US" sz="2000" dirty="0">
                <a:solidFill>
                  <a:schemeClr val="tx2"/>
                </a:solidFill>
                <a:latin typeface="Times New Roman" panose="02020603050405020304" pitchFamily="18" charset="0"/>
              </a:rPr>
              <a:t>A cylinder 40 mm diameter and 50 mm axis is resting on one point of a base circle on </a:t>
            </a:r>
            <a:r>
              <a:rPr lang="en-US" altLang="en-US" sz="2000" dirty="0" err="1">
                <a:solidFill>
                  <a:schemeClr val="tx2"/>
                </a:solidFill>
                <a:latin typeface="Times New Roman" panose="02020603050405020304" pitchFamily="18" charset="0"/>
              </a:rPr>
              <a:t>Vp</a:t>
            </a:r>
            <a:r>
              <a:rPr lang="en-US" altLang="en-US" sz="2000" dirty="0">
                <a:solidFill>
                  <a:schemeClr val="tx2"/>
                </a:solidFill>
                <a:latin typeface="Times New Roman" panose="02020603050405020304" pitchFamily="18" charset="0"/>
              </a:rPr>
              <a:t> while it’s axis makes 45</a:t>
            </a:r>
            <a:r>
              <a:rPr lang="en-US" altLang="en-US" sz="2000" baseline="30000" dirty="0">
                <a:solidFill>
                  <a:schemeClr val="tx2"/>
                </a:solidFill>
                <a:latin typeface="Times New Roman" panose="02020603050405020304" pitchFamily="18" charset="0"/>
              </a:rPr>
              <a:t>0 </a:t>
            </a:r>
            <a:r>
              <a:rPr lang="en-US" altLang="en-US" sz="2000" dirty="0">
                <a:solidFill>
                  <a:schemeClr val="tx2"/>
                </a:solidFill>
                <a:latin typeface="Times New Roman" panose="02020603050405020304" pitchFamily="18" charset="0"/>
              </a:rPr>
              <a:t>with </a:t>
            </a:r>
            <a:r>
              <a:rPr lang="en-US" altLang="en-US" sz="2000" dirty="0" err="1">
                <a:solidFill>
                  <a:schemeClr val="tx2"/>
                </a:solidFill>
                <a:latin typeface="Times New Roman" panose="02020603050405020304" pitchFamily="18" charset="0"/>
              </a:rPr>
              <a:t>Vp</a:t>
            </a:r>
            <a:r>
              <a:rPr lang="en-US" altLang="en-US" sz="2000" dirty="0">
                <a:solidFill>
                  <a:schemeClr val="tx2"/>
                </a:solidFill>
                <a:latin typeface="Times New Roman" panose="02020603050405020304" pitchFamily="18" charset="0"/>
              </a:rPr>
              <a:t> and  </a:t>
            </a:r>
            <a:r>
              <a:rPr lang="en-US" altLang="en-US" sz="2000" dirty="0" err="1">
                <a:solidFill>
                  <a:schemeClr val="tx2"/>
                </a:solidFill>
                <a:latin typeface="Times New Roman" panose="02020603050405020304" pitchFamily="18" charset="0"/>
              </a:rPr>
              <a:t>Fv</a:t>
            </a:r>
            <a:r>
              <a:rPr lang="en-US" altLang="en-US" sz="2000" dirty="0">
                <a:solidFill>
                  <a:schemeClr val="tx2"/>
                </a:solidFill>
                <a:latin typeface="Times New Roman" panose="02020603050405020304" pitchFamily="18" charset="0"/>
              </a:rPr>
              <a:t> of the axis 35</a:t>
            </a:r>
            <a:r>
              <a:rPr lang="en-US" altLang="en-US" sz="2000" baseline="30000" dirty="0">
                <a:solidFill>
                  <a:schemeClr val="tx2"/>
                </a:solidFill>
                <a:latin typeface="Times New Roman" panose="02020603050405020304" pitchFamily="18" charset="0"/>
              </a:rPr>
              <a:t>0</a:t>
            </a:r>
            <a:r>
              <a:rPr lang="en-US" altLang="en-US" sz="2000" dirty="0">
                <a:solidFill>
                  <a:schemeClr val="tx2"/>
                </a:solidFill>
                <a:latin typeface="Times New Roman" panose="02020603050405020304" pitchFamily="18" charset="0"/>
              </a:rPr>
              <a:t> with Hp. Draw </a:t>
            </a:r>
            <a:r>
              <a:rPr lang="en-US" altLang="en-US" sz="2000" dirty="0" smtClean="0">
                <a:solidFill>
                  <a:schemeClr val="tx2"/>
                </a:solidFill>
                <a:latin typeface="Times New Roman" panose="02020603050405020304" pitchFamily="18" charset="0"/>
              </a:rPr>
              <a:t>projections.</a:t>
            </a:r>
            <a:endParaRPr lang="en-US" altLang="en-US" sz="2000" dirty="0">
              <a:solidFill>
                <a:schemeClr val="tx2"/>
              </a:solidFill>
              <a:latin typeface="Times New Roman" panose="02020603050405020304" pitchFamily="18" charset="0"/>
            </a:endParaRPr>
          </a:p>
        </p:txBody>
      </p:sp>
      <p:sp>
        <p:nvSpPr>
          <p:cNvPr id="18577" name="Text Box 145"/>
          <p:cNvSpPr txBox="1">
            <a:spLocks noChangeArrowheads="1"/>
          </p:cNvSpPr>
          <p:nvPr/>
        </p:nvSpPr>
        <p:spPr bwMode="auto">
          <a:xfrm>
            <a:off x="3880310" y="-28576"/>
            <a:ext cx="5600636"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solidFill>
                  <a:schemeClr val="accent2"/>
                </a:solidFill>
              </a:rPr>
              <a:t>Solution Steps:</a:t>
            </a:r>
          </a:p>
          <a:p>
            <a:pPr eaLnBrk="1" hangingPunct="1"/>
            <a:r>
              <a:rPr lang="en-US" altLang="en-US" sz="1400" dirty="0"/>
              <a:t>Resting on </a:t>
            </a:r>
            <a:r>
              <a:rPr lang="en-US" altLang="en-US" sz="1400" dirty="0" err="1"/>
              <a:t>Vp</a:t>
            </a:r>
            <a:r>
              <a:rPr lang="en-US" altLang="en-US" sz="1400" dirty="0"/>
              <a:t> on one point of base, means inclined to </a:t>
            </a:r>
            <a:r>
              <a:rPr lang="en-US" altLang="en-US" sz="1400" dirty="0" err="1"/>
              <a:t>Vp</a:t>
            </a:r>
            <a:r>
              <a:rPr lang="en-US" altLang="en-US" sz="1400" dirty="0"/>
              <a:t>:</a:t>
            </a:r>
          </a:p>
          <a:p>
            <a:pPr eaLnBrk="1" hangingPunct="1"/>
            <a:r>
              <a:rPr lang="en-US" altLang="en-US" sz="1400" dirty="0"/>
              <a:t>1.Assume it standing on </a:t>
            </a:r>
            <a:r>
              <a:rPr lang="en-US" altLang="en-US" sz="1400" dirty="0" err="1"/>
              <a:t>Vp</a:t>
            </a:r>
            <a:endParaRPr lang="en-US" altLang="en-US" sz="1400" dirty="0"/>
          </a:p>
          <a:p>
            <a:pPr eaLnBrk="1" hangingPunct="1"/>
            <a:r>
              <a:rPr lang="en-US" altLang="en-US" sz="1400" dirty="0"/>
              <a:t>2.It’s </a:t>
            </a:r>
            <a:r>
              <a:rPr lang="en-US" altLang="en-US" sz="1400" dirty="0" err="1"/>
              <a:t>Fv</a:t>
            </a:r>
            <a:r>
              <a:rPr lang="en-US" altLang="en-US" sz="1400" dirty="0"/>
              <a:t> will show True Shape of base &amp; top( circle )</a:t>
            </a:r>
          </a:p>
          <a:p>
            <a:pPr eaLnBrk="1" hangingPunct="1"/>
            <a:r>
              <a:rPr lang="en-US" altLang="en-US" sz="1400" dirty="0"/>
              <a:t>3.Draw 40mm dia. Circle as </a:t>
            </a:r>
            <a:r>
              <a:rPr lang="en-US" altLang="en-US" sz="1400" dirty="0" err="1"/>
              <a:t>Fv</a:t>
            </a:r>
            <a:r>
              <a:rPr lang="en-US" altLang="en-US" sz="1400" dirty="0"/>
              <a:t> &amp;  taking 50 mm axis project </a:t>
            </a:r>
            <a:r>
              <a:rPr lang="en-US" altLang="en-US" sz="1400" dirty="0" err="1"/>
              <a:t>Tv</a:t>
            </a:r>
            <a:r>
              <a:rPr lang="en-US" altLang="en-US" sz="1400" dirty="0"/>
              <a:t>. </a:t>
            </a:r>
          </a:p>
          <a:p>
            <a:pPr eaLnBrk="1" hangingPunct="1"/>
            <a:r>
              <a:rPr lang="en-US" altLang="en-US" sz="1400" dirty="0"/>
              <a:t>   ( a Rectangle)</a:t>
            </a:r>
          </a:p>
          <a:p>
            <a:pPr eaLnBrk="1" hangingPunct="1"/>
            <a:r>
              <a:rPr lang="en-US" altLang="en-US" sz="1400" dirty="0"/>
              <a:t>4.Name all points as shown in illustration.</a:t>
            </a:r>
          </a:p>
          <a:p>
            <a:pPr eaLnBrk="1" hangingPunct="1"/>
            <a:r>
              <a:rPr lang="en-US" altLang="en-US" sz="1400" dirty="0"/>
              <a:t>5.Draw 2</a:t>
            </a:r>
            <a:r>
              <a:rPr lang="en-US" altLang="en-US" sz="1400" baseline="30000" dirty="0"/>
              <a:t>nd</a:t>
            </a:r>
            <a:r>
              <a:rPr lang="en-US" altLang="en-US" sz="1400" dirty="0"/>
              <a:t> </a:t>
            </a:r>
            <a:r>
              <a:rPr lang="en-US" altLang="en-US" sz="1400" dirty="0" err="1"/>
              <a:t>Tv</a:t>
            </a:r>
            <a:r>
              <a:rPr lang="en-US" altLang="en-US" sz="1400" dirty="0"/>
              <a:t> making axis 45</a:t>
            </a:r>
            <a:r>
              <a:rPr lang="en-US" altLang="en-US" sz="1400" baseline="30000" dirty="0"/>
              <a:t>0</a:t>
            </a:r>
            <a:r>
              <a:rPr lang="en-US" altLang="en-US" sz="1400" dirty="0"/>
              <a:t> to </a:t>
            </a:r>
            <a:r>
              <a:rPr lang="en-US" altLang="en-US" sz="1400" dirty="0" err="1"/>
              <a:t>xy</a:t>
            </a:r>
            <a:r>
              <a:rPr lang="en-US" altLang="en-US" sz="1400" dirty="0"/>
              <a:t> And project it’s </a:t>
            </a:r>
            <a:r>
              <a:rPr lang="en-US" altLang="en-US" sz="1400" dirty="0" err="1"/>
              <a:t>Fv</a:t>
            </a:r>
            <a:r>
              <a:rPr lang="en-US" altLang="en-US" sz="1400" dirty="0"/>
              <a:t> above </a:t>
            </a:r>
            <a:r>
              <a:rPr lang="en-US" altLang="en-US" sz="1400" dirty="0" err="1"/>
              <a:t>xy</a:t>
            </a:r>
            <a:r>
              <a:rPr lang="en-US" altLang="en-US" sz="1400" dirty="0"/>
              <a:t>.</a:t>
            </a:r>
          </a:p>
          <a:p>
            <a:pPr eaLnBrk="1" hangingPunct="1"/>
            <a:r>
              <a:rPr lang="en-US" altLang="en-US" sz="1400" dirty="0"/>
              <a:t>6.Make visible lines dark and hidden dotted, </a:t>
            </a:r>
            <a:r>
              <a:rPr lang="en-US" altLang="en-US" sz="1400" dirty="0" smtClean="0"/>
              <a:t>as </a:t>
            </a:r>
            <a:r>
              <a:rPr lang="en-US" altLang="en-US" sz="1400" dirty="0"/>
              <a:t>per the procedure.</a:t>
            </a:r>
          </a:p>
          <a:p>
            <a:pPr eaLnBrk="1" hangingPunct="1"/>
            <a:r>
              <a:rPr lang="en-US" altLang="en-US" sz="1400" dirty="0"/>
              <a:t>7.Then construct remaining inclination with </a:t>
            </a:r>
            <a:r>
              <a:rPr lang="en-US" altLang="en-US" sz="1400" dirty="0" err="1"/>
              <a:t>Hp</a:t>
            </a:r>
            <a:endParaRPr lang="en-US" altLang="en-US" sz="1400" dirty="0"/>
          </a:p>
          <a:p>
            <a:pPr eaLnBrk="1" hangingPunct="1"/>
            <a:r>
              <a:rPr lang="en-US" altLang="en-US" sz="1400" dirty="0"/>
              <a:t> </a:t>
            </a:r>
            <a:r>
              <a:rPr lang="en-US" altLang="en-US" sz="1400" dirty="0" smtClean="0"/>
              <a:t>(</a:t>
            </a:r>
            <a:r>
              <a:rPr lang="en-US" altLang="en-US" sz="1400" dirty="0" err="1" smtClean="0"/>
              <a:t>Fv</a:t>
            </a:r>
            <a:r>
              <a:rPr lang="en-US" altLang="en-US" sz="1400" dirty="0" smtClean="0"/>
              <a:t> </a:t>
            </a:r>
            <a:r>
              <a:rPr lang="en-US" altLang="en-US" sz="1400" dirty="0"/>
              <a:t>of axis </a:t>
            </a:r>
            <a:r>
              <a:rPr lang="en-US" altLang="en-US" sz="1400" dirty="0" err="1" smtClean="0"/>
              <a:t>I.e.center</a:t>
            </a:r>
            <a:r>
              <a:rPr lang="en-US" altLang="en-US" sz="1400" dirty="0" smtClean="0"/>
              <a:t> </a:t>
            </a:r>
            <a:r>
              <a:rPr lang="en-US" altLang="en-US" sz="1400" dirty="0"/>
              <a:t>line of view to </a:t>
            </a:r>
            <a:r>
              <a:rPr lang="en-US" altLang="en-US" sz="1400" dirty="0" err="1"/>
              <a:t>xy</a:t>
            </a:r>
            <a:r>
              <a:rPr lang="en-US" altLang="en-US" sz="1400" dirty="0"/>
              <a:t> as shown) &amp; project final </a:t>
            </a:r>
            <a:r>
              <a:rPr lang="en-US" altLang="en-US" sz="1400" dirty="0" err="1"/>
              <a:t>Tv</a:t>
            </a:r>
            <a:r>
              <a:rPr lang="en-US" altLang="en-US" sz="1400"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8447"/>
                                        </p:tgtEl>
                                        <p:attrNameLst>
                                          <p:attrName>style.visibility</p:attrName>
                                        </p:attrNameLst>
                                      </p:cBhvr>
                                      <p:to>
                                        <p:strVal val="visible"/>
                                      </p:to>
                                    </p:set>
                                    <p:anim calcmode="lin" valueType="num">
                                      <p:cBhvr>
                                        <p:cTn id="7" dur="500" fill="hold"/>
                                        <p:tgtEl>
                                          <p:spTgt spid="18447"/>
                                        </p:tgtEl>
                                        <p:attrNameLst>
                                          <p:attrName>ppt_w</p:attrName>
                                        </p:attrNameLst>
                                      </p:cBhvr>
                                      <p:tavLst>
                                        <p:tav tm="0">
                                          <p:val>
                                            <p:fltVal val="0"/>
                                          </p:val>
                                        </p:tav>
                                        <p:tav tm="100000">
                                          <p:val>
                                            <p:strVal val="#ppt_w"/>
                                          </p:val>
                                        </p:tav>
                                      </p:tavLst>
                                    </p:anim>
                                    <p:anim calcmode="lin" valueType="num">
                                      <p:cBhvr>
                                        <p:cTn id="8" dur="500" fill="hold"/>
                                        <p:tgtEl>
                                          <p:spTgt spid="1844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18576"/>
                                        </p:tgtEl>
                                        <p:attrNameLst>
                                          <p:attrName>style.visibility</p:attrName>
                                        </p:attrNameLst>
                                      </p:cBhvr>
                                      <p:to>
                                        <p:strVal val="visible"/>
                                      </p:to>
                                    </p:set>
                                    <p:anim calcmode="lin" valueType="num">
                                      <p:cBhvr>
                                        <p:cTn id="13" dur="500" fill="hold"/>
                                        <p:tgtEl>
                                          <p:spTgt spid="18576"/>
                                        </p:tgtEl>
                                        <p:attrNameLst>
                                          <p:attrName>ppt_x</p:attrName>
                                        </p:attrNameLst>
                                      </p:cBhvr>
                                      <p:tavLst>
                                        <p:tav tm="0">
                                          <p:val>
                                            <p:strVal val="#ppt_x-#ppt_w/2"/>
                                          </p:val>
                                        </p:tav>
                                        <p:tav tm="100000">
                                          <p:val>
                                            <p:strVal val="#ppt_x"/>
                                          </p:val>
                                        </p:tav>
                                      </p:tavLst>
                                    </p:anim>
                                    <p:anim calcmode="lin" valueType="num">
                                      <p:cBhvr>
                                        <p:cTn id="14" dur="500" fill="hold"/>
                                        <p:tgtEl>
                                          <p:spTgt spid="18576"/>
                                        </p:tgtEl>
                                        <p:attrNameLst>
                                          <p:attrName>ppt_y</p:attrName>
                                        </p:attrNameLst>
                                      </p:cBhvr>
                                      <p:tavLst>
                                        <p:tav tm="0">
                                          <p:val>
                                            <p:strVal val="#ppt_y"/>
                                          </p:val>
                                        </p:tav>
                                        <p:tav tm="100000">
                                          <p:val>
                                            <p:strVal val="#ppt_y"/>
                                          </p:val>
                                        </p:tav>
                                      </p:tavLst>
                                    </p:anim>
                                    <p:anim calcmode="lin" valueType="num">
                                      <p:cBhvr>
                                        <p:cTn id="15" dur="500" fill="hold"/>
                                        <p:tgtEl>
                                          <p:spTgt spid="18576"/>
                                        </p:tgtEl>
                                        <p:attrNameLst>
                                          <p:attrName>ppt_w</p:attrName>
                                        </p:attrNameLst>
                                      </p:cBhvr>
                                      <p:tavLst>
                                        <p:tav tm="0">
                                          <p:val>
                                            <p:fltVal val="0"/>
                                          </p:val>
                                        </p:tav>
                                        <p:tav tm="100000">
                                          <p:val>
                                            <p:strVal val="#ppt_w"/>
                                          </p:val>
                                        </p:tav>
                                      </p:tavLst>
                                    </p:anim>
                                    <p:anim calcmode="lin" valueType="num">
                                      <p:cBhvr>
                                        <p:cTn id="16" dur="500" fill="hold"/>
                                        <p:tgtEl>
                                          <p:spTgt spid="18576"/>
                                        </p:tgtEl>
                                        <p:attrNameLst>
                                          <p:attrName>ppt_h</p:attrName>
                                        </p:attrNameLst>
                                      </p:cBhvr>
                                      <p:tavLst>
                                        <p:tav tm="0">
                                          <p:val>
                                            <p:strVal val="#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7" presetClass="entr" presetSubtype="10" fill="hold" grpId="0" nodeType="clickEffect">
                                  <p:stCondLst>
                                    <p:cond delay="0"/>
                                  </p:stCondLst>
                                  <p:childTnLst>
                                    <p:set>
                                      <p:cBhvr>
                                        <p:cTn id="20" dur="1" fill="hold">
                                          <p:stCondLst>
                                            <p:cond delay="0"/>
                                          </p:stCondLst>
                                        </p:cTn>
                                        <p:tgtEl>
                                          <p:spTgt spid="18448"/>
                                        </p:tgtEl>
                                        <p:attrNameLst>
                                          <p:attrName>style.visibility</p:attrName>
                                        </p:attrNameLst>
                                      </p:cBhvr>
                                      <p:to>
                                        <p:strVal val="visible"/>
                                      </p:to>
                                    </p:set>
                                    <p:anim calcmode="lin" valueType="num">
                                      <p:cBhvr>
                                        <p:cTn id="21" dur="500" fill="hold"/>
                                        <p:tgtEl>
                                          <p:spTgt spid="18448"/>
                                        </p:tgtEl>
                                        <p:attrNameLst>
                                          <p:attrName>ppt_w</p:attrName>
                                        </p:attrNameLst>
                                      </p:cBhvr>
                                      <p:tavLst>
                                        <p:tav tm="0">
                                          <p:val>
                                            <p:fltVal val="0"/>
                                          </p:val>
                                        </p:tav>
                                        <p:tav tm="100000">
                                          <p:val>
                                            <p:strVal val="#ppt_w"/>
                                          </p:val>
                                        </p:tav>
                                      </p:tavLst>
                                    </p:anim>
                                    <p:anim calcmode="lin" valueType="num">
                                      <p:cBhvr>
                                        <p:cTn id="22" dur="500" fill="hold"/>
                                        <p:tgtEl>
                                          <p:spTgt spid="18448"/>
                                        </p:tgtEl>
                                        <p:attrNameLst>
                                          <p:attrName>ppt_h</p:attrName>
                                        </p:attrNameLst>
                                      </p:cBhvr>
                                      <p:tavLst>
                                        <p:tav tm="0">
                                          <p:val>
                                            <p:strVal val="#ppt_h"/>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4" fill="hold" grpId="0" nodeType="clickEffect">
                                  <p:stCondLst>
                                    <p:cond delay="0"/>
                                  </p:stCondLst>
                                  <p:childTnLst>
                                    <p:set>
                                      <p:cBhvr>
                                        <p:cTn id="26" dur="1" fill="hold">
                                          <p:stCondLst>
                                            <p:cond delay="0"/>
                                          </p:stCondLst>
                                        </p:cTn>
                                        <p:tgtEl>
                                          <p:spTgt spid="18577"/>
                                        </p:tgtEl>
                                        <p:attrNameLst>
                                          <p:attrName>style.visibility</p:attrName>
                                        </p:attrNameLst>
                                      </p:cBhvr>
                                      <p:to>
                                        <p:strVal val="visible"/>
                                      </p:to>
                                    </p:set>
                                    <p:anim calcmode="lin" valueType="num">
                                      <p:cBhvr>
                                        <p:cTn id="27" dur="500" fill="hold"/>
                                        <p:tgtEl>
                                          <p:spTgt spid="18577"/>
                                        </p:tgtEl>
                                        <p:attrNameLst>
                                          <p:attrName>ppt_x</p:attrName>
                                        </p:attrNameLst>
                                      </p:cBhvr>
                                      <p:tavLst>
                                        <p:tav tm="0">
                                          <p:val>
                                            <p:strVal val="#ppt_x"/>
                                          </p:val>
                                        </p:tav>
                                        <p:tav tm="100000">
                                          <p:val>
                                            <p:strVal val="#ppt_x"/>
                                          </p:val>
                                        </p:tav>
                                      </p:tavLst>
                                    </p:anim>
                                    <p:anim calcmode="lin" valueType="num">
                                      <p:cBhvr>
                                        <p:cTn id="28" dur="500" fill="hold"/>
                                        <p:tgtEl>
                                          <p:spTgt spid="18577"/>
                                        </p:tgtEl>
                                        <p:attrNameLst>
                                          <p:attrName>ppt_y</p:attrName>
                                        </p:attrNameLst>
                                      </p:cBhvr>
                                      <p:tavLst>
                                        <p:tav tm="0">
                                          <p:val>
                                            <p:strVal val="#ppt_y+#ppt_h/2"/>
                                          </p:val>
                                        </p:tav>
                                        <p:tav tm="100000">
                                          <p:val>
                                            <p:strVal val="#ppt_y"/>
                                          </p:val>
                                        </p:tav>
                                      </p:tavLst>
                                    </p:anim>
                                    <p:anim calcmode="lin" valueType="num">
                                      <p:cBhvr>
                                        <p:cTn id="29" dur="500" fill="hold"/>
                                        <p:tgtEl>
                                          <p:spTgt spid="18577"/>
                                        </p:tgtEl>
                                        <p:attrNameLst>
                                          <p:attrName>ppt_w</p:attrName>
                                        </p:attrNameLst>
                                      </p:cBhvr>
                                      <p:tavLst>
                                        <p:tav tm="0">
                                          <p:val>
                                            <p:strVal val="#ppt_w"/>
                                          </p:val>
                                        </p:tav>
                                        <p:tav tm="100000">
                                          <p:val>
                                            <p:strVal val="#ppt_w"/>
                                          </p:val>
                                        </p:tav>
                                      </p:tavLst>
                                    </p:anim>
                                    <p:anim calcmode="lin" valueType="num">
                                      <p:cBhvr>
                                        <p:cTn id="30" dur="500" fill="hold"/>
                                        <p:tgtEl>
                                          <p:spTgt spid="18577"/>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18449"/>
                                        </p:tgtEl>
                                        <p:attrNameLst>
                                          <p:attrName>style.visibility</p:attrName>
                                        </p:attrNameLst>
                                      </p:cBhvr>
                                      <p:to>
                                        <p:strVal val="visible"/>
                                      </p:to>
                                    </p:set>
                                    <p:anim calcmode="lin" valueType="num">
                                      <p:cBhvr>
                                        <p:cTn id="35" dur="500" fill="hold"/>
                                        <p:tgtEl>
                                          <p:spTgt spid="18449"/>
                                        </p:tgtEl>
                                        <p:attrNameLst>
                                          <p:attrName>ppt_w</p:attrName>
                                        </p:attrNameLst>
                                      </p:cBhvr>
                                      <p:tavLst>
                                        <p:tav tm="0">
                                          <p:val>
                                            <p:fltVal val="0"/>
                                          </p:val>
                                        </p:tav>
                                        <p:tav tm="100000">
                                          <p:val>
                                            <p:strVal val="#ppt_w"/>
                                          </p:val>
                                        </p:tav>
                                      </p:tavLst>
                                    </p:anim>
                                    <p:anim calcmode="lin" valueType="num">
                                      <p:cBhvr>
                                        <p:cTn id="36" dur="500" fill="hold"/>
                                        <p:tgtEl>
                                          <p:spTgt spid="18449"/>
                                        </p:tgtEl>
                                        <p:attrNameLst>
                                          <p:attrName>ppt_h</p:attrName>
                                        </p:attrNameLst>
                                      </p:cBhvr>
                                      <p:tavLst>
                                        <p:tav tm="0">
                                          <p:val>
                                            <p:strVal val="#ppt_h"/>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8450"/>
                                        </p:tgtEl>
                                        <p:attrNameLst>
                                          <p:attrName>style.visibility</p:attrName>
                                        </p:attrNameLst>
                                      </p:cBhvr>
                                      <p:to>
                                        <p:strVal val="visible"/>
                                      </p:to>
                                    </p:set>
                                    <p:anim calcmode="lin" valueType="num">
                                      <p:cBhvr>
                                        <p:cTn id="41" dur="500" fill="hold"/>
                                        <p:tgtEl>
                                          <p:spTgt spid="18450"/>
                                        </p:tgtEl>
                                        <p:attrNameLst>
                                          <p:attrName>ppt_w</p:attrName>
                                        </p:attrNameLst>
                                      </p:cBhvr>
                                      <p:tavLst>
                                        <p:tav tm="0">
                                          <p:val>
                                            <p:fltVal val="0"/>
                                          </p:val>
                                        </p:tav>
                                        <p:tav tm="100000">
                                          <p:val>
                                            <p:strVal val="#ppt_w"/>
                                          </p:val>
                                        </p:tav>
                                      </p:tavLst>
                                    </p:anim>
                                    <p:anim calcmode="lin" valueType="num">
                                      <p:cBhvr>
                                        <p:cTn id="42" dur="500" fill="hold"/>
                                        <p:tgtEl>
                                          <p:spTgt spid="18450"/>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10" fill="hold" grpId="0" nodeType="clickEffect">
                                  <p:stCondLst>
                                    <p:cond delay="0"/>
                                  </p:stCondLst>
                                  <p:childTnLst>
                                    <p:set>
                                      <p:cBhvr>
                                        <p:cTn id="46" dur="1" fill="hold">
                                          <p:stCondLst>
                                            <p:cond delay="0"/>
                                          </p:stCondLst>
                                        </p:cTn>
                                        <p:tgtEl>
                                          <p:spTgt spid="18455"/>
                                        </p:tgtEl>
                                        <p:attrNameLst>
                                          <p:attrName>style.visibility</p:attrName>
                                        </p:attrNameLst>
                                      </p:cBhvr>
                                      <p:to>
                                        <p:strVal val="visible"/>
                                      </p:to>
                                    </p:set>
                                    <p:anim calcmode="lin" valueType="num">
                                      <p:cBhvr>
                                        <p:cTn id="47" dur="500" fill="hold"/>
                                        <p:tgtEl>
                                          <p:spTgt spid="18455"/>
                                        </p:tgtEl>
                                        <p:attrNameLst>
                                          <p:attrName>ppt_w</p:attrName>
                                        </p:attrNameLst>
                                      </p:cBhvr>
                                      <p:tavLst>
                                        <p:tav tm="0">
                                          <p:val>
                                            <p:fltVal val="0"/>
                                          </p:val>
                                        </p:tav>
                                        <p:tav tm="100000">
                                          <p:val>
                                            <p:strVal val="#ppt_w"/>
                                          </p:val>
                                        </p:tav>
                                      </p:tavLst>
                                    </p:anim>
                                    <p:anim calcmode="lin" valueType="num">
                                      <p:cBhvr>
                                        <p:cTn id="48" dur="500" fill="hold"/>
                                        <p:tgtEl>
                                          <p:spTgt spid="18455"/>
                                        </p:tgtEl>
                                        <p:attrNameLst>
                                          <p:attrName>ppt_h</p:attrName>
                                        </p:attrNameLst>
                                      </p:cBhvr>
                                      <p:tavLst>
                                        <p:tav tm="0">
                                          <p:val>
                                            <p:strVal val="#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10" fill="hold" grpId="0" nodeType="clickEffect">
                                  <p:stCondLst>
                                    <p:cond delay="0"/>
                                  </p:stCondLst>
                                  <p:childTnLst>
                                    <p:set>
                                      <p:cBhvr>
                                        <p:cTn id="52" dur="1" fill="hold">
                                          <p:stCondLst>
                                            <p:cond delay="0"/>
                                          </p:stCondLst>
                                        </p:cTn>
                                        <p:tgtEl>
                                          <p:spTgt spid="18456"/>
                                        </p:tgtEl>
                                        <p:attrNameLst>
                                          <p:attrName>style.visibility</p:attrName>
                                        </p:attrNameLst>
                                      </p:cBhvr>
                                      <p:to>
                                        <p:strVal val="visible"/>
                                      </p:to>
                                    </p:set>
                                    <p:anim calcmode="lin" valueType="num">
                                      <p:cBhvr>
                                        <p:cTn id="53" dur="500" fill="hold"/>
                                        <p:tgtEl>
                                          <p:spTgt spid="18456"/>
                                        </p:tgtEl>
                                        <p:attrNameLst>
                                          <p:attrName>ppt_w</p:attrName>
                                        </p:attrNameLst>
                                      </p:cBhvr>
                                      <p:tavLst>
                                        <p:tav tm="0">
                                          <p:val>
                                            <p:fltVal val="0"/>
                                          </p:val>
                                        </p:tav>
                                        <p:tav tm="100000">
                                          <p:val>
                                            <p:strVal val="#ppt_w"/>
                                          </p:val>
                                        </p:tav>
                                      </p:tavLst>
                                    </p:anim>
                                    <p:anim calcmode="lin" valueType="num">
                                      <p:cBhvr>
                                        <p:cTn id="54" dur="500" fill="hold"/>
                                        <p:tgtEl>
                                          <p:spTgt spid="18456"/>
                                        </p:tgtEl>
                                        <p:attrNameLst>
                                          <p:attrName>ppt_h</p:attrName>
                                        </p:attrNameLst>
                                      </p:cBhvr>
                                      <p:tavLst>
                                        <p:tav tm="0">
                                          <p:val>
                                            <p:strVal val="#ppt_h"/>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3" presetClass="entr" presetSubtype="16" fill="hold" nodeType="clickEffect">
                                  <p:stCondLst>
                                    <p:cond delay="0"/>
                                  </p:stCondLst>
                                  <p:childTnLst>
                                    <p:set>
                                      <p:cBhvr>
                                        <p:cTn id="58" dur="1" fill="hold">
                                          <p:stCondLst>
                                            <p:cond delay="0"/>
                                          </p:stCondLst>
                                        </p:cTn>
                                        <p:tgtEl>
                                          <p:spTgt spid="18459"/>
                                        </p:tgtEl>
                                        <p:attrNameLst>
                                          <p:attrName>style.visibility</p:attrName>
                                        </p:attrNameLst>
                                      </p:cBhvr>
                                      <p:to>
                                        <p:strVal val="visible"/>
                                      </p:to>
                                    </p:set>
                                    <p:anim calcmode="lin" valueType="num">
                                      <p:cBhvr>
                                        <p:cTn id="59" dur="500" fill="hold"/>
                                        <p:tgtEl>
                                          <p:spTgt spid="18459"/>
                                        </p:tgtEl>
                                        <p:attrNameLst>
                                          <p:attrName>ppt_w</p:attrName>
                                        </p:attrNameLst>
                                      </p:cBhvr>
                                      <p:tavLst>
                                        <p:tav tm="0">
                                          <p:val>
                                            <p:fltVal val="0"/>
                                          </p:val>
                                        </p:tav>
                                        <p:tav tm="100000">
                                          <p:val>
                                            <p:strVal val="#ppt_w"/>
                                          </p:val>
                                        </p:tav>
                                      </p:tavLst>
                                    </p:anim>
                                    <p:anim calcmode="lin" valueType="num">
                                      <p:cBhvr>
                                        <p:cTn id="60" dur="500" fill="hold"/>
                                        <p:tgtEl>
                                          <p:spTgt spid="18459"/>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1" fill="hold" grpId="0" nodeType="clickEffect">
                                  <p:stCondLst>
                                    <p:cond delay="0"/>
                                  </p:stCondLst>
                                  <p:childTnLst>
                                    <p:set>
                                      <p:cBhvr>
                                        <p:cTn id="64" dur="1" fill="hold">
                                          <p:stCondLst>
                                            <p:cond delay="0"/>
                                          </p:stCondLst>
                                        </p:cTn>
                                        <p:tgtEl>
                                          <p:spTgt spid="18451"/>
                                        </p:tgtEl>
                                        <p:attrNameLst>
                                          <p:attrName>style.visibility</p:attrName>
                                        </p:attrNameLst>
                                      </p:cBhvr>
                                      <p:to>
                                        <p:strVal val="visible"/>
                                      </p:to>
                                    </p:set>
                                    <p:anim calcmode="lin" valueType="num">
                                      <p:cBhvr>
                                        <p:cTn id="65" dur="500" fill="hold"/>
                                        <p:tgtEl>
                                          <p:spTgt spid="18451"/>
                                        </p:tgtEl>
                                        <p:attrNameLst>
                                          <p:attrName>ppt_x</p:attrName>
                                        </p:attrNameLst>
                                      </p:cBhvr>
                                      <p:tavLst>
                                        <p:tav tm="0">
                                          <p:val>
                                            <p:strVal val="#ppt_x"/>
                                          </p:val>
                                        </p:tav>
                                        <p:tav tm="100000">
                                          <p:val>
                                            <p:strVal val="#ppt_x"/>
                                          </p:val>
                                        </p:tav>
                                      </p:tavLst>
                                    </p:anim>
                                    <p:anim calcmode="lin" valueType="num">
                                      <p:cBhvr>
                                        <p:cTn id="66" dur="500" fill="hold"/>
                                        <p:tgtEl>
                                          <p:spTgt spid="18451"/>
                                        </p:tgtEl>
                                        <p:attrNameLst>
                                          <p:attrName>ppt_y</p:attrName>
                                        </p:attrNameLst>
                                      </p:cBhvr>
                                      <p:tavLst>
                                        <p:tav tm="0">
                                          <p:val>
                                            <p:strVal val="#ppt_y-#ppt_h/2"/>
                                          </p:val>
                                        </p:tav>
                                        <p:tav tm="100000">
                                          <p:val>
                                            <p:strVal val="#ppt_y"/>
                                          </p:val>
                                        </p:tav>
                                      </p:tavLst>
                                    </p:anim>
                                    <p:anim calcmode="lin" valueType="num">
                                      <p:cBhvr>
                                        <p:cTn id="67" dur="500" fill="hold"/>
                                        <p:tgtEl>
                                          <p:spTgt spid="18451"/>
                                        </p:tgtEl>
                                        <p:attrNameLst>
                                          <p:attrName>ppt_w</p:attrName>
                                        </p:attrNameLst>
                                      </p:cBhvr>
                                      <p:tavLst>
                                        <p:tav tm="0">
                                          <p:val>
                                            <p:strVal val="#ppt_w"/>
                                          </p:val>
                                        </p:tav>
                                        <p:tav tm="100000">
                                          <p:val>
                                            <p:strVal val="#ppt_w"/>
                                          </p:val>
                                        </p:tav>
                                      </p:tavLst>
                                    </p:anim>
                                    <p:anim calcmode="lin" valueType="num">
                                      <p:cBhvr>
                                        <p:cTn id="68" dur="500" fill="hold"/>
                                        <p:tgtEl>
                                          <p:spTgt spid="18451"/>
                                        </p:tgtEl>
                                        <p:attrNameLst>
                                          <p:attrName>ppt_h</p:attrName>
                                        </p:attrNameLst>
                                      </p:cBhvr>
                                      <p:tavLst>
                                        <p:tav tm="0">
                                          <p:val>
                                            <p:fltVal val="0"/>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7" presetClass="entr" presetSubtype="1" fill="hold" grpId="0" nodeType="clickEffect">
                                  <p:stCondLst>
                                    <p:cond delay="0"/>
                                  </p:stCondLst>
                                  <p:childTnLst>
                                    <p:set>
                                      <p:cBhvr>
                                        <p:cTn id="72" dur="1" fill="hold">
                                          <p:stCondLst>
                                            <p:cond delay="0"/>
                                          </p:stCondLst>
                                        </p:cTn>
                                        <p:tgtEl>
                                          <p:spTgt spid="18452"/>
                                        </p:tgtEl>
                                        <p:attrNameLst>
                                          <p:attrName>style.visibility</p:attrName>
                                        </p:attrNameLst>
                                      </p:cBhvr>
                                      <p:to>
                                        <p:strVal val="visible"/>
                                      </p:to>
                                    </p:set>
                                    <p:anim calcmode="lin" valueType="num">
                                      <p:cBhvr>
                                        <p:cTn id="73" dur="500" fill="hold"/>
                                        <p:tgtEl>
                                          <p:spTgt spid="18452"/>
                                        </p:tgtEl>
                                        <p:attrNameLst>
                                          <p:attrName>ppt_x</p:attrName>
                                        </p:attrNameLst>
                                      </p:cBhvr>
                                      <p:tavLst>
                                        <p:tav tm="0">
                                          <p:val>
                                            <p:strVal val="#ppt_x"/>
                                          </p:val>
                                        </p:tav>
                                        <p:tav tm="100000">
                                          <p:val>
                                            <p:strVal val="#ppt_x"/>
                                          </p:val>
                                        </p:tav>
                                      </p:tavLst>
                                    </p:anim>
                                    <p:anim calcmode="lin" valueType="num">
                                      <p:cBhvr>
                                        <p:cTn id="74" dur="500" fill="hold"/>
                                        <p:tgtEl>
                                          <p:spTgt spid="18452"/>
                                        </p:tgtEl>
                                        <p:attrNameLst>
                                          <p:attrName>ppt_y</p:attrName>
                                        </p:attrNameLst>
                                      </p:cBhvr>
                                      <p:tavLst>
                                        <p:tav tm="0">
                                          <p:val>
                                            <p:strVal val="#ppt_y-#ppt_h/2"/>
                                          </p:val>
                                        </p:tav>
                                        <p:tav tm="100000">
                                          <p:val>
                                            <p:strVal val="#ppt_y"/>
                                          </p:val>
                                        </p:tav>
                                      </p:tavLst>
                                    </p:anim>
                                    <p:anim calcmode="lin" valueType="num">
                                      <p:cBhvr>
                                        <p:cTn id="75" dur="500" fill="hold"/>
                                        <p:tgtEl>
                                          <p:spTgt spid="18452"/>
                                        </p:tgtEl>
                                        <p:attrNameLst>
                                          <p:attrName>ppt_w</p:attrName>
                                        </p:attrNameLst>
                                      </p:cBhvr>
                                      <p:tavLst>
                                        <p:tav tm="0">
                                          <p:val>
                                            <p:strVal val="#ppt_w"/>
                                          </p:val>
                                        </p:tav>
                                        <p:tav tm="100000">
                                          <p:val>
                                            <p:strVal val="#ppt_w"/>
                                          </p:val>
                                        </p:tav>
                                      </p:tavLst>
                                    </p:anim>
                                    <p:anim calcmode="lin" valueType="num">
                                      <p:cBhvr>
                                        <p:cTn id="76" dur="500" fill="hold"/>
                                        <p:tgtEl>
                                          <p:spTgt spid="18452"/>
                                        </p:tgtEl>
                                        <p:attrNameLst>
                                          <p:attrName>ppt_h</p:attrName>
                                        </p:attrNameLst>
                                      </p:cBhvr>
                                      <p:tavLst>
                                        <p:tav tm="0">
                                          <p:val>
                                            <p:fltVal val="0"/>
                                          </p:val>
                                        </p:tav>
                                        <p:tav tm="100000">
                                          <p:val>
                                            <p:strVal val="#ppt_h"/>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17" presetClass="entr" presetSubtype="1" fill="hold" grpId="0" nodeType="clickEffect">
                                  <p:stCondLst>
                                    <p:cond delay="0"/>
                                  </p:stCondLst>
                                  <p:childTnLst>
                                    <p:set>
                                      <p:cBhvr>
                                        <p:cTn id="80" dur="1" fill="hold">
                                          <p:stCondLst>
                                            <p:cond delay="0"/>
                                          </p:stCondLst>
                                        </p:cTn>
                                        <p:tgtEl>
                                          <p:spTgt spid="18453"/>
                                        </p:tgtEl>
                                        <p:attrNameLst>
                                          <p:attrName>style.visibility</p:attrName>
                                        </p:attrNameLst>
                                      </p:cBhvr>
                                      <p:to>
                                        <p:strVal val="visible"/>
                                      </p:to>
                                    </p:set>
                                    <p:anim calcmode="lin" valueType="num">
                                      <p:cBhvr>
                                        <p:cTn id="81" dur="500" fill="hold"/>
                                        <p:tgtEl>
                                          <p:spTgt spid="18453"/>
                                        </p:tgtEl>
                                        <p:attrNameLst>
                                          <p:attrName>ppt_x</p:attrName>
                                        </p:attrNameLst>
                                      </p:cBhvr>
                                      <p:tavLst>
                                        <p:tav tm="0">
                                          <p:val>
                                            <p:strVal val="#ppt_x"/>
                                          </p:val>
                                        </p:tav>
                                        <p:tav tm="100000">
                                          <p:val>
                                            <p:strVal val="#ppt_x"/>
                                          </p:val>
                                        </p:tav>
                                      </p:tavLst>
                                    </p:anim>
                                    <p:anim calcmode="lin" valueType="num">
                                      <p:cBhvr>
                                        <p:cTn id="82" dur="500" fill="hold"/>
                                        <p:tgtEl>
                                          <p:spTgt spid="18453"/>
                                        </p:tgtEl>
                                        <p:attrNameLst>
                                          <p:attrName>ppt_y</p:attrName>
                                        </p:attrNameLst>
                                      </p:cBhvr>
                                      <p:tavLst>
                                        <p:tav tm="0">
                                          <p:val>
                                            <p:strVal val="#ppt_y-#ppt_h/2"/>
                                          </p:val>
                                        </p:tav>
                                        <p:tav tm="100000">
                                          <p:val>
                                            <p:strVal val="#ppt_y"/>
                                          </p:val>
                                        </p:tav>
                                      </p:tavLst>
                                    </p:anim>
                                    <p:anim calcmode="lin" valueType="num">
                                      <p:cBhvr>
                                        <p:cTn id="83" dur="500" fill="hold"/>
                                        <p:tgtEl>
                                          <p:spTgt spid="18453"/>
                                        </p:tgtEl>
                                        <p:attrNameLst>
                                          <p:attrName>ppt_w</p:attrName>
                                        </p:attrNameLst>
                                      </p:cBhvr>
                                      <p:tavLst>
                                        <p:tav tm="0">
                                          <p:val>
                                            <p:strVal val="#ppt_w"/>
                                          </p:val>
                                        </p:tav>
                                        <p:tav tm="100000">
                                          <p:val>
                                            <p:strVal val="#ppt_w"/>
                                          </p:val>
                                        </p:tav>
                                      </p:tavLst>
                                    </p:anim>
                                    <p:anim calcmode="lin" valueType="num">
                                      <p:cBhvr>
                                        <p:cTn id="84" dur="500" fill="hold"/>
                                        <p:tgtEl>
                                          <p:spTgt spid="18453"/>
                                        </p:tgtEl>
                                        <p:attrNameLst>
                                          <p:attrName>ppt_h</p:attrName>
                                        </p:attrNameLst>
                                      </p:cBhvr>
                                      <p:tavLst>
                                        <p:tav tm="0">
                                          <p:val>
                                            <p:fltVal val="0"/>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17" presetClass="entr" presetSubtype="1" fill="hold" grpId="0" nodeType="clickEffect">
                                  <p:stCondLst>
                                    <p:cond delay="0"/>
                                  </p:stCondLst>
                                  <p:childTnLst>
                                    <p:set>
                                      <p:cBhvr>
                                        <p:cTn id="88" dur="1" fill="hold">
                                          <p:stCondLst>
                                            <p:cond delay="0"/>
                                          </p:stCondLst>
                                        </p:cTn>
                                        <p:tgtEl>
                                          <p:spTgt spid="18454"/>
                                        </p:tgtEl>
                                        <p:attrNameLst>
                                          <p:attrName>style.visibility</p:attrName>
                                        </p:attrNameLst>
                                      </p:cBhvr>
                                      <p:to>
                                        <p:strVal val="visible"/>
                                      </p:to>
                                    </p:set>
                                    <p:anim calcmode="lin" valueType="num">
                                      <p:cBhvr>
                                        <p:cTn id="89" dur="500" fill="hold"/>
                                        <p:tgtEl>
                                          <p:spTgt spid="18454"/>
                                        </p:tgtEl>
                                        <p:attrNameLst>
                                          <p:attrName>ppt_x</p:attrName>
                                        </p:attrNameLst>
                                      </p:cBhvr>
                                      <p:tavLst>
                                        <p:tav tm="0">
                                          <p:val>
                                            <p:strVal val="#ppt_x"/>
                                          </p:val>
                                        </p:tav>
                                        <p:tav tm="100000">
                                          <p:val>
                                            <p:strVal val="#ppt_x"/>
                                          </p:val>
                                        </p:tav>
                                      </p:tavLst>
                                    </p:anim>
                                    <p:anim calcmode="lin" valueType="num">
                                      <p:cBhvr>
                                        <p:cTn id="90" dur="500" fill="hold"/>
                                        <p:tgtEl>
                                          <p:spTgt spid="18454"/>
                                        </p:tgtEl>
                                        <p:attrNameLst>
                                          <p:attrName>ppt_y</p:attrName>
                                        </p:attrNameLst>
                                      </p:cBhvr>
                                      <p:tavLst>
                                        <p:tav tm="0">
                                          <p:val>
                                            <p:strVal val="#ppt_y-#ppt_h/2"/>
                                          </p:val>
                                        </p:tav>
                                        <p:tav tm="100000">
                                          <p:val>
                                            <p:strVal val="#ppt_y"/>
                                          </p:val>
                                        </p:tav>
                                      </p:tavLst>
                                    </p:anim>
                                    <p:anim calcmode="lin" valueType="num">
                                      <p:cBhvr>
                                        <p:cTn id="91" dur="500" fill="hold"/>
                                        <p:tgtEl>
                                          <p:spTgt spid="18454"/>
                                        </p:tgtEl>
                                        <p:attrNameLst>
                                          <p:attrName>ppt_w</p:attrName>
                                        </p:attrNameLst>
                                      </p:cBhvr>
                                      <p:tavLst>
                                        <p:tav tm="0">
                                          <p:val>
                                            <p:strVal val="#ppt_w"/>
                                          </p:val>
                                        </p:tav>
                                        <p:tav tm="100000">
                                          <p:val>
                                            <p:strVal val="#ppt_w"/>
                                          </p:val>
                                        </p:tav>
                                      </p:tavLst>
                                    </p:anim>
                                    <p:anim calcmode="lin" valueType="num">
                                      <p:cBhvr>
                                        <p:cTn id="92" dur="500" fill="hold"/>
                                        <p:tgtEl>
                                          <p:spTgt spid="18454"/>
                                        </p:tgtEl>
                                        <p:attrNameLst>
                                          <p:attrName>ppt_h</p:attrName>
                                        </p:attrNameLst>
                                      </p:cBhvr>
                                      <p:tavLst>
                                        <p:tav tm="0">
                                          <p:val>
                                            <p:fltVal val="0"/>
                                          </p:val>
                                        </p:tav>
                                        <p:tav tm="100000">
                                          <p:val>
                                            <p:strVal val="#ppt_h"/>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17" presetClass="entr" presetSubtype="8" fill="hold" grpId="0" nodeType="clickEffect">
                                  <p:stCondLst>
                                    <p:cond delay="0"/>
                                  </p:stCondLst>
                                  <p:childTnLst>
                                    <p:set>
                                      <p:cBhvr>
                                        <p:cTn id="96" dur="1" fill="hold">
                                          <p:stCondLst>
                                            <p:cond delay="0"/>
                                          </p:stCondLst>
                                        </p:cTn>
                                        <p:tgtEl>
                                          <p:spTgt spid="18457"/>
                                        </p:tgtEl>
                                        <p:attrNameLst>
                                          <p:attrName>style.visibility</p:attrName>
                                        </p:attrNameLst>
                                      </p:cBhvr>
                                      <p:to>
                                        <p:strVal val="visible"/>
                                      </p:to>
                                    </p:set>
                                    <p:anim calcmode="lin" valueType="num">
                                      <p:cBhvr>
                                        <p:cTn id="97" dur="500" fill="hold"/>
                                        <p:tgtEl>
                                          <p:spTgt spid="18457"/>
                                        </p:tgtEl>
                                        <p:attrNameLst>
                                          <p:attrName>ppt_x</p:attrName>
                                        </p:attrNameLst>
                                      </p:cBhvr>
                                      <p:tavLst>
                                        <p:tav tm="0">
                                          <p:val>
                                            <p:strVal val="#ppt_x-#ppt_w/2"/>
                                          </p:val>
                                        </p:tav>
                                        <p:tav tm="100000">
                                          <p:val>
                                            <p:strVal val="#ppt_x"/>
                                          </p:val>
                                        </p:tav>
                                      </p:tavLst>
                                    </p:anim>
                                    <p:anim calcmode="lin" valueType="num">
                                      <p:cBhvr>
                                        <p:cTn id="98" dur="500" fill="hold"/>
                                        <p:tgtEl>
                                          <p:spTgt spid="18457"/>
                                        </p:tgtEl>
                                        <p:attrNameLst>
                                          <p:attrName>ppt_y</p:attrName>
                                        </p:attrNameLst>
                                      </p:cBhvr>
                                      <p:tavLst>
                                        <p:tav tm="0">
                                          <p:val>
                                            <p:strVal val="#ppt_y"/>
                                          </p:val>
                                        </p:tav>
                                        <p:tav tm="100000">
                                          <p:val>
                                            <p:strVal val="#ppt_y"/>
                                          </p:val>
                                        </p:tav>
                                      </p:tavLst>
                                    </p:anim>
                                    <p:anim calcmode="lin" valueType="num">
                                      <p:cBhvr>
                                        <p:cTn id="99" dur="500" fill="hold"/>
                                        <p:tgtEl>
                                          <p:spTgt spid="18457"/>
                                        </p:tgtEl>
                                        <p:attrNameLst>
                                          <p:attrName>ppt_w</p:attrName>
                                        </p:attrNameLst>
                                      </p:cBhvr>
                                      <p:tavLst>
                                        <p:tav tm="0">
                                          <p:val>
                                            <p:fltVal val="0"/>
                                          </p:val>
                                        </p:tav>
                                        <p:tav tm="100000">
                                          <p:val>
                                            <p:strVal val="#ppt_w"/>
                                          </p:val>
                                        </p:tav>
                                      </p:tavLst>
                                    </p:anim>
                                    <p:anim calcmode="lin" valueType="num">
                                      <p:cBhvr>
                                        <p:cTn id="100" dur="500" fill="hold"/>
                                        <p:tgtEl>
                                          <p:spTgt spid="18457"/>
                                        </p:tgtEl>
                                        <p:attrNameLst>
                                          <p:attrName>ppt_h</p:attrName>
                                        </p:attrNameLst>
                                      </p:cBhvr>
                                      <p:tavLst>
                                        <p:tav tm="0">
                                          <p:val>
                                            <p:strVal val="#ppt_h"/>
                                          </p:val>
                                        </p:tav>
                                        <p:tav tm="100000">
                                          <p:val>
                                            <p:strVal val="#ppt_h"/>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7" presetClass="entr" presetSubtype="8" fill="hold" grpId="0" nodeType="clickEffect">
                                  <p:stCondLst>
                                    <p:cond delay="0"/>
                                  </p:stCondLst>
                                  <p:childTnLst>
                                    <p:set>
                                      <p:cBhvr>
                                        <p:cTn id="104" dur="1" fill="hold">
                                          <p:stCondLst>
                                            <p:cond delay="0"/>
                                          </p:stCondLst>
                                        </p:cTn>
                                        <p:tgtEl>
                                          <p:spTgt spid="18458"/>
                                        </p:tgtEl>
                                        <p:attrNameLst>
                                          <p:attrName>style.visibility</p:attrName>
                                        </p:attrNameLst>
                                      </p:cBhvr>
                                      <p:to>
                                        <p:strVal val="visible"/>
                                      </p:to>
                                    </p:set>
                                    <p:anim calcmode="lin" valueType="num">
                                      <p:cBhvr>
                                        <p:cTn id="105" dur="500" fill="hold"/>
                                        <p:tgtEl>
                                          <p:spTgt spid="18458"/>
                                        </p:tgtEl>
                                        <p:attrNameLst>
                                          <p:attrName>ppt_x</p:attrName>
                                        </p:attrNameLst>
                                      </p:cBhvr>
                                      <p:tavLst>
                                        <p:tav tm="0">
                                          <p:val>
                                            <p:strVal val="#ppt_x-#ppt_w/2"/>
                                          </p:val>
                                        </p:tav>
                                        <p:tav tm="100000">
                                          <p:val>
                                            <p:strVal val="#ppt_x"/>
                                          </p:val>
                                        </p:tav>
                                      </p:tavLst>
                                    </p:anim>
                                    <p:anim calcmode="lin" valueType="num">
                                      <p:cBhvr>
                                        <p:cTn id="106" dur="500" fill="hold"/>
                                        <p:tgtEl>
                                          <p:spTgt spid="18458"/>
                                        </p:tgtEl>
                                        <p:attrNameLst>
                                          <p:attrName>ppt_y</p:attrName>
                                        </p:attrNameLst>
                                      </p:cBhvr>
                                      <p:tavLst>
                                        <p:tav tm="0">
                                          <p:val>
                                            <p:strVal val="#ppt_y"/>
                                          </p:val>
                                        </p:tav>
                                        <p:tav tm="100000">
                                          <p:val>
                                            <p:strVal val="#ppt_y"/>
                                          </p:val>
                                        </p:tav>
                                      </p:tavLst>
                                    </p:anim>
                                    <p:anim calcmode="lin" valueType="num">
                                      <p:cBhvr>
                                        <p:cTn id="107" dur="500" fill="hold"/>
                                        <p:tgtEl>
                                          <p:spTgt spid="18458"/>
                                        </p:tgtEl>
                                        <p:attrNameLst>
                                          <p:attrName>ppt_w</p:attrName>
                                        </p:attrNameLst>
                                      </p:cBhvr>
                                      <p:tavLst>
                                        <p:tav tm="0">
                                          <p:val>
                                            <p:fltVal val="0"/>
                                          </p:val>
                                        </p:tav>
                                        <p:tav tm="100000">
                                          <p:val>
                                            <p:strVal val="#ppt_w"/>
                                          </p:val>
                                        </p:tav>
                                      </p:tavLst>
                                    </p:anim>
                                    <p:anim calcmode="lin" valueType="num">
                                      <p:cBhvr>
                                        <p:cTn id="108" dur="500" fill="hold"/>
                                        <p:tgtEl>
                                          <p:spTgt spid="18458"/>
                                        </p:tgtEl>
                                        <p:attrNameLst>
                                          <p:attrName>ppt_h</p:attrName>
                                        </p:attrNameLst>
                                      </p:cBhvr>
                                      <p:tavLst>
                                        <p:tav tm="0">
                                          <p:val>
                                            <p:strVal val="#ppt_h"/>
                                          </p:val>
                                        </p:tav>
                                        <p:tav tm="100000">
                                          <p:val>
                                            <p:strVal val="#ppt_h"/>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8" presetClass="entr" presetSubtype="6" fill="hold" grpId="0" nodeType="clickEffect">
                                  <p:stCondLst>
                                    <p:cond delay="0"/>
                                  </p:stCondLst>
                                  <p:childTnLst>
                                    <p:set>
                                      <p:cBhvr>
                                        <p:cTn id="112" dur="1" fill="hold">
                                          <p:stCondLst>
                                            <p:cond delay="0"/>
                                          </p:stCondLst>
                                        </p:cTn>
                                        <p:tgtEl>
                                          <p:spTgt spid="18470"/>
                                        </p:tgtEl>
                                        <p:attrNameLst>
                                          <p:attrName>style.visibility</p:attrName>
                                        </p:attrNameLst>
                                      </p:cBhvr>
                                      <p:to>
                                        <p:strVal val="visible"/>
                                      </p:to>
                                    </p:set>
                                    <p:animEffect transition="in" filter="strips(downRight)">
                                      <p:cBhvr>
                                        <p:cTn id="113" dur="500"/>
                                        <p:tgtEl>
                                          <p:spTgt spid="18470"/>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8" presetClass="entr" presetSubtype="6" fill="hold" grpId="0" nodeType="clickEffect">
                                  <p:stCondLst>
                                    <p:cond delay="0"/>
                                  </p:stCondLst>
                                  <p:childTnLst>
                                    <p:set>
                                      <p:cBhvr>
                                        <p:cTn id="117" dur="1" fill="hold">
                                          <p:stCondLst>
                                            <p:cond delay="0"/>
                                          </p:stCondLst>
                                        </p:cTn>
                                        <p:tgtEl>
                                          <p:spTgt spid="18469"/>
                                        </p:tgtEl>
                                        <p:attrNameLst>
                                          <p:attrName>style.visibility</p:attrName>
                                        </p:attrNameLst>
                                      </p:cBhvr>
                                      <p:to>
                                        <p:strVal val="visible"/>
                                      </p:to>
                                    </p:set>
                                    <p:animEffect transition="in" filter="strips(downRight)">
                                      <p:cBhvr>
                                        <p:cTn id="118" dur="500"/>
                                        <p:tgtEl>
                                          <p:spTgt spid="18469"/>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7" presetClass="entr" presetSubtype="10" fill="hold" grpId="0" nodeType="clickEffect">
                                  <p:stCondLst>
                                    <p:cond delay="0"/>
                                  </p:stCondLst>
                                  <p:childTnLst>
                                    <p:set>
                                      <p:cBhvr>
                                        <p:cTn id="122" dur="1" fill="hold">
                                          <p:stCondLst>
                                            <p:cond delay="0"/>
                                          </p:stCondLst>
                                        </p:cTn>
                                        <p:tgtEl>
                                          <p:spTgt spid="18471"/>
                                        </p:tgtEl>
                                        <p:attrNameLst>
                                          <p:attrName>style.visibility</p:attrName>
                                        </p:attrNameLst>
                                      </p:cBhvr>
                                      <p:to>
                                        <p:strVal val="visible"/>
                                      </p:to>
                                    </p:set>
                                    <p:anim calcmode="lin" valueType="num">
                                      <p:cBhvr>
                                        <p:cTn id="123" dur="500" fill="hold"/>
                                        <p:tgtEl>
                                          <p:spTgt spid="18471"/>
                                        </p:tgtEl>
                                        <p:attrNameLst>
                                          <p:attrName>ppt_w</p:attrName>
                                        </p:attrNameLst>
                                      </p:cBhvr>
                                      <p:tavLst>
                                        <p:tav tm="0">
                                          <p:val>
                                            <p:fltVal val="0"/>
                                          </p:val>
                                        </p:tav>
                                        <p:tav tm="100000">
                                          <p:val>
                                            <p:strVal val="#ppt_w"/>
                                          </p:val>
                                        </p:tav>
                                      </p:tavLst>
                                    </p:anim>
                                    <p:anim calcmode="lin" valueType="num">
                                      <p:cBhvr>
                                        <p:cTn id="124" dur="500" fill="hold"/>
                                        <p:tgtEl>
                                          <p:spTgt spid="18471"/>
                                        </p:tgtEl>
                                        <p:attrNameLst>
                                          <p:attrName>ppt_h</p:attrName>
                                        </p:attrNameLst>
                                      </p:cBhvr>
                                      <p:tavLst>
                                        <p:tav tm="0">
                                          <p:val>
                                            <p:strVal val="#ppt_h"/>
                                          </p:val>
                                        </p:tav>
                                        <p:tav tm="100000">
                                          <p:val>
                                            <p:strVal val="#ppt_h"/>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 presetClass="entr" presetSubtype="4" fill="hold" nodeType="clickEffect">
                                  <p:stCondLst>
                                    <p:cond delay="0"/>
                                  </p:stCondLst>
                                  <p:childTnLst>
                                    <p:set>
                                      <p:cBhvr>
                                        <p:cTn id="128" dur="1" fill="hold">
                                          <p:stCondLst>
                                            <p:cond delay="0"/>
                                          </p:stCondLst>
                                        </p:cTn>
                                        <p:tgtEl>
                                          <p:spTgt spid="18440"/>
                                        </p:tgtEl>
                                        <p:attrNameLst>
                                          <p:attrName>style.visibility</p:attrName>
                                        </p:attrNameLst>
                                      </p:cBhvr>
                                      <p:to>
                                        <p:strVal val="visible"/>
                                      </p:to>
                                    </p:set>
                                    <p:anim calcmode="lin" valueType="num">
                                      <p:cBhvr additive="base">
                                        <p:cTn id="129" dur="500" fill="hold"/>
                                        <p:tgtEl>
                                          <p:spTgt spid="18440"/>
                                        </p:tgtEl>
                                        <p:attrNameLst>
                                          <p:attrName>ppt_x</p:attrName>
                                        </p:attrNameLst>
                                      </p:cBhvr>
                                      <p:tavLst>
                                        <p:tav tm="0">
                                          <p:val>
                                            <p:strVal val="#ppt_x"/>
                                          </p:val>
                                        </p:tav>
                                        <p:tav tm="100000">
                                          <p:val>
                                            <p:strVal val="#ppt_x"/>
                                          </p:val>
                                        </p:tav>
                                      </p:tavLst>
                                    </p:anim>
                                    <p:anim calcmode="lin" valueType="num">
                                      <p:cBhvr additive="base">
                                        <p:cTn id="130" dur="500" fill="hold"/>
                                        <p:tgtEl>
                                          <p:spTgt spid="18440"/>
                                        </p:tgtEl>
                                        <p:attrNameLst>
                                          <p:attrName>ppt_y</p:attrName>
                                        </p:attrNameLst>
                                      </p:cBhvr>
                                      <p:tavLst>
                                        <p:tav tm="0">
                                          <p:val>
                                            <p:strVal val="1+#ppt_h/2"/>
                                          </p:val>
                                        </p:tav>
                                        <p:tav tm="100000">
                                          <p:val>
                                            <p:strVal val="#ppt_y"/>
                                          </p:val>
                                        </p:tav>
                                      </p:tavLst>
                                    </p:anim>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4" fill="hold" grpId="0" nodeType="clickEffect">
                                  <p:stCondLst>
                                    <p:cond delay="0"/>
                                  </p:stCondLst>
                                  <p:childTnLst>
                                    <p:set>
                                      <p:cBhvr>
                                        <p:cTn id="134" dur="1" fill="hold">
                                          <p:stCondLst>
                                            <p:cond delay="0"/>
                                          </p:stCondLst>
                                        </p:cTn>
                                        <p:tgtEl>
                                          <p:spTgt spid="18472"/>
                                        </p:tgtEl>
                                        <p:attrNameLst>
                                          <p:attrName>style.visibility</p:attrName>
                                        </p:attrNameLst>
                                      </p:cBhvr>
                                      <p:to>
                                        <p:strVal val="visible"/>
                                      </p:to>
                                    </p:set>
                                    <p:anim calcmode="lin" valueType="num">
                                      <p:cBhvr>
                                        <p:cTn id="135" dur="500" fill="hold"/>
                                        <p:tgtEl>
                                          <p:spTgt spid="18472"/>
                                        </p:tgtEl>
                                        <p:attrNameLst>
                                          <p:attrName>ppt_x</p:attrName>
                                        </p:attrNameLst>
                                      </p:cBhvr>
                                      <p:tavLst>
                                        <p:tav tm="0">
                                          <p:val>
                                            <p:strVal val="#ppt_x"/>
                                          </p:val>
                                        </p:tav>
                                        <p:tav tm="100000">
                                          <p:val>
                                            <p:strVal val="#ppt_x"/>
                                          </p:val>
                                        </p:tav>
                                      </p:tavLst>
                                    </p:anim>
                                    <p:anim calcmode="lin" valueType="num">
                                      <p:cBhvr>
                                        <p:cTn id="136" dur="500" fill="hold"/>
                                        <p:tgtEl>
                                          <p:spTgt spid="18472"/>
                                        </p:tgtEl>
                                        <p:attrNameLst>
                                          <p:attrName>ppt_y</p:attrName>
                                        </p:attrNameLst>
                                      </p:cBhvr>
                                      <p:tavLst>
                                        <p:tav tm="0">
                                          <p:val>
                                            <p:strVal val="#ppt_y+#ppt_h/2"/>
                                          </p:val>
                                        </p:tav>
                                        <p:tav tm="100000">
                                          <p:val>
                                            <p:strVal val="#ppt_y"/>
                                          </p:val>
                                        </p:tav>
                                      </p:tavLst>
                                    </p:anim>
                                    <p:anim calcmode="lin" valueType="num">
                                      <p:cBhvr>
                                        <p:cTn id="137" dur="500" fill="hold"/>
                                        <p:tgtEl>
                                          <p:spTgt spid="18472"/>
                                        </p:tgtEl>
                                        <p:attrNameLst>
                                          <p:attrName>ppt_w</p:attrName>
                                        </p:attrNameLst>
                                      </p:cBhvr>
                                      <p:tavLst>
                                        <p:tav tm="0">
                                          <p:val>
                                            <p:strVal val="#ppt_w"/>
                                          </p:val>
                                        </p:tav>
                                        <p:tav tm="100000">
                                          <p:val>
                                            <p:strVal val="#ppt_w"/>
                                          </p:val>
                                        </p:tav>
                                      </p:tavLst>
                                    </p:anim>
                                    <p:anim calcmode="lin" valueType="num">
                                      <p:cBhvr>
                                        <p:cTn id="138" dur="500" fill="hold"/>
                                        <p:tgtEl>
                                          <p:spTgt spid="18472"/>
                                        </p:tgtEl>
                                        <p:attrNameLst>
                                          <p:attrName>ppt_h</p:attrName>
                                        </p:attrNameLst>
                                      </p:cBhvr>
                                      <p:tavLst>
                                        <p:tav tm="0">
                                          <p:val>
                                            <p:fltVal val="0"/>
                                          </p:val>
                                        </p:tav>
                                        <p:tav tm="100000">
                                          <p:val>
                                            <p:strVal val="#ppt_h"/>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7" presetClass="entr" presetSubtype="4" fill="hold" grpId="0" nodeType="clickEffect">
                                  <p:stCondLst>
                                    <p:cond delay="0"/>
                                  </p:stCondLst>
                                  <p:childTnLst>
                                    <p:set>
                                      <p:cBhvr>
                                        <p:cTn id="142" dur="1" fill="hold">
                                          <p:stCondLst>
                                            <p:cond delay="0"/>
                                          </p:stCondLst>
                                        </p:cTn>
                                        <p:tgtEl>
                                          <p:spTgt spid="18473"/>
                                        </p:tgtEl>
                                        <p:attrNameLst>
                                          <p:attrName>style.visibility</p:attrName>
                                        </p:attrNameLst>
                                      </p:cBhvr>
                                      <p:to>
                                        <p:strVal val="visible"/>
                                      </p:to>
                                    </p:set>
                                    <p:anim calcmode="lin" valueType="num">
                                      <p:cBhvr>
                                        <p:cTn id="143" dur="500" fill="hold"/>
                                        <p:tgtEl>
                                          <p:spTgt spid="18473"/>
                                        </p:tgtEl>
                                        <p:attrNameLst>
                                          <p:attrName>ppt_x</p:attrName>
                                        </p:attrNameLst>
                                      </p:cBhvr>
                                      <p:tavLst>
                                        <p:tav tm="0">
                                          <p:val>
                                            <p:strVal val="#ppt_x"/>
                                          </p:val>
                                        </p:tav>
                                        <p:tav tm="100000">
                                          <p:val>
                                            <p:strVal val="#ppt_x"/>
                                          </p:val>
                                        </p:tav>
                                      </p:tavLst>
                                    </p:anim>
                                    <p:anim calcmode="lin" valueType="num">
                                      <p:cBhvr>
                                        <p:cTn id="144" dur="500" fill="hold"/>
                                        <p:tgtEl>
                                          <p:spTgt spid="18473"/>
                                        </p:tgtEl>
                                        <p:attrNameLst>
                                          <p:attrName>ppt_y</p:attrName>
                                        </p:attrNameLst>
                                      </p:cBhvr>
                                      <p:tavLst>
                                        <p:tav tm="0">
                                          <p:val>
                                            <p:strVal val="#ppt_y+#ppt_h/2"/>
                                          </p:val>
                                        </p:tav>
                                        <p:tav tm="100000">
                                          <p:val>
                                            <p:strVal val="#ppt_y"/>
                                          </p:val>
                                        </p:tav>
                                      </p:tavLst>
                                    </p:anim>
                                    <p:anim calcmode="lin" valueType="num">
                                      <p:cBhvr>
                                        <p:cTn id="145" dur="500" fill="hold"/>
                                        <p:tgtEl>
                                          <p:spTgt spid="18473"/>
                                        </p:tgtEl>
                                        <p:attrNameLst>
                                          <p:attrName>ppt_w</p:attrName>
                                        </p:attrNameLst>
                                      </p:cBhvr>
                                      <p:tavLst>
                                        <p:tav tm="0">
                                          <p:val>
                                            <p:strVal val="#ppt_w"/>
                                          </p:val>
                                        </p:tav>
                                        <p:tav tm="100000">
                                          <p:val>
                                            <p:strVal val="#ppt_w"/>
                                          </p:val>
                                        </p:tav>
                                      </p:tavLst>
                                    </p:anim>
                                    <p:anim calcmode="lin" valueType="num">
                                      <p:cBhvr>
                                        <p:cTn id="146" dur="500" fill="hold"/>
                                        <p:tgtEl>
                                          <p:spTgt spid="18473"/>
                                        </p:tgtEl>
                                        <p:attrNameLst>
                                          <p:attrName>ppt_h</p:attrName>
                                        </p:attrNameLst>
                                      </p:cBhvr>
                                      <p:tavLst>
                                        <p:tav tm="0">
                                          <p:val>
                                            <p:fltVal val="0"/>
                                          </p:val>
                                        </p:tav>
                                        <p:tav tm="100000">
                                          <p:val>
                                            <p:strVal val="#ppt_h"/>
                                          </p:val>
                                        </p:tav>
                                      </p:tavLst>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7" presetClass="entr" presetSubtype="4" fill="hold" grpId="0" nodeType="clickEffect">
                                  <p:stCondLst>
                                    <p:cond delay="0"/>
                                  </p:stCondLst>
                                  <p:childTnLst>
                                    <p:set>
                                      <p:cBhvr>
                                        <p:cTn id="150" dur="1" fill="hold">
                                          <p:stCondLst>
                                            <p:cond delay="0"/>
                                          </p:stCondLst>
                                        </p:cTn>
                                        <p:tgtEl>
                                          <p:spTgt spid="18474"/>
                                        </p:tgtEl>
                                        <p:attrNameLst>
                                          <p:attrName>style.visibility</p:attrName>
                                        </p:attrNameLst>
                                      </p:cBhvr>
                                      <p:to>
                                        <p:strVal val="visible"/>
                                      </p:to>
                                    </p:set>
                                    <p:anim calcmode="lin" valueType="num">
                                      <p:cBhvr>
                                        <p:cTn id="151" dur="500" fill="hold"/>
                                        <p:tgtEl>
                                          <p:spTgt spid="18474"/>
                                        </p:tgtEl>
                                        <p:attrNameLst>
                                          <p:attrName>ppt_x</p:attrName>
                                        </p:attrNameLst>
                                      </p:cBhvr>
                                      <p:tavLst>
                                        <p:tav tm="0">
                                          <p:val>
                                            <p:strVal val="#ppt_x"/>
                                          </p:val>
                                        </p:tav>
                                        <p:tav tm="100000">
                                          <p:val>
                                            <p:strVal val="#ppt_x"/>
                                          </p:val>
                                        </p:tav>
                                      </p:tavLst>
                                    </p:anim>
                                    <p:anim calcmode="lin" valueType="num">
                                      <p:cBhvr>
                                        <p:cTn id="152" dur="500" fill="hold"/>
                                        <p:tgtEl>
                                          <p:spTgt spid="18474"/>
                                        </p:tgtEl>
                                        <p:attrNameLst>
                                          <p:attrName>ppt_y</p:attrName>
                                        </p:attrNameLst>
                                      </p:cBhvr>
                                      <p:tavLst>
                                        <p:tav tm="0">
                                          <p:val>
                                            <p:strVal val="#ppt_y+#ppt_h/2"/>
                                          </p:val>
                                        </p:tav>
                                        <p:tav tm="100000">
                                          <p:val>
                                            <p:strVal val="#ppt_y"/>
                                          </p:val>
                                        </p:tav>
                                      </p:tavLst>
                                    </p:anim>
                                    <p:anim calcmode="lin" valueType="num">
                                      <p:cBhvr>
                                        <p:cTn id="153" dur="500" fill="hold"/>
                                        <p:tgtEl>
                                          <p:spTgt spid="18474"/>
                                        </p:tgtEl>
                                        <p:attrNameLst>
                                          <p:attrName>ppt_w</p:attrName>
                                        </p:attrNameLst>
                                      </p:cBhvr>
                                      <p:tavLst>
                                        <p:tav tm="0">
                                          <p:val>
                                            <p:strVal val="#ppt_w"/>
                                          </p:val>
                                        </p:tav>
                                        <p:tav tm="100000">
                                          <p:val>
                                            <p:strVal val="#ppt_w"/>
                                          </p:val>
                                        </p:tav>
                                      </p:tavLst>
                                    </p:anim>
                                    <p:anim calcmode="lin" valueType="num">
                                      <p:cBhvr>
                                        <p:cTn id="154" dur="500" fill="hold"/>
                                        <p:tgtEl>
                                          <p:spTgt spid="18474"/>
                                        </p:tgtEl>
                                        <p:attrNameLst>
                                          <p:attrName>ppt_h</p:attrName>
                                        </p:attrNameLst>
                                      </p:cBhvr>
                                      <p:tavLst>
                                        <p:tav tm="0">
                                          <p:val>
                                            <p:fltVal val="0"/>
                                          </p:val>
                                        </p:tav>
                                        <p:tav tm="100000">
                                          <p:val>
                                            <p:strVal val="#ppt_h"/>
                                          </p:val>
                                        </p:tav>
                                      </p:tavLst>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7" presetClass="entr" presetSubtype="4" fill="hold" grpId="0" nodeType="clickEffect">
                                  <p:stCondLst>
                                    <p:cond delay="0"/>
                                  </p:stCondLst>
                                  <p:childTnLst>
                                    <p:set>
                                      <p:cBhvr>
                                        <p:cTn id="158" dur="1" fill="hold">
                                          <p:stCondLst>
                                            <p:cond delay="0"/>
                                          </p:stCondLst>
                                        </p:cTn>
                                        <p:tgtEl>
                                          <p:spTgt spid="18475"/>
                                        </p:tgtEl>
                                        <p:attrNameLst>
                                          <p:attrName>style.visibility</p:attrName>
                                        </p:attrNameLst>
                                      </p:cBhvr>
                                      <p:to>
                                        <p:strVal val="visible"/>
                                      </p:to>
                                    </p:set>
                                    <p:anim calcmode="lin" valueType="num">
                                      <p:cBhvr>
                                        <p:cTn id="159" dur="500" fill="hold"/>
                                        <p:tgtEl>
                                          <p:spTgt spid="18475"/>
                                        </p:tgtEl>
                                        <p:attrNameLst>
                                          <p:attrName>ppt_x</p:attrName>
                                        </p:attrNameLst>
                                      </p:cBhvr>
                                      <p:tavLst>
                                        <p:tav tm="0">
                                          <p:val>
                                            <p:strVal val="#ppt_x"/>
                                          </p:val>
                                        </p:tav>
                                        <p:tav tm="100000">
                                          <p:val>
                                            <p:strVal val="#ppt_x"/>
                                          </p:val>
                                        </p:tav>
                                      </p:tavLst>
                                    </p:anim>
                                    <p:anim calcmode="lin" valueType="num">
                                      <p:cBhvr>
                                        <p:cTn id="160" dur="500" fill="hold"/>
                                        <p:tgtEl>
                                          <p:spTgt spid="18475"/>
                                        </p:tgtEl>
                                        <p:attrNameLst>
                                          <p:attrName>ppt_y</p:attrName>
                                        </p:attrNameLst>
                                      </p:cBhvr>
                                      <p:tavLst>
                                        <p:tav tm="0">
                                          <p:val>
                                            <p:strVal val="#ppt_y+#ppt_h/2"/>
                                          </p:val>
                                        </p:tav>
                                        <p:tav tm="100000">
                                          <p:val>
                                            <p:strVal val="#ppt_y"/>
                                          </p:val>
                                        </p:tav>
                                      </p:tavLst>
                                    </p:anim>
                                    <p:anim calcmode="lin" valueType="num">
                                      <p:cBhvr>
                                        <p:cTn id="161" dur="500" fill="hold"/>
                                        <p:tgtEl>
                                          <p:spTgt spid="18475"/>
                                        </p:tgtEl>
                                        <p:attrNameLst>
                                          <p:attrName>ppt_w</p:attrName>
                                        </p:attrNameLst>
                                      </p:cBhvr>
                                      <p:tavLst>
                                        <p:tav tm="0">
                                          <p:val>
                                            <p:strVal val="#ppt_w"/>
                                          </p:val>
                                        </p:tav>
                                        <p:tav tm="100000">
                                          <p:val>
                                            <p:strVal val="#ppt_w"/>
                                          </p:val>
                                        </p:tav>
                                      </p:tavLst>
                                    </p:anim>
                                    <p:anim calcmode="lin" valueType="num">
                                      <p:cBhvr>
                                        <p:cTn id="162" dur="500" fill="hold"/>
                                        <p:tgtEl>
                                          <p:spTgt spid="18475"/>
                                        </p:tgtEl>
                                        <p:attrNameLst>
                                          <p:attrName>ppt_h</p:attrName>
                                        </p:attrNameLst>
                                      </p:cBhvr>
                                      <p:tavLst>
                                        <p:tav tm="0">
                                          <p:val>
                                            <p:fltVal val="0"/>
                                          </p:val>
                                        </p:tav>
                                        <p:tav tm="100000">
                                          <p:val>
                                            <p:strVal val="#ppt_h"/>
                                          </p:val>
                                        </p:tav>
                                      </p:tavLst>
                                    </p:anim>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7" presetClass="entr" presetSubtype="4" fill="hold" grpId="0" nodeType="clickEffect">
                                  <p:stCondLst>
                                    <p:cond delay="0"/>
                                  </p:stCondLst>
                                  <p:childTnLst>
                                    <p:set>
                                      <p:cBhvr>
                                        <p:cTn id="166" dur="1" fill="hold">
                                          <p:stCondLst>
                                            <p:cond delay="0"/>
                                          </p:stCondLst>
                                        </p:cTn>
                                        <p:tgtEl>
                                          <p:spTgt spid="18476"/>
                                        </p:tgtEl>
                                        <p:attrNameLst>
                                          <p:attrName>style.visibility</p:attrName>
                                        </p:attrNameLst>
                                      </p:cBhvr>
                                      <p:to>
                                        <p:strVal val="visible"/>
                                      </p:to>
                                    </p:set>
                                    <p:anim calcmode="lin" valueType="num">
                                      <p:cBhvr>
                                        <p:cTn id="167" dur="500" fill="hold"/>
                                        <p:tgtEl>
                                          <p:spTgt spid="18476"/>
                                        </p:tgtEl>
                                        <p:attrNameLst>
                                          <p:attrName>ppt_x</p:attrName>
                                        </p:attrNameLst>
                                      </p:cBhvr>
                                      <p:tavLst>
                                        <p:tav tm="0">
                                          <p:val>
                                            <p:strVal val="#ppt_x"/>
                                          </p:val>
                                        </p:tav>
                                        <p:tav tm="100000">
                                          <p:val>
                                            <p:strVal val="#ppt_x"/>
                                          </p:val>
                                        </p:tav>
                                      </p:tavLst>
                                    </p:anim>
                                    <p:anim calcmode="lin" valueType="num">
                                      <p:cBhvr>
                                        <p:cTn id="168" dur="500" fill="hold"/>
                                        <p:tgtEl>
                                          <p:spTgt spid="18476"/>
                                        </p:tgtEl>
                                        <p:attrNameLst>
                                          <p:attrName>ppt_y</p:attrName>
                                        </p:attrNameLst>
                                      </p:cBhvr>
                                      <p:tavLst>
                                        <p:tav tm="0">
                                          <p:val>
                                            <p:strVal val="#ppt_y+#ppt_h/2"/>
                                          </p:val>
                                        </p:tav>
                                        <p:tav tm="100000">
                                          <p:val>
                                            <p:strVal val="#ppt_y"/>
                                          </p:val>
                                        </p:tav>
                                      </p:tavLst>
                                    </p:anim>
                                    <p:anim calcmode="lin" valueType="num">
                                      <p:cBhvr>
                                        <p:cTn id="169" dur="500" fill="hold"/>
                                        <p:tgtEl>
                                          <p:spTgt spid="18476"/>
                                        </p:tgtEl>
                                        <p:attrNameLst>
                                          <p:attrName>ppt_w</p:attrName>
                                        </p:attrNameLst>
                                      </p:cBhvr>
                                      <p:tavLst>
                                        <p:tav tm="0">
                                          <p:val>
                                            <p:strVal val="#ppt_w"/>
                                          </p:val>
                                        </p:tav>
                                        <p:tav tm="100000">
                                          <p:val>
                                            <p:strVal val="#ppt_w"/>
                                          </p:val>
                                        </p:tav>
                                      </p:tavLst>
                                    </p:anim>
                                    <p:anim calcmode="lin" valueType="num">
                                      <p:cBhvr>
                                        <p:cTn id="170" dur="500" fill="hold"/>
                                        <p:tgtEl>
                                          <p:spTgt spid="18476"/>
                                        </p:tgtEl>
                                        <p:attrNameLst>
                                          <p:attrName>ppt_h</p:attrName>
                                        </p:attrNameLst>
                                      </p:cBhvr>
                                      <p:tavLst>
                                        <p:tav tm="0">
                                          <p:val>
                                            <p:fltVal val="0"/>
                                          </p:val>
                                        </p:tav>
                                        <p:tav tm="100000">
                                          <p:val>
                                            <p:strVal val="#ppt_h"/>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7" presetClass="entr" presetSubtype="4" fill="hold" grpId="0" nodeType="clickEffect">
                                  <p:stCondLst>
                                    <p:cond delay="0"/>
                                  </p:stCondLst>
                                  <p:childTnLst>
                                    <p:set>
                                      <p:cBhvr>
                                        <p:cTn id="174" dur="1" fill="hold">
                                          <p:stCondLst>
                                            <p:cond delay="0"/>
                                          </p:stCondLst>
                                        </p:cTn>
                                        <p:tgtEl>
                                          <p:spTgt spid="18477"/>
                                        </p:tgtEl>
                                        <p:attrNameLst>
                                          <p:attrName>style.visibility</p:attrName>
                                        </p:attrNameLst>
                                      </p:cBhvr>
                                      <p:to>
                                        <p:strVal val="visible"/>
                                      </p:to>
                                    </p:set>
                                    <p:anim calcmode="lin" valueType="num">
                                      <p:cBhvr>
                                        <p:cTn id="175" dur="500" fill="hold"/>
                                        <p:tgtEl>
                                          <p:spTgt spid="18477"/>
                                        </p:tgtEl>
                                        <p:attrNameLst>
                                          <p:attrName>ppt_x</p:attrName>
                                        </p:attrNameLst>
                                      </p:cBhvr>
                                      <p:tavLst>
                                        <p:tav tm="0">
                                          <p:val>
                                            <p:strVal val="#ppt_x"/>
                                          </p:val>
                                        </p:tav>
                                        <p:tav tm="100000">
                                          <p:val>
                                            <p:strVal val="#ppt_x"/>
                                          </p:val>
                                        </p:tav>
                                      </p:tavLst>
                                    </p:anim>
                                    <p:anim calcmode="lin" valueType="num">
                                      <p:cBhvr>
                                        <p:cTn id="176" dur="500" fill="hold"/>
                                        <p:tgtEl>
                                          <p:spTgt spid="18477"/>
                                        </p:tgtEl>
                                        <p:attrNameLst>
                                          <p:attrName>ppt_y</p:attrName>
                                        </p:attrNameLst>
                                      </p:cBhvr>
                                      <p:tavLst>
                                        <p:tav tm="0">
                                          <p:val>
                                            <p:strVal val="#ppt_y+#ppt_h/2"/>
                                          </p:val>
                                        </p:tav>
                                        <p:tav tm="100000">
                                          <p:val>
                                            <p:strVal val="#ppt_y"/>
                                          </p:val>
                                        </p:tav>
                                      </p:tavLst>
                                    </p:anim>
                                    <p:anim calcmode="lin" valueType="num">
                                      <p:cBhvr>
                                        <p:cTn id="177" dur="500" fill="hold"/>
                                        <p:tgtEl>
                                          <p:spTgt spid="18477"/>
                                        </p:tgtEl>
                                        <p:attrNameLst>
                                          <p:attrName>ppt_w</p:attrName>
                                        </p:attrNameLst>
                                      </p:cBhvr>
                                      <p:tavLst>
                                        <p:tav tm="0">
                                          <p:val>
                                            <p:strVal val="#ppt_w"/>
                                          </p:val>
                                        </p:tav>
                                        <p:tav tm="100000">
                                          <p:val>
                                            <p:strVal val="#ppt_w"/>
                                          </p:val>
                                        </p:tav>
                                      </p:tavLst>
                                    </p:anim>
                                    <p:anim calcmode="lin" valueType="num">
                                      <p:cBhvr>
                                        <p:cTn id="178" dur="500" fill="hold"/>
                                        <p:tgtEl>
                                          <p:spTgt spid="18477"/>
                                        </p:tgtEl>
                                        <p:attrNameLst>
                                          <p:attrName>ppt_h</p:attrName>
                                        </p:attrNameLst>
                                      </p:cBhvr>
                                      <p:tavLst>
                                        <p:tav tm="0">
                                          <p:val>
                                            <p:fltVal val="0"/>
                                          </p:val>
                                        </p:tav>
                                        <p:tav tm="100000">
                                          <p:val>
                                            <p:strVal val="#ppt_h"/>
                                          </p:val>
                                        </p:tav>
                                      </p:tavLst>
                                    </p:anim>
                                  </p:childTnLst>
                                </p:cTn>
                              </p:par>
                            </p:childTnLst>
                          </p:cTn>
                        </p:par>
                      </p:childTnLst>
                    </p:cTn>
                  </p:par>
                  <p:par>
                    <p:cTn id="179" fill="hold" nodeType="clickPar">
                      <p:stCondLst>
                        <p:cond delay="indefinite"/>
                      </p:stCondLst>
                      <p:childTnLst>
                        <p:par>
                          <p:cTn id="180" fill="hold" nodeType="withGroup">
                            <p:stCondLst>
                              <p:cond delay="0"/>
                            </p:stCondLst>
                            <p:childTnLst>
                              <p:par>
                                <p:cTn id="181" presetID="17" presetClass="entr" presetSubtype="8" fill="hold" grpId="0" nodeType="clickEffect">
                                  <p:stCondLst>
                                    <p:cond delay="0"/>
                                  </p:stCondLst>
                                  <p:childTnLst>
                                    <p:set>
                                      <p:cBhvr>
                                        <p:cTn id="182" dur="1" fill="hold">
                                          <p:stCondLst>
                                            <p:cond delay="0"/>
                                          </p:stCondLst>
                                        </p:cTn>
                                        <p:tgtEl>
                                          <p:spTgt spid="18478"/>
                                        </p:tgtEl>
                                        <p:attrNameLst>
                                          <p:attrName>style.visibility</p:attrName>
                                        </p:attrNameLst>
                                      </p:cBhvr>
                                      <p:to>
                                        <p:strVal val="visible"/>
                                      </p:to>
                                    </p:set>
                                    <p:anim calcmode="lin" valueType="num">
                                      <p:cBhvr>
                                        <p:cTn id="183" dur="500" fill="hold"/>
                                        <p:tgtEl>
                                          <p:spTgt spid="18478"/>
                                        </p:tgtEl>
                                        <p:attrNameLst>
                                          <p:attrName>ppt_x</p:attrName>
                                        </p:attrNameLst>
                                      </p:cBhvr>
                                      <p:tavLst>
                                        <p:tav tm="0">
                                          <p:val>
                                            <p:strVal val="#ppt_x-#ppt_w/2"/>
                                          </p:val>
                                        </p:tav>
                                        <p:tav tm="100000">
                                          <p:val>
                                            <p:strVal val="#ppt_x"/>
                                          </p:val>
                                        </p:tav>
                                      </p:tavLst>
                                    </p:anim>
                                    <p:anim calcmode="lin" valueType="num">
                                      <p:cBhvr>
                                        <p:cTn id="184" dur="500" fill="hold"/>
                                        <p:tgtEl>
                                          <p:spTgt spid="18478"/>
                                        </p:tgtEl>
                                        <p:attrNameLst>
                                          <p:attrName>ppt_y</p:attrName>
                                        </p:attrNameLst>
                                      </p:cBhvr>
                                      <p:tavLst>
                                        <p:tav tm="0">
                                          <p:val>
                                            <p:strVal val="#ppt_y"/>
                                          </p:val>
                                        </p:tav>
                                        <p:tav tm="100000">
                                          <p:val>
                                            <p:strVal val="#ppt_y"/>
                                          </p:val>
                                        </p:tav>
                                      </p:tavLst>
                                    </p:anim>
                                    <p:anim calcmode="lin" valueType="num">
                                      <p:cBhvr>
                                        <p:cTn id="185" dur="500" fill="hold"/>
                                        <p:tgtEl>
                                          <p:spTgt spid="18478"/>
                                        </p:tgtEl>
                                        <p:attrNameLst>
                                          <p:attrName>ppt_w</p:attrName>
                                        </p:attrNameLst>
                                      </p:cBhvr>
                                      <p:tavLst>
                                        <p:tav tm="0">
                                          <p:val>
                                            <p:fltVal val="0"/>
                                          </p:val>
                                        </p:tav>
                                        <p:tav tm="100000">
                                          <p:val>
                                            <p:strVal val="#ppt_w"/>
                                          </p:val>
                                        </p:tav>
                                      </p:tavLst>
                                    </p:anim>
                                    <p:anim calcmode="lin" valueType="num">
                                      <p:cBhvr>
                                        <p:cTn id="186" dur="500" fill="hold"/>
                                        <p:tgtEl>
                                          <p:spTgt spid="18478"/>
                                        </p:tgtEl>
                                        <p:attrNameLst>
                                          <p:attrName>ppt_h</p:attrName>
                                        </p:attrNameLst>
                                      </p:cBhvr>
                                      <p:tavLst>
                                        <p:tav tm="0">
                                          <p:val>
                                            <p:strVal val="#ppt_h"/>
                                          </p:val>
                                        </p:tav>
                                        <p:tav tm="100000">
                                          <p:val>
                                            <p:strVal val="#ppt_h"/>
                                          </p:val>
                                        </p:tav>
                                      </p:tavLst>
                                    </p:anim>
                                  </p:childTnLst>
                                </p:cTn>
                              </p:par>
                            </p:childTnLst>
                          </p:cTn>
                        </p:par>
                      </p:childTnLst>
                    </p:cTn>
                  </p:par>
                  <p:par>
                    <p:cTn id="187" fill="hold" nodeType="clickPar">
                      <p:stCondLst>
                        <p:cond delay="indefinite"/>
                      </p:stCondLst>
                      <p:childTnLst>
                        <p:par>
                          <p:cTn id="188" fill="hold" nodeType="withGroup">
                            <p:stCondLst>
                              <p:cond delay="0"/>
                            </p:stCondLst>
                            <p:childTnLst>
                              <p:par>
                                <p:cTn id="189" presetID="17" presetClass="entr" presetSubtype="8" fill="hold" grpId="0" nodeType="clickEffect">
                                  <p:stCondLst>
                                    <p:cond delay="0"/>
                                  </p:stCondLst>
                                  <p:childTnLst>
                                    <p:set>
                                      <p:cBhvr>
                                        <p:cTn id="190" dur="1" fill="hold">
                                          <p:stCondLst>
                                            <p:cond delay="0"/>
                                          </p:stCondLst>
                                        </p:cTn>
                                        <p:tgtEl>
                                          <p:spTgt spid="18496"/>
                                        </p:tgtEl>
                                        <p:attrNameLst>
                                          <p:attrName>style.visibility</p:attrName>
                                        </p:attrNameLst>
                                      </p:cBhvr>
                                      <p:to>
                                        <p:strVal val="visible"/>
                                      </p:to>
                                    </p:set>
                                    <p:anim calcmode="lin" valueType="num">
                                      <p:cBhvr>
                                        <p:cTn id="191" dur="500" fill="hold"/>
                                        <p:tgtEl>
                                          <p:spTgt spid="18496"/>
                                        </p:tgtEl>
                                        <p:attrNameLst>
                                          <p:attrName>ppt_x</p:attrName>
                                        </p:attrNameLst>
                                      </p:cBhvr>
                                      <p:tavLst>
                                        <p:tav tm="0">
                                          <p:val>
                                            <p:strVal val="#ppt_x-#ppt_w/2"/>
                                          </p:val>
                                        </p:tav>
                                        <p:tav tm="100000">
                                          <p:val>
                                            <p:strVal val="#ppt_x"/>
                                          </p:val>
                                        </p:tav>
                                      </p:tavLst>
                                    </p:anim>
                                    <p:anim calcmode="lin" valueType="num">
                                      <p:cBhvr>
                                        <p:cTn id="192" dur="500" fill="hold"/>
                                        <p:tgtEl>
                                          <p:spTgt spid="18496"/>
                                        </p:tgtEl>
                                        <p:attrNameLst>
                                          <p:attrName>ppt_y</p:attrName>
                                        </p:attrNameLst>
                                      </p:cBhvr>
                                      <p:tavLst>
                                        <p:tav tm="0">
                                          <p:val>
                                            <p:strVal val="#ppt_y"/>
                                          </p:val>
                                        </p:tav>
                                        <p:tav tm="100000">
                                          <p:val>
                                            <p:strVal val="#ppt_y"/>
                                          </p:val>
                                        </p:tav>
                                      </p:tavLst>
                                    </p:anim>
                                    <p:anim calcmode="lin" valueType="num">
                                      <p:cBhvr>
                                        <p:cTn id="193" dur="500" fill="hold"/>
                                        <p:tgtEl>
                                          <p:spTgt spid="18496"/>
                                        </p:tgtEl>
                                        <p:attrNameLst>
                                          <p:attrName>ppt_w</p:attrName>
                                        </p:attrNameLst>
                                      </p:cBhvr>
                                      <p:tavLst>
                                        <p:tav tm="0">
                                          <p:val>
                                            <p:fltVal val="0"/>
                                          </p:val>
                                        </p:tav>
                                        <p:tav tm="100000">
                                          <p:val>
                                            <p:strVal val="#ppt_w"/>
                                          </p:val>
                                        </p:tav>
                                      </p:tavLst>
                                    </p:anim>
                                    <p:anim calcmode="lin" valueType="num">
                                      <p:cBhvr>
                                        <p:cTn id="194" dur="500" fill="hold"/>
                                        <p:tgtEl>
                                          <p:spTgt spid="18496"/>
                                        </p:tgtEl>
                                        <p:attrNameLst>
                                          <p:attrName>ppt_h</p:attrName>
                                        </p:attrNameLst>
                                      </p:cBhvr>
                                      <p:tavLst>
                                        <p:tav tm="0">
                                          <p:val>
                                            <p:strVal val="#ppt_h"/>
                                          </p:val>
                                        </p:tav>
                                        <p:tav tm="100000">
                                          <p:val>
                                            <p:strVal val="#ppt_h"/>
                                          </p:val>
                                        </p:tav>
                                      </p:tavLst>
                                    </p:anim>
                                  </p:childTnLst>
                                </p:cTn>
                              </p:par>
                            </p:childTnLst>
                          </p:cTn>
                        </p:par>
                      </p:childTnLst>
                    </p:cTn>
                  </p:par>
                  <p:par>
                    <p:cTn id="195" fill="hold" nodeType="clickPar">
                      <p:stCondLst>
                        <p:cond delay="indefinite"/>
                      </p:stCondLst>
                      <p:childTnLst>
                        <p:par>
                          <p:cTn id="196" fill="hold" nodeType="withGroup">
                            <p:stCondLst>
                              <p:cond delay="0"/>
                            </p:stCondLst>
                            <p:childTnLst>
                              <p:par>
                                <p:cTn id="197" presetID="17" presetClass="entr" presetSubtype="8" fill="hold" grpId="0" nodeType="clickEffect">
                                  <p:stCondLst>
                                    <p:cond delay="0"/>
                                  </p:stCondLst>
                                  <p:childTnLst>
                                    <p:set>
                                      <p:cBhvr>
                                        <p:cTn id="198" dur="1" fill="hold">
                                          <p:stCondLst>
                                            <p:cond delay="0"/>
                                          </p:stCondLst>
                                        </p:cTn>
                                        <p:tgtEl>
                                          <p:spTgt spid="18497"/>
                                        </p:tgtEl>
                                        <p:attrNameLst>
                                          <p:attrName>style.visibility</p:attrName>
                                        </p:attrNameLst>
                                      </p:cBhvr>
                                      <p:to>
                                        <p:strVal val="visible"/>
                                      </p:to>
                                    </p:set>
                                    <p:anim calcmode="lin" valueType="num">
                                      <p:cBhvr>
                                        <p:cTn id="199" dur="500" fill="hold"/>
                                        <p:tgtEl>
                                          <p:spTgt spid="18497"/>
                                        </p:tgtEl>
                                        <p:attrNameLst>
                                          <p:attrName>ppt_x</p:attrName>
                                        </p:attrNameLst>
                                      </p:cBhvr>
                                      <p:tavLst>
                                        <p:tav tm="0">
                                          <p:val>
                                            <p:strVal val="#ppt_x-#ppt_w/2"/>
                                          </p:val>
                                        </p:tav>
                                        <p:tav tm="100000">
                                          <p:val>
                                            <p:strVal val="#ppt_x"/>
                                          </p:val>
                                        </p:tav>
                                      </p:tavLst>
                                    </p:anim>
                                    <p:anim calcmode="lin" valueType="num">
                                      <p:cBhvr>
                                        <p:cTn id="200" dur="500" fill="hold"/>
                                        <p:tgtEl>
                                          <p:spTgt spid="18497"/>
                                        </p:tgtEl>
                                        <p:attrNameLst>
                                          <p:attrName>ppt_y</p:attrName>
                                        </p:attrNameLst>
                                      </p:cBhvr>
                                      <p:tavLst>
                                        <p:tav tm="0">
                                          <p:val>
                                            <p:strVal val="#ppt_y"/>
                                          </p:val>
                                        </p:tav>
                                        <p:tav tm="100000">
                                          <p:val>
                                            <p:strVal val="#ppt_y"/>
                                          </p:val>
                                        </p:tav>
                                      </p:tavLst>
                                    </p:anim>
                                    <p:anim calcmode="lin" valueType="num">
                                      <p:cBhvr>
                                        <p:cTn id="201" dur="500" fill="hold"/>
                                        <p:tgtEl>
                                          <p:spTgt spid="18497"/>
                                        </p:tgtEl>
                                        <p:attrNameLst>
                                          <p:attrName>ppt_w</p:attrName>
                                        </p:attrNameLst>
                                      </p:cBhvr>
                                      <p:tavLst>
                                        <p:tav tm="0">
                                          <p:val>
                                            <p:fltVal val="0"/>
                                          </p:val>
                                        </p:tav>
                                        <p:tav tm="100000">
                                          <p:val>
                                            <p:strVal val="#ppt_w"/>
                                          </p:val>
                                        </p:tav>
                                      </p:tavLst>
                                    </p:anim>
                                    <p:anim calcmode="lin" valueType="num">
                                      <p:cBhvr>
                                        <p:cTn id="202" dur="500" fill="hold"/>
                                        <p:tgtEl>
                                          <p:spTgt spid="18497"/>
                                        </p:tgtEl>
                                        <p:attrNameLst>
                                          <p:attrName>ppt_h</p:attrName>
                                        </p:attrNameLst>
                                      </p:cBhvr>
                                      <p:tavLst>
                                        <p:tav tm="0">
                                          <p:val>
                                            <p:strVal val="#ppt_h"/>
                                          </p:val>
                                        </p:tav>
                                        <p:tav tm="100000">
                                          <p:val>
                                            <p:strVal val="#ppt_h"/>
                                          </p:val>
                                        </p:tav>
                                      </p:tavLst>
                                    </p:anim>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 presetClass="entr" presetSubtype="4" fill="hold" grpId="0" nodeType="clickEffect">
                                  <p:stCondLst>
                                    <p:cond delay="0"/>
                                  </p:stCondLst>
                                  <p:childTnLst>
                                    <p:set>
                                      <p:cBhvr>
                                        <p:cTn id="206" dur="1" fill="hold">
                                          <p:stCondLst>
                                            <p:cond delay="0"/>
                                          </p:stCondLst>
                                        </p:cTn>
                                        <p:tgtEl>
                                          <p:spTgt spid="18494"/>
                                        </p:tgtEl>
                                        <p:attrNameLst>
                                          <p:attrName>style.visibility</p:attrName>
                                        </p:attrNameLst>
                                      </p:cBhvr>
                                      <p:to>
                                        <p:strVal val="visible"/>
                                      </p:to>
                                    </p:set>
                                    <p:anim calcmode="lin" valueType="num">
                                      <p:cBhvr additive="base">
                                        <p:cTn id="207" dur="500" fill="hold"/>
                                        <p:tgtEl>
                                          <p:spTgt spid="18494"/>
                                        </p:tgtEl>
                                        <p:attrNameLst>
                                          <p:attrName>ppt_x</p:attrName>
                                        </p:attrNameLst>
                                      </p:cBhvr>
                                      <p:tavLst>
                                        <p:tav tm="0">
                                          <p:val>
                                            <p:strVal val="#ppt_x"/>
                                          </p:val>
                                        </p:tav>
                                        <p:tav tm="100000">
                                          <p:val>
                                            <p:strVal val="#ppt_x"/>
                                          </p:val>
                                        </p:tav>
                                      </p:tavLst>
                                    </p:anim>
                                    <p:anim calcmode="lin" valueType="num">
                                      <p:cBhvr additive="base">
                                        <p:cTn id="208" dur="500" fill="hold"/>
                                        <p:tgtEl>
                                          <p:spTgt spid="18494"/>
                                        </p:tgtEl>
                                        <p:attrNameLst>
                                          <p:attrName>ppt_y</p:attrName>
                                        </p:attrNameLst>
                                      </p:cBhvr>
                                      <p:tavLst>
                                        <p:tav tm="0">
                                          <p:val>
                                            <p:strVal val="1+#ppt_h/2"/>
                                          </p:val>
                                        </p:tav>
                                        <p:tav tm="100000">
                                          <p:val>
                                            <p:strVal val="#ppt_y"/>
                                          </p:val>
                                        </p:tav>
                                      </p:tavLst>
                                    </p:anim>
                                  </p:childTnLst>
                                </p:cTn>
                              </p:par>
                            </p:childTnLst>
                          </p:cTn>
                        </p:par>
                      </p:childTnLst>
                    </p:cTn>
                  </p:par>
                  <p:par>
                    <p:cTn id="209" fill="hold" nodeType="clickPar">
                      <p:stCondLst>
                        <p:cond delay="indefinite"/>
                      </p:stCondLst>
                      <p:childTnLst>
                        <p:par>
                          <p:cTn id="210" fill="hold" nodeType="withGroup">
                            <p:stCondLst>
                              <p:cond delay="0"/>
                            </p:stCondLst>
                            <p:childTnLst>
                              <p:par>
                                <p:cTn id="211" presetID="17" presetClass="entr" presetSubtype="10" fill="hold" nodeType="clickEffect">
                                  <p:stCondLst>
                                    <p:cond delay="0"/>
                                  </p:stCondLst>
                                  <p:childTnLst>
                                    <p:set>
                                      <p:cBhvr>
                                        <p:cTn id="212" dur="1" fill="hold">
                                          <p:stCondLst>
                                            <p:cond delay="0"/>
                                          </p:stCondLst>
                                        </p:cTn>
                                        <p:tgtEl>
                                          <p:spTgt spid="18479"/>
                                        </p:tgtEl>
                                        <p:attrNameLst>
                                          <p:attrName>style.visibility</p:attrName>
                                        </p:attrNameLst>
                                      </p:cBhvr>
                                      <p:to>
                                        <p:strVal val="visible"/>
                                      </p:to>
                                    </p:set>
                                    <p:anim calcmode="lin" valueType="num">
                                      <p:cBhvr>
                                        <p:cTn id="213" dur="500" fill="hold"/>
                                        <p:tgtEl>
                                          <p:spTgt spid="18479"/>
                                        </p:tgtEl>
                                        <p:attrNameLst>
                                          <p:attrName>ppt_w</p:attrName>
                                        </p:attrNameLst>
                                      </p:cBhvr>
                                      <p:tavLst>
                                        <p:tav tm="0">
                                          <p:val>
                                            <p:fltVal val="0"/>
                                          </p:val>
                                        </p:tav>
                                        <p:tav tm="100000">
                                          <p:val>
                                            <p:strVal val="#ppt_w"/>
                                          </p:val>
                                        </p:tav>
                                      </p:tavLst>
                                    </p:anim>
                                    <p:anim calcmode="lin" valueType="num">
                                      <p:cBhvr>
                                        <p:cTn id="214" dur="500" fill="hold"/>
                                        <p:tgtEl>
                                          <p:spTgt spid="18479"/>
                                        </p:tgtEl>
                                        <p:attrNameLst>
                                          <p:attrName>ppt_h</p:attrName>
                                        </p:attrNameLst>
                                      </p:cBhvr>
                                      <p:tavLst>
                                        <p:tav tm="0">
                                          <p:val>
                                            <p:strVal val="#ppt_h"/>
                                          </p:val>
                                        </p:tav>
                                        <p:tav tm="100000">
                                          <p:val>
                                            <p:strVal val="#ppt_h"/>
                                          </p:val>
                                        </p:tav>
                                      </p:tavLst>
                                    </p:anim>
                                  </p:childTnLst>
                                </p:cTn>
                              </p:par>
                            </p:childTnLst>
                          </p:cTn>
                        </p:par>
                      </p:childTnLst>
                    </p:cTn>
                  </p:par>
                  <p:par>
                    <p:cTn id="215" fill="hold" nodeType="clickPar">
                      <p:stCondLst>
                        <p:cond delay="indefinite"/>
                      </p:stCondLst>
                      <p:childTnLst>
                        <p:par>
                          <p:cTn id="216" fill="hold" nodeType="withGroup">
                            <p:stCondLst>
                              <p:cond delay="0"/>
                            </p:stCondLst>
                            <p:childTnLst>
                              <p:par>
                                <p:cTn id="217" presetID="17" presetClass="entr" presetSubtype="10" fill="hold" nodeType="clickEffect">
                                  <p:stCondLst>
                                    <p:cond delay="0"/>
                                  </p:stCondLst>
                                  <p:childTnLst>
                                    <p:set>
                                      <p:cBhvr>
                                        <p:cTn id="218" dur="1" fill="hold">
                                          <p:stCondLst>
                                            <p:cond delay="0"/>
                                          </p:stCondLst>
                                        </p:cTn>
                                        <p:tgtEl>
                                          <p:spTgt spid="18498"/>
                                        </p:tgtEl>
                                        <p:attrNameLst>
                                          <p:attrName>style.visibility</p:attrName>
                                        </p:attrNameLst>
                                      </p:cBhvr>
                                      <p:to>
                                        <p:strVal val="visible"/>
                                      </p:to>
                                    </p:set>
                                    <p:anim calcmode="lin" valueType="num">
                                      <p:cBhvr>
                                        <p:cTn id="219" dur="500" fill="hold"/>
                                        <p:tgtEl>
                                          <p:spTgt spid="18498"/>
                                        </p:tgtEl>
                                        <p:attrNameLst>
                                          <p:attrName>ppt_w</p:attrName>
                                        </p:attrNameLst>
                                      </p:cBhvr>
                                      <p:tavLst>
                                        <p:tav tm="0">
                                          <p:val>
                                            <p:fltVal val="0"/>
                                          </p:val>
                                        </p:tav>
                                        <p:tav tm="100000">
                                          <p:val>
                                            <p:strVal val="#ppt_w"/>
                                          </p:val>
                                        </p:tav>
                                      </p:tavLst>
                                    </p:anim>
                                    <p:anim calcmode="lin" valueType="num">
                                      <p:cBhvr>
                                        <p:cTn id="220" dur="500" fill="hold"/>
                                        <p:tgtEl>
                                          <p:spTgt spid="18498"/>
                                        </p:tgtEl>
                                        <p:attrNameLst>
                                          <p:attrName>ppt_h</p:attrName>
                                        </p:attrNameLst>
                                      </p:cBhvr>
                                      <p:tavLst>
                                        <p:tav tm="0">
                                          <p:val>
                                            <p:strVal val="#ppt_h"/>
                                          </p:val>
                                        </p:tav>
                                        <p:tav tm="100000">
                                          <p:val>
                                            <p:strVal val="#ppt_h"/>
                                          </p:val>
                                        </p:tav>
                                      </p:tavLst>
                                    </p:anim>
                                  </p:childTnLst>
                                </p:cTn>
                              </p:par>
                            </p:childTnLst>
                          </p:cTn>
                        </p:par>
                      </p:childTnLst>
                    </p:cTn>
                  </p:par>
                  <p:par>
                    <p:cTn id="221" fill="hold" nodeType="clickPar">
                      <p:stCondLst>
                        <p:cond delay="indefinite"/>
                      </p:stCondLst>
                      <p:childTnLst>
                        <p:par>
                          <p:cTn id="222" fill="hold" nodeType="withGroup">
                            <p:stCondLst>
                              <p:cond delay="0"/>
                            </p:stCondLst>
                            <p:childTnLst>
                              <p:par>
                                <p:cTn id="223" presetID="17" presetClass="entr" presetSubtype="10" fill="hold" nodeType="clickEffect">
                                  <p:stCondLst>
                                    <p:cond delay="0"/>
                                  </p:stCondLst>
                                  <p:childTnLst>
                                    <p:set>
                                      <p:cBhvr>
                                        <p:cTn id="224" dur="1" fill="hold">
                                          <p:stCondLst>
                                            <p:cond delay="0"/>
                                          </p:stCondLst>
                                        </p:cTn>
                                        <p:tgtEl>
                                          <p:spTgt spid="18484"/>
                                        </p:tgtEl>
                                        <p:attrNameLst>
                                          <p:attrName>style.visibility</p:attrName>
                                        </p:attrNameLst>
                                      </p:cBhvr>
                                      <p:to>
                                        <p:strVal val="visible"/>
                                      </p:to>
                                    </p:set>
                                    <p:anim calcmode="lin" valueType="num">
                                      <p:cBhvr>
                                        <p:cTn id="225" dur="500" fill="hold"/>
                                        <p:tgtEl>
                                          <p:spTgt spid="18484"/>
                                        </p:tgtEl>
                                        <p:attrNameLst>
                                          <p:attrName>ppt_w</p:attrName>
                                        </p:attrNameLst>
                                      </p:cBhvr>
                                      <p:tavLst>
                                        <p:tav tm="0">
                                          <p:val>
                                            <p:fltVal val="0"/>
                                          </p:val>
                                        </p:tav>
                                        <p:tav tm="100000">
                                          <p:val>
                                            <p:strVal val="#ppt_w"/>
                                          </p:val>
                                        </p:tav>
                                      </p:tavLst>
                                    </p:anim>
                                    <p:anim calcmode="lin" valueType="num">
                                      <p:cBhvr>
                                        <p:cTn id="226" dur="500" fill="hold"/>
                                        <p:tgtEl>
                                          <p:spTgt spid="18484"/>
                                        </p:tgtEl>
                                        <p:attrNameLst>
                                          <p:attrName>ppt_h</p:attrName>
                                        </p:attrNameLst>
                                      </p:cBhvr>
                                      <p:tavLst>
                                        <p:tav tm="0">
                                          <p:val>
                                            <p:strVal val="#ppt_h"/>
                                          </p:val>
                                        </p:tav>
                                        <p:tav tm="100000">
                                          <p:val>
                                            <p:strVal val="#ppt_h"/>
                                          </p:val>
                                        </p:tav>
                                      </p:tavLst>
                                    </p:anim>
                                  </p:childTnLst>
                                </p:cTn>
                              </p:par>
                            </p:childTnLst>
                          </p:cTn>
                        </p:par>
                      </p:childTnLst>
                    </p:cTn>
                  </p:par>
                  <p:par>
                    <p:cTn id="227" fill="hold" nodeType="clickPar">
                      <p:stCondLst>
                        <p:cond delay="indefinite"/>
                      </p:stCondLst>
                      <p:childTnLst>
                        <p:par>
                          <p:cTn id="228" fill="hold" nodeType="withGroup">
                            <p:stCondLst>
                              <p:cond delay="0"/>
                            </p:stCondLst>
                            <p:childTnLst>
                              <p:par>
                                <p:cTn id="229" presetID="17" presetClass="entr" presetSubtype="10" fill="hold" nodeType="clickEffect">
                                  <p:stCondLst>
                                    <p:cond delay="0"/>
                                  </p:stCondLst>
                                  <p:childTnLst>
                                    <p:set>
                                      <p:cBhvr>
                                        <p:cTn id="230" dur="1" fill="hold">
                                          <p:stCondLst>
                                            <p:cond delay="0"/>
                                          </p:stCondLst>
                                        </p:cTn>
                                        <p:tgtEl>
                                          <p:spTgt spid="18489"/>
                                        </p:tgtEl>
                                        <p:attrNameLst>
                                          <p:attrName>style.visibility</p:attrName>
                                        </p:attrNameLst>
                                      </p:cBhvr>
                                      <p:to>
                                        <p:strVal val="visible"/>
                                      </p:to>
                                    </p:set>
                                    <p:anim calcmode="lin" valueType="num">
                                      <p:cBhvr>
                                        <p:cTn id="231" dur="500" fill="hold"/>
                                        <p:tgtEl>
                                          <p:spTgt spid="18489"/>
                                        </p:tgtEl>
                                        <p:attrNameLst>
                                          <p:attrName>ppt_w</p:attrName>
                                        </p:attrNameLst>
                                      </p:cBhvr>
                                      <p:tavLst>
                                        <p:tav tm="0">
                                          <p:val>
                                            <p:fltVal val="0"/>
                                          </p:val>
                                        </p:tav>
                                        <p:tav tm="100000">
                                          <p:val>
                                            <p:strVal val="#ppt_w"/>
                                          </p:val>
                                        </p:tav>
                                      </p:tavLst>
                                    </p:anim>
                                    <p:anim calcmode="lin" valueType="num">
                                      <p:cBhvr>
                                        <p:cTn id="232" dur="500" fill="hold"/>
                                        <p:tgtEl>
                                          <p:spTgt spid="18489"/>
                                        </p:tgtEl>
                                        <p:attrNameLst>
                                          <p:attrName>ppt_h</p:attrName>
                                        </p:attrNameLst>
                                      </p:cBhvr>
                                      <p:tavLst>
                                        <p:tav tm="0">
                                          <p:val>
                                            <p:strVal val="#ppt_h"/>
                                          </p:val>
                                        </p:tav>
                                        <p:tav tm="100000">
                                          <p:val>
                                            <p:strVal val="#ppt_h"/>
                                          </p:val>
                                        </p:tav>
                                      </p:tavLst>
                                    </p:anim>
                                  </p:childTnLst>
                                </p:cTn>
                              </p:par>
                            </p:childTnLst>
                          </p:cTn>
                        </p:par>
                      </p:childTnLst>
                    </p:cTn>
                  </p:par>
                  <p:par>
                    <p:cTn id="233" fill="hold" nodeType="clickPar">
                      <p:stCondLst>
                        <p:cond delay="indefinite"/>
                      </p:stCondLst>
                      <p:childTnLst>
                        <p:par>
                          <p:cTn id="234" fill="hold" nodeType="withGroup">
                            <p:stCondLst>
                              <p:cond delay="0"/>
                            </p:stCondLst>
                            <p:childTnLst>
                              <p:par>
                                <p:cTn id="235" presetID="17" presetClass="entr" presetSubtype="10" fill="hold" grpId="0" nodeType="clickEffect">
                                  <p:stCondLst>
                                    <p:cond delay="0"/>
                                  </p:stCondLst>
                                  <p:childTnLst>
                                    <p:set>
                                      <p:cBhvr>
                                        <p:cTn id="236" dur="1" fill="hold">
                                          <p:stCondLst>
                                            <p:cond delay="0"/>
                                          </p:stCondLst>
                                        </p:cTn>
                                        <p:tgtEl>
                                          <p:spTgt spid="18495"/>
                                        </p:tgtEl>
                                        <p:attrNameLst>
                                          <p:attrName>style.visibility</p:attrName>
                                        </p:attrNameLst>
                                      </p:cBhvr>
                                      <p:to>
                                        <p:strVal val="visible"/>
                                      </p:to>
                                    </p:set>
                                    <p:anim calcmode="lin" valueType="num">
                                      <p:cBhvr>
                                        <p:cTn id="237" dur="500" fill="hold"/>
                                        <p:tgtEl>
                                          <p:spTgt spid="18495"/>
                                        </p:tgtEl>
                                        <p:attrNameLst>
                                          <p:attrName>ppt_w</p:attrName>
                                        </p:attrNameLst>
                                      </p:cBhvr>
                                      <p:tavLst>
                                        <p:tav tm="0">
                                          <p:val>
                                            <p:fltVal val="0"/>
                                          </p:val>
                                        </p:tav>
                                        <p:tav tm="100000">
                                          <p:val>
                                            <p:strVal val="#ppt_w"/>
                                          </p:val>
                                        </p:tav>
                                      </p:tavLst>
                                    </p:anim>
                                    <p:anim calcmode="lin" valueType="num">
                                      <p:cBhvr>
                                        <p:cTn id="238" dur="500" fill="hold"/>
                                        <p:tgtEl>
                                          <p:spTgt spid="18495"/>
                                        </p:tgtEl>
                                        <p:attrNameLst>
                                          <p:attrName>ppt_h</p:attrName>
                                        </p:attrNameLst>
                                      </p:cBhvr>
                                      <p:tavLst>
                                        <p:tav tm="0">
                                          <p:val>
                                            <p:strVal val="#ppt_h"/>
                                          </p:val>
                                        </p:tav>
                                        <p:tav tm="100000">
                                          <p:val>
                                            <p:strVal val="#ppt_h"/>
                                          </p:val>
                                        </p:tav>
                                      </p:tavLst>
                                    </p:anim>
                                  </p:childTnLst>
                                </p:cTn>
                              </p:par>
                            </p:childTnLst>
                          </p:cTn>
                        </p:par>
                      </p:childTnLst>
                    </p:cTn>
                  </p:par>
                  <p:par>
                    <p:cTn id="239" fill="hold" nodeType="clickPar">
                      <p:stCondLst>
                        <p:cond delay="indefinite"/>
                      </p:stCondLst>
                      <p:childTnLst>
                        <p:par>
                          <p:cTn id="240" fill="hold" nodeType="withGroup">
                            <p:stCondLst>
                              <p:cond delay="0"/>
                            </p:stCondLst>
                            <p:childTnLst>
                              <p:par>
                                <p:cTn id="241" presetID="17" presetClass="entr" presetSubtype="2" fill="hold" grpId="0" nodeType="clickEffect">
                                  <p:stCondLst>
                                    <p:cond delay="0"/>
                                  </p:stCondLst>
                                  <p:childTnLst>
                                    <p:set>
                                      <p:cBhvr>
                                        <p:cTn id="242" dur="1" fill="hold">
                                          <p:stCondLst>
                                            <p:cond delay="0"/>
                                          </p:stCondLst>
                                        </p:cTn>
                                        <p:tgtEl>
                                          <p:spTgt spid="18503"/>
                                        </p:tgtEl>
                                        <p:attrNameLst>
                                          <p:attrName>style.visibility</p:attrName>
                                        </p:attrNameLst>
                                      </p:cBhvr>
                                      <p:to>
                                        <p:strVal val="visible"/>
                                      </p:to>
                                    </p:set>
                                    <p:anim calcmode="lin" valueType="num">
                                      <p:cBhvr>
                                        <p:cTn id="243" dur="500" fill="hold"/>
                                        <p:tgtEl>
                                          <p:spTgt spid="18503"/>
                                        </p:tgtEl>
                                        <p:attrNameLst>
                                          <p:attrName>ppt_x</p:attrName>
                                        </p:attrNameLst>
                                      </p:cBhvr>
                                      <p:tavLst>
                                        <p:tav tm="0">
                                          <p:val>
                                            <p:strVal val="#ppt_x+#ppt_w/2"/>
                                          </p:val>
                                        </p:tav>
                                        <p:tav tm="100000">
                                          <p:val>
                                            <p:strVal val="#ppt_x"/>
                                          </p:val>
                                        </p:tav>
                                      </p:tavLst>
                                    </p:anim>
                                    <p:anim calcmode="lin" valueType="num">
                                      <p:cBhvr>
                                        <p:cTn id="244" dur="500" fill="hold"/>
                                        <p:tgtEl>
                                          <p:spTgt spid="18503"/>
                                        </p:tgtEl>
                                        <p:attrNameLst>
                                          <p:attrName>ppt_y</p:attrName>
                                        </p:attrNameLst>
                                      </p:cBhvr>
                                      <p:tavLst>
                                        <p:tav tm="0">
                                          <p:val>
                                            <p:strVal val="#ppt_y"/>
                                          </p:val>
                                        </p:tav>
                                        <p:tav tm="100000">
                                          <p:val>
                                            <p:strVal val="#ppt_y"/>
                                          </p:val>
                                        </p:tav>
                                      </p:tavLst>
                                    </p:anim>
                                    <p:anim calcmode="lin" valueType="num">
                                      <p:cBhvr>
                                        <p:cTn id="245" dur="500" fill="hold"/>
                                        <p:tgtEl>
                                          <p:spTgt spid="18503"/>
                                        </p:tgtEl>
                                        <p:attrNameLst>
                                          <p:attrName>ppt_w</p:attrName>
                                        </p:attrNameLst>
                                      </p:cBhvr>
                                      <p:tavLst>
                                        <p:tav tm="0">
                                          <p:val>
                                            <p:fltVal val="0"/>
                                          </p:val>
                                        </p:tav>
                                        <p:tav tm="100000">
                                          <p:val>
                                            <p:strVal val="#ppt_w"/>
                                          </p:val>
                                        </p:tav>
                                      </p:tavLst>
                                    </p:anim>
                                    <p:anim calcmode="lin" valueType="num">
                                      <p:cBhvr>
                                        <p:cTn id="246" dur="500" fill="hold"/>
                                        <p:tgtEl>
                                          <p:spTgt spid="18503"/>
                                        </p:tgtEl>
                                        <p:attrNameLst>
                                          <p:attrName>ppt_h</p:attrName>
                                        </p:attrNameLst>
                                      </p:cBhvr>
                                      <p:tavLst>
                                        <p:tav tm="0">
                                          <p:val>
                                            <p:strVal val="#ppt_h"/>
                                          </p:val>
                                        </p:tav>
                                        <p:tav tm="100000">
                                          <p:val>
                                            <p:strVal val="#ppt_h"/>
                                          </p:val>
                                        </p:tav>
                                      </p:tavLst>
                                    </p:anim>
                                  </p:childTnLst>
                                </p:cTn>
                              </p:par>
                            </p:childTnLst>
                          </p:cTn>
                        </p:par>
                      </p:childTnLst>
                    </p:cTn>
                  </p:par>
                  <p:par>
                    <p:cTn id="247" fill="hold" nodeType="clickPar">
                      <p:stCondLst>
                        <p:cond delay="indefinite"/>
                      </p:stCondLst>
                      <p:childTnLst>
                        <p:par>
                          <p:cTn id="248" fill="hold" nodeType="withGroup">
                            <p:stCondLst>
                              <p:cond delay="0"/>
                            </p:stCondLst>
                            <p:childTnLst>
                              <p:par>
                                <p:cTn id="249" presetID="17" presetClass="entr" presetSubtype="1" fill="hold" nodeType="clickEffect">
                                  <p:stCondLst>
                                    <p:cond delay="0"/>
                                  </p:stCondLst>
                                  <p:childTnLst>
                                    <p:set>
                                      <p:cBhvr>
                                        <p:cTn id="250" dur="1" fill="hold">
                                          <p:stCondLst>
                                            <p:cond delay="0"/>
                                          </p:stCondLst>
                                        </p:cTn>
                                        <p:tgtEl>
                                          <p:spTgt spid="18444"/>
                                        </p:tgtEl>
                                        <p:attrNameLst>
                                          <p:attrName>style.visibility</p:attrName>
                                        </p:attrNameLst>
                                      </p:cBhvr>
                                      <p:to>
                                        <p:strVal val="visible"/>
                                      </p:to>
                                    </p:set>
                                    <p:anim calcmode="lin" valueType="num">
                                      <p:cBhvr>
                                        <p:cTn id="251" dur="500" fill="hold"/>
                                        <p:tgtEl>
                                          <p:spTgt spid="18444"/>
                                        </p:tgtEl>
                                        <p:attrNameLst>
                                          <p:attrName>ppt_x</p:attrName>
                                        </p:attrNameLst>
                                      </p:cBhvr>
                                      <p:tavLst>
                                        <p:tav tm="0">
                                          <p:val>
                                            <p:strVal val="#ppt_x"/>
                                          </p:val>
                                        </p:tav>
                                        <p:tav tm="100000">
                                          <p:val>
                                            <p:strVal val="#ppt_x"/>
                                          </p:val>
                                        </p:tav>
                                      </p:tavLst>
                                    </p:anim>
                                    <p:anim calcmode="lin" valueType="num">
                                      <p:cBhvr>
                                        <p:cTn id="252" dur="500" fill="hold"/>
                                        <p:tgtEl>
                                          <p:spTgt spid="18444"/>
                                        </p:tgtEl>
                                        <p:attrNameLst>
                                          <p:attrName>ppt_y</p:attrName>
                                        </p:attrNameLst>
                                      </p:cBhvr>
                                      <p:tavLst>
                                        <p:tav tm="0">
                                          <p:val>
                                            <p:strVal val="#ppt_y-#ppt_h/2"/>
                                          </p:val>
                                        </p:tav>
                                        <p:tav tm="100000">
                                          <p:val>
                                            <p:strVal val="#ppt_y"/>
                                          </p:val>
                                        </p:tav>
                                      </p:tavLst>
                                    </p:anim>
                                    <p:anim calcmode="lin" valueType="num">
                                      <p:cBhvr>
                                        <p:cTn id="253" dur="500" fill="hold"/>
                                        <p:tgtEl>
                                          <p:spTgt spid="18444"/>
                                        </p:tgtEl>
                                        <p:attrNameLst>
                                          <p:attrName>ppt_w</p:attrName>
                                        </p:attrNameLst>
                                      </p:cBhvr>
                                      <p:tavLst>
                                        <p:tav tm="0">
                                          <p:val>
                                            <p:strVal val="#ppt_w"/>
                                          </p:val>
                                        </p:tav>
                                        <p:tav tm="100000">
                                          <p:val>
                                            <p:strVal val="#ppt_w"/>
                                          </p:val>
                                        </p:tav>
                                      </p:tavLst>
                                    </p:anim>
                                    <p:anim calcmode="lin" valueType="num">
                                      <p:cBhvr>
                                        <p:cTn id="254" dur="500" fill="hold"/>
                                        <p:tgtEl>
                                          <p:spTgt spid="18444"/>
                                        </p:tgtEl>
                                        <p:attrNameLst>
                                          <p:attrName>ppt_h</p:attrName>
                                        </p:attrNameLst>
                                      </p:cBhvr>
                                      <p:tavLst>
                                        <p:tav tm="0">
                                          <p:val>
                                            <p:fltVal val="0"/>
                                          </p:val>
                                        </p:tav>
                                        <p:tav tm="100000">
                                          <p:val>
                                            <p:strVal val="#ppt_h"/>
                                          </p:val>
                                        </p:tav>
                                      </p:tavLst>
                                    </p:anim>
                                  </p:childTnLst>
                                </p:cTn>
                              </p:par>
                            </p:childTnLst>
                          </p:cTn>
                        </p:par>
                      </p:childTnLst>
                    </p:cTn>
                  </p:par>
                  <p:par>
                    <p:cTn id="255" fill="hold" nodeType="clickPar">
                      <p:stCondLst>
                        <p:cond delay="indefinite"/>
                      </p:stCondLst>
                      <p:childTnLst>
                        <p:par>
                          <p:cTn id="256" fill="hold" nodeType="withGroup">
                            <p:stCondLst>
                              <p:cond delay="0"/>
                            </p:stCondLst>
                            <p:childTnLst>
                              <p:par>
                                <p:cTn id="257" presetID="17" presetClass="entr" presetSubtype="8" fill="hold" grpId="0" nodeType="clickEffect">
                                  <p:stCondLst>
                                    <p:cond delay="0"/>
                                  </p:stCondLst>
                                  <p:childTnLst>
                                    <p:set>
                                      <p:cBhvr>
                                        <p:cTn id="258" dur="1" fill="hold">
                                          <p:stCondLst>
                                            <p:cond delay="0"/>
                                          </p:stCondLst>
                                        </p:cTn>
                                        <p:tgtEl>
                                          <p:spTgt spid="18504"/>
                                        </p:tgtEl>
                                        <p:attrNameLst>
                                          <p:attrName>style.visibility</p:attrName>
                                        </p:attrNameLst>
                                      </p:cBhvr>
                                      <p:to>
                                        <p:strVal val="visible"/>
                                      </p:to>
                                    </p:set>
                                    <p:anim calcmode="lin" valueType="num">
                                      <p:cBhvr>
                                        <p:cTn id="259" dur="500" fill="hold"/>
                                        <p:tgtEl>
                                          <p:spTgt spid="18504"/>
                                        </p:tgtEl>
                                        <p:attrNameLst>
                                          <p:attrName>ppt_x</p:attrName>
                                        </p:attrNameLst>
                                      </p:cBhvr>
                                      <p:tavLst>
                                        <p:tav tm="0">
                                          <p:val>
                                            <p:strVal val="#ppt_x-#ppt_w/2"/>
                                          </p:val>
                                        </p:tav>
                                        <p:tav tm="100000">
                                          <p:val>
                                            <p:strVal val="#ppt_x"/>
                                          </p:val>
                                        </p:tav>
                                      </p:tavLst>
                                    </p:anim>
                                    <p:anim calcmode="lin" valueType="num">
                                      <p:cBhvr>
                                        <p:cTn id="260" dur="500" fill="hold"/>
                                        <p:tgtEl>
                                          <p:spTgt spid="18504"/>
                                        </p:tgtEl>
                                        <p:attrNameLst>
                                          <p:attrName>ppt_y</p:attrName>
                                        </p:attrNameLst>
                                      </p:cBhvr>
                                      <p:tavLst>
                                        <p:tav tm="0">
                                          <p:val>
                                            <p:strVal val="#ppt_y"/>
                                          </p:val>
                                        </p:tav>
                                        <p:tav tm="100000">
                                          <p:val>
                                            <p:strVal val="#ppt_y"/>
                                          </p:val>
                                        </p:tav>
                                      </p:tavLst>
                                    </p:anim>
                                    <p:anim calcmode="lin" valueType="num">
                                      <p:cBhvr>
                                        <p:cTn id="261" dur="500" fill="hold"/>
                                        <p:tgtEl>
                                          <p:spTgt spid="18504"/>
                                        </p:tgtEl>
                                        <p:attrNameLst>
                                          <p:attrName>ppt_w</p:attrName>
                                        </p:attrNameLst>
                                      </p:cBhvr>
                                      <p:tavLst>
                                        <p:tav tm="0">
                                          <p:val>
                                            <p:fltVal val="0"/>
                                          </p:val>
                                        </p:tav>
                                        <p:tav tm="100000">
                                          <p:val>
                                            <p:strVal val="#ppt_w"/>
                                          </p:val>
                                        </p:tav>
                                      </p:tavLst>
                                    </p:anim>
                                    <p:anim calcmode="lin" valueType="num">
                                      <p:cBhvr>
                                        <p:cTn id="262" dur="500" fill="hold"/>
                                        <p:tgtEl>
                                          <p:spTgt spid="18504"/>
                                        </p:tgtEl>
                                        <p:attrNameLst>
                                          <p:attrName>ppt_h</p:attrName>
                                        </p:attrNameLst>
                                      </p:cBhvr>
                                      <p:tavLst>
                                        <p:tav tm="0">
                                          <p:val>
                                            <p:strVal val="#ppt_h"/>
                                          </p:val>
                                        </p:tav>
                                        <p:tav tm="100000">
                                          <p:val>
                                            <p:strVal val="#ppt_h"/>
                                          </p:val>
                                        </p:tav>
                                      </p:tavLst>
                                    </p:anim>
                                  </p:childTnLst>
                                </p:cTn>
                              </p:par>
                            </p:childTnLst>
                          </p:cTn>
                        </p:par>
                      </p:childTnLst>
                    </p:cTn>
                  </p:par>
                  <p:par>
                    <p:cTn id="263" fill="hold" nodeType="clickPar">
                      <p:stCondLst>
                        <p:cond delay="indefinite"/>
                      </p:stCondLst>
                      <p:childTnLst>
                        <p:par>
                          <p:cTn id="264" fill="hold" nodeType="withGroup">
                            <p:stCondLst>
                              <p:cond delay="0"/>
                            </p:stCondLst>
                            <p:childTnLst>
                              <p:par>
                                <p:cTn id="265" presetID="18" presetClass="entr" presetSubtype="9" fill="hold" grpId="0" nodeType="clickEffect">
                                  <p:stCondLst>
                                    <p:cond delay="0"/>
                                  </p:stCondLst>
                                  <p:childTnLst>
                                    <p:set>
                                      <p:cBhvr>
                                        <p:cTn id="266" dur="1" fill="hold">
                                          <p:stCondLst>
                                            <p:cond delay="0"/>
                                          </p:stCondLst>
                                        </p:cTn>
                                        <p:tgtEl>
                                          <p:spTgt spid="18505"/>
                                        </p:tgtEl>
                                        <p:attrNameLst>
                                          <p:attrName>style.visibility</p:attrName>
                                        </p:attrNameLst>
                                      </p:cBhvr>
                                      <p:to>
                                        <p:strVal val="visible"/>
                                      </p:to>
                                    </p:set>
                                    <p:animEffect transition="in" filter="strips(upLeft)">
                                      <p:cBhvr>
                                        <p:cTn id="267" dur="500"/>
                                        <p:tgtEl>
                                          <p:spTgt spid="18505"/>
                                        </p:tgtEl>
                                      </p:cBhvr>
                                    </p:animEffect>
                                  </p:childTnLst>
                                </p:cTn>
                              </p:par>
                            </p:childTnLst>
                          </p:cTn>
                        </p:par>
                      </p:childTnLst>
                    </p:cTn>
                  </p:par>
                  <p:par>
                    <p:cTn id="268" fill="hold" nodeType="clickPar">
                      <p:stCondLst>
                        <p:cond delay="indefinite"/>
                      </p:stCondLst>
                      <p:childTnLst>
                        <p:par>
                          <p:cTn id="269" fill="hold" nodeType="withGroup">
                            <p:stCondLst>
                              <p:cond delay="0"/>
                            </p:stCondLst>
                            <p:childTnLst>
                              <p:par>
                                <p:cTn id="270" presetID="18" presetClass="entr" presetSubtype="3" fill="hold" nodeType="clickEffect">
                                  <p:stCondLst>
                                    <p:cond delay="0"/>
                                  </p:stCondLst>
                                  <p:childTnLst>
                                    <p:set>
                                      <p:cBhvr>
                                        <p:cTn id="271" dur="1" fill="hold">
                                          <p:stCondLst>
                                            <p:cond delay="0"/>
                                          </p:stCondLst>
                                        </p:cTn>
                                        <p:tgtEl>
                                          <p:spTgt spid="18506"/>
                                        </p:tgtEl>
                                        <p:attrNameLst>
                                          <p:attrName>style.visibility</p:attrName>
                                        </p:attrNameLst>
                                      </p:cBhvr>
                                      <p:to>
                                        <p:strVal val="visible"/>
                                      </p:to>
                                    </p:set>
                                    <p:animEffect transition="in" filter="strips(upRight)">
                                      <p:cBhvr>
                                        <p:cTn id="272" dur="500"/>
                                        <p:tgtEl>
                                          <p:spTgt spid="18506"/>
                                        </p:tgtEl>
                                      </p:cBhvr>
                                    </p:animEffect>
                                  </p:childTnLst>
                                </p:cTn>
                              </p:par>
                            </p:childTnLst>
                          </p:cTn>
                        </p:par>
                      </p:childTnLst>
                    </p:cTn>
                  </p:par>
                  <p:par>
                    <p:cTn id="273" fill="hold" nodeType="clickPar">
                      <p:stCondLst>
                        <p:cond delay="indefinite"/>
                      </p:stCondLst>
                      <p:childTnLst>
                        <p:par>
                          <p:cTn id="274" fill="hold" nodeType="withGroup">
                            <p:stCondLst>
                              <p:cond delay="0"/>
                            </p:stCondLst>
                            <p:childTnLst>
                              <p:par>
                                <p:cTn id="275" presetID="18" presetClass="entr" presetSubtype="9" fill="hold" grpId="0" nodeType="clickEffect">
                                  <p:stCondLst>
                                    <p:cond delay="0"/>
                                  </p:stCondLst>
                                  <p:childTnLst>
                                    <p:set>
                                      <p:cBhvr>
                                        <p:cTn id="276" dur="1" fill="hold">
                                          <p:stCondLst>
                                            <p:cond delay="0"/>
                                          </p:stCondLst>
                                        </p:cTn>
                                        <p:tgtEl>
                                          <p:spTgt spid="18537"/>
                                        </p:tgtEl>
                                        <p:attrNameLst>
                                          <p:attrName>style.visibility</p:attrName>
                                        </p:attrNameLst>
                                      </p:cBhvr>
                                      <p:to>
                                        <p:strVal val="visible"/>
                                      </p:to>
                                    </p:set>
                                    <p:animEffect transition="in" filter="strips(upLeft)">
                                      <p:cBhvr>
                                        <p:cTn id="277" dur="500"/>
                                        <p:tgtEl>
                                          <p:spTgt spid="18537"/>
                                        </p:tgtEl>
                                      </p:cBhvr>
                                    </p:animEffect>
                                  </p:childTnLst>
                                </p:cTn>
                              </p:par>
                            </p:childTnLst>
                          </p:cTn>
                        </p:par>
                      </p:childTnLst>
                    </p:cTn>
                  </p:par>
                  <p:par>
                    <p:cTn id="278" fill="hold" nodeType="clickPar">
                      <p:stCondLst>
                        <p:cond delay="indefinite"/>
                      </p:stCondLst>
                      <p:childTnLst>
                        <p:par>
                          <p:cTn id="279" fill="hold" nodeType="withGroup">
                            <p:stCondLst>
                              <p:cond delay="0"/>
                            </p:stCondLst>
                            <p:childTnLst>
                              <p:par>
                                <p:cTn id="280" presetID="2" presetClass="entr" presetSubtype="2" fill="hold" grpId="0" nodeType="clickEffect">
                                  <p:stCondLst>
                                    <p:cond delay="0"/>
                                  </p:stCondLst>
                                  <p:childTnLst>
                                    <p:set>
                                      <p:cBhvr>
                                        <p:cTn id="281" dur="1" fill="hold">
                                          <p:stCondLst>
                                            <p:cond delay="0"/>
                                          </p:stCondLst>
                                        </p:cTn>
                                        <p:tgtEl>
                                          <p:spTgt spid="18538"/>
                                        </p:tgtEl>
                                        <p:attrNameLst>
                                          <p:attrName>style.visibility</p:attrName>
                                        </p:attrNameLst>
                                      </p:cBhvr>
                                      <p:to>
                                        <p:strVal val="visible"/>
                                      </p:to>
                                    </p:set>
                                    <p:anim calcmode="lin" valueType="num">
                                      <p:cBhvr additive="base">
                                        <p:cTn id="282" dur="500" fill="hold"/>
                                        <p:tgtEl>
                                          <p:spTgt spid="18538"/>
                                        </p:tgtEl>
                                        <p:attrNameLst>
                                          <p:attrName>ppt_x</p:attrName>
                                        </p:attrNameLst>
                                      </p:cBhvr>
                                      <p:tavLst>
                                        <p:tav tm="0">
                                          <p:val>
                                            <p:strVal val="1+#ppt_w/2"/>
                                          </p:val>
                                        </p:tav>
                                        <p:tav tm="100000">
                                          <p:val>
                                            <p:strVal val="#ppt_x"/>
                                          </p:val>
                                        </p:tav>
                                      </p:tavLst>
                                    </p:anim>
                                    <p:anim calcmode="lin" valueType="num">
                                      <p:cBhvr additive="base">
                                        <p:cTn id="283" dur="500" fill="hold"/>
                                        <p:tgtEl>
                                          <p:spTgt spid="18538"/>
                                        </p:tgtEl>
                                        <p:attrNameLst>
                                          <p:attrName>ppt_y</p:attrName>
                                        </p:attrNameLst>
                                      </p:cBhvr>
                                      <p:tavLst>
                                        <p:tav tm="0">
                                          <p:val>
                                            <p:strVal val="#ppt_y"/>
                                          </p:val>
                                        </p:tav>
                                        <p:tav tm="100000">
                                          <p:val>
                                            <p:strVal val="#ppt_y"/>
                                          </p:val>
                                        </p:tav>
                                      </p:tavLst>
                                    </p:anim>
                                  </p:childTnLst>
                                </p:cTn>
                              </p:par>
                            </p:childTnLst>
                          </p:cTn>
                        </p:par>
                      </p:childTnLst>
                    </p:cTn>
                  </p:par>
                  <p:par>
                    <p:cTn id="284" fill="hold" nodeType="clickPar">
                      <p:stCondLst>
                        <p:cond delay="indefinite"/>
                      </p:stCondLst>
                      <p:childTnLst>
                        <p:par>
                          <p:cTn id="285" fill="hold" nodeType="withGroup">
                            <p:stCondLst>
                              <p:cond delay="0"/>
                            </p:stCondLst>
                            <p:childTnLst>
                              <p:par>
                                <p:cTn id="286" presetID="17" presetClass="entr" presetSubtype="1" fill="hold" nodeType="clickEffect">
                                  <p:stCondLst>
                                    <p:cond delay="0"/>
                                  </p:stCondLst>
                                  <p:childTnLst>
                                    <p:set>
                                      <p:cBhvr>
                                        <p:cTn id="287" dur="1" fill="hold">
                                          <p:stCondLst>
                                            <p:cond delay="0"/>
                                          </p:stCondLst>
                                        </p:cTn>
                                        <p:tgtEl>
                                          <p:spTgt spid="18539"/>
                                        </p:tgtEl>
                                        <p:attrNameLst>
                                          <p:attrName>style.visibility</p:attrName>
                                        </p:attrNameLst>
                                      </p:cBhvr>
                                      <p:to>
                                        <p:strVal val="visible"/>
                                      </p:to>
                                    </p:set>
                                    <p:anim calcmode="lin" valueType="num">
                                      <p:cBhvr>
                                        <p:cTn id="288" dur="500" fill="hold"/>
                                        <p:tgtEl>
                                          <p:spTgt spid="18539"/>
                                        </p:tgtEl>
                                        <p:attrNameLst>
                                          <p:attrName>ppt_x</p:attrName>
                                        </p:attrNameLst>
                                      </p:cBhvr>
                                      <p:tavLst>
                                        <p:tav tm="0">
                                          <p:val>
                                            <p:strVal val="#ppt_x"/>
                                          </p:val>
                                        </p:tav>
                                        <p:tav tm="100000">
                                          <p:val>
                                            <p:strVal val="#ppt_x"/>
                                          </p:val>
                                        </p:tav>
                                      </p:tavLst>
                                    </p:anim>
                                    <p:anim calcmode="lin" valueType="num">
                                      <p:cBhvr>
                                        <p:cTn id="289" dur="500" fill="hold"/>
                                        <p:tgtEl>
                                          <p:spTgt spid="18539"/>
                                        </p:tgtEl>
                                        <p:attrNameLst>
                                          <p:attrName>ppt_y</p:attrName>
                                        </p:attrNameLst>
                                      </p:cBhvr>
                                      <p:tavLst>
                                        <p:tav tm="0">
                                          <p:val>
                                            <p:strVal val="#ppt_y-#ppt_h/2"/>
                                          </p:val>
                                        </p:tav>
                                        <p:tav tm="100000">
                                          <p:val>
                                            <p:strVal val="#ppt_y"/>
                                          </p:val>
                                        </p:tav>
                                      </p:tavLst>
                                    </p:anim>
                                    <p:anim calcmode="lin" valueType="num">
                                      <p:cBhvr>
                                        <p:cTn id="290" dur="500" fill="hold"/>
                                        <p:tgtEl>
                                          <p:spTgt spid="18539"/>
                                        </p:tgtEl>
                                        <p:attrNameLst>
                                          <p:attrName>ppt_w</p:attrName>
                                        </p:attrNameLst>
                                      </p:cBhvr>
                                      <p:tavLst>
                                        <p:tav tm="0">
                                          <p:val>
                                            <p:strVal val="#ppt_w"/>
                                          </p:val>
                                        </p:tav>
                                        <p:tav tm="100000">
                                          <p:val>
                                            <p:strVal val="#ppt_w"/>
                                          </p:val>
                                        </p:tav>
                                      </p:tavLst>
                                    </p:anim>
                                    <p:anim calcmode="lin" valueType="num">
                                      <p:cBhvr>
                                        <p:cTn id="291" dur="500" fill="hold"/>
                                        <p:tgtEl>
                                          <p:spTgt spid="18539"/>
                                        </p:tgtEl>
                                        <p:attrNameLst>
                                          <p:attrName>ppt_h</p:attrName>
                                        </p:attrNameLst>
                                      </p:cBhvr>
                                      <p:tavLst>
                                        <p:tav tm="0">
                                          <p:val>
                                            <p:fltVal val="0"/>
                                          </p:val>
                                        </p:tav>
                                        <p:tav tm="100000">
                                          <p:val>
                                            <p:strVal val="#ppt_h"/>
                                          </p:val>
                                        </p:tav>
                                      </p:tavLst>
                                    </p:anim>
                                  </p:childTnLst>
                                </p:cTn>
                              </p:par>
                            </p:childTnLst>
                          </p:cTn>
                        </p:par>
                      </p:childTnLst>
                    </p:cTn>
                  </p:par>
                  <p:par>
                    <p:cTn id="292" fill="hold" nodeType="clickPar">
                      <p:stCondLst>
                        <p:cond delay="indefinite"/>
                      </p:stCondLst>
                      <p:childTnLst>
                        <p:par>
                          <p:cTn id="293" fill="hold" nodeType="withGroup">
                            <p:stCondLst>
                              <p:cond delay="0"/>
                            </p:stCondLst>
                            <p:childTnLst>
                              <p:par>
                                <p:cTn id="294" presetID="17" presetClass="entr" presetSubtype="8" fill="hold" nodeType="clickEffect">
                                  <p:stCondLst>
                                    <p:cond delay="0"/>
                                  </p:stCondLst>
                                  <p:childTnLst>
                                    <p:set>
                                      <p:cBhvr>
                                        <p:cTn id="295" dur="1" fill="hold">
                                          <p:stCondLst>
                                            <p:cond delay="0"/>
                                          </p:stCondLst>
                                        </p:cTn>
                                        <p:tgtEl>
                                          <p:spTgt spid="18548"/>
                                        </p:tgtEl>
                                        <p:attrNameLst>
                                          <p:attrName>style.visibility</p:attrName>
                                        </p:attrNameLst>
                                      </p:cBhvr>
                                      <p:to>
                                        <p:strVal val="visible"/>
                                      </p:to>
                                    </p:set>
                                    <p:anim calcmode="lin" valueType="num">
                                      <p:cBhvr>
                                        <p:cTn id="296" dur="500" fill="hold"/>
                                        <p:tgtEl>
                                          <p:spTgt spid="18548"/>
                                        </p:tgtEl>
                                        <p:attrNameLst>
                                          <p:attrName>ppt_x</p:attrName>
                                        </p:attrNameLst>
                                      </p:cBhvr>
                                      <p:tavLst>
                                        <p:tav tm="0">
                                          <p:val>
                                            <p:strVal val="#ppt_x-#ppt_w/2"/>
                                          </p:val>
                                        </p:tav>
                                        <p:tav tm="100000">
                                          <p:val>
                                            <p:strVal val="#ppt_x"/>
                                          </p:val>
                                        </p:tav>
                                      </p:tavLst>
                                    </p:anim>
                                    <p:anim calcmode="lin" valueType="num">
                                      <p:cBhvr>
                                        <p:cTn id="297" dur="500" fill="hold"/>
                                        <p:tgtEl>
                                          <p:spTgt spid="18548"/>
                                        </p:tgtEl>
                                        <p:attrNameLst>
                                          <p:attrName>ppt_y</p:attrName>
                                        </p:attrNameLst>
                                      </p:cBhvr>
                                      <p:tavLst>
                                        <p:tav tm="0">
                                          <p:val>
                                            <p:strVal val="#ppt_y"/>
                                          </p:val>
                                        </p:tav>
                                        <p:tav tm="100000">
                                          <p:val>
                                            <p:strVal val="#ppt_y"/>
                                          </p:val>
                                        </p:tav>
                                      </p:tavLst>
                                    </p:anim>
                                    <p:anim calcmode="lin" valueType="num">
                                      <p:cBhvr>
                                        <p:cTn id="298" dur="500" fill="hold"/>
                                        <p:tgtEl>
                                          <p:spTgt spid="18548"/>
                                        </p:tgtEl>
                                        <p:attrNameLst>
                                          <p:attrName>ppt_w</p:attrName>
                                        </p:attrNameLst>
                                      </p:cBhvr>
                                      <p:tavLst>
                                        <p:tav tm="0">
                                          <p:val>
                                            <p:fltVal val="0"/>
                                          </p:val>
                                        </p:tav>
                                        <p:tav tm="100000">
                                          <p:val>
                                            <p:strVal val="#ppt_w"/>
                                          </p:val>
                                        </p:tav>
                                      </p:tavLst>
                                    </p:anim>
                                    <p:anim calcmode="lin" valueType="num">
                                      <p:cBhvr>
                                        <p:cTn id="299" dur="500" fill="hold"/>
                                        <p:tgtEl>
                                          <p:spTgt spid="18548"/>
                                        </p:tgtEl>
                                        <p:attrNameLst>
                                          <p:attrName>ppt_h</p:attrName>
                                        </p:attrNameLst>
                                      </p:cBhvr>
                                      <p:tavLst>
                                        <p:tav tm="0">
                                          <p:val>
                                            <p:strVal val="#ppt_h"/>
                                          </p:val>
                                        </p:tav>
                                        <p:tav tm="100000">
                                          <p:val>
                                            <p:strVal val="#ppt_h"/>
                                          </p:val>
                                        </p:tav>
                                      </p:tavLst>
                                    </p:anim>
                                  </p:childTnLst>
                                </p:cTn>
                              </p:par>
                            </p:childTnLst>
                          </p:cTn>
                        </p:par>
                      </p:childTnLst>
                    </p:cTn>
                  </p:par>
                  <p:par>
                    <p:cTn id="300" fill="hold" nodeType="clickPar">
                      <p:stCondLst>
                        <p:cond delay="indefinite"/>
                      </p:stCondLst>
                      <p:childTnLst>
                        <p:par>
                          <p:cTn id="301" fill="hold" nodeType="withGroup">
                            <p:stCondLst>
                              <p:cond delay="0"/>
                            </p:stCondLst>
                            <p:childTnLst>
                              <p:par>
                                <p:cTn id="302" presetID="2" presetClass="entr" presetSubtype="1" fill="hold" grpId="0" nodeType="clickEffect">
                                  <p:stCondLst>
                                    <p:cond delay="0"/>
                                  </p:stCondLst>
                                  <p:childTnLst>
                                    <p:set>
                                      <p:cBhvr>
                                        <p:cTn id="303" dur="1" fill="hold">
                                          <p:stCondLst>
                                            <p:cond delay="0"/>
                                          </p:stCondLst>
                                        </p:cTn>
                                        <p:tgtEl>
                                          <p:spTgt spid="18562"/>
                                        </p:tgtEl>
                                        <p:attrNameLst>
                                          <p:attrName>style.visibility</p:attrName>
                                        </p:attrNameLst>
                                      </p:cBhvr>
                                      <p:to>
                                        <p:strVal val="visible"/>
                                      </p:to>
                                    </p:set>
                                    <p:anim calcmode="lin" valueType="num">
                                      <p:cBhvr additive="base">
                                        <p:cTn id="304" dur="500" fill="hold"/>
                                        <p:tgtEl>
                                          <p:spTgt spid="18562"/>
                                        </p:tgtEl>
                                        <p:attrNameLst>
                                          <p:attrName>ppt_x</p:attrName>
                                        </p:attrNameLst>
                                      </p:cBhvr>
                                      <p:tavLst>
                                        <p:tav tm="0">
                                          <p:val>
                                            <p:strVal val="#ppt_x"/>
                                          </p:val>
                                        </p:tav>
                                        <p:tav tm="100000">
                                          <p:val>
                                            <p:strVal val="#ppt_x"/>
                                          </p:val>
                                        </p:tav>
                                      </p:tavLst>
                                    </p:anim>
                                    <p:anim calcmode="lin" valueType="num">
                                      <p:cBhvr additive="base">
                                        <p:cTn id="305" dur="500" fill="hold"/>
                                        <p:tgtEl>
                                          <p:spTgt spid="18562"/>
                                        </p:tgtEl>
                                        <p:attrNameLst>
                                          <p:attrName>ppt_y</p:attrName>
                                        </p:attrNameLst>
                                      </p:cBhvr>
                                      <p:tavLst>
                                        <p:tav tm="0">
                                          <p:val>
                                            <p:strVal val="0-#ppt_h/2"/>
                                          </p:val>
                                        </p:tav>
                                        <p:tav tm="100000">
                                          <p:val>
                                            <p:strVal val="#ppt_y"/>
                                          </p:val>
                                        </p:tav>
                                      </p:tavLst>
                                    </p:anim>
                                  </p:childTnLst>
                                </p:cTn>
                              </p:par>
                            </p:childTnLst>
                          </p:cTn>
                        </p:par>
                      </p:childTnLst>
                    </p:cTn>
                  </p:par>
                  <p:par>
                    <p:cTn id="306" fill="hold" nodeType="clickPar">
                      <p:stCondLst>
                        <p:cond delay="indefinite"/>
                      </p:stCondLst>
                      <p:childTnLst>
                        <p:par>
                          <p:cTn id="307" fill="hold" nodeType="withGroup">
                            <p:stCondLst>
                              <p:cond delay="0"/>
                            </p:stCondLst>
                            <p:childTnLst>
                              <p:par>
                                <p:cTn id="308" presetID="17" presetClass="entr" presetSubtype="10" fill="hold" grpId="0" nodeType="clickEffect">
                                  <p:stCondLst>
                                    <p:cond delay="0"/>
                                  </p:stCondLst>
                                  <p:childTnLst>
                                    <p:set>
                                      <p:cBhvr>
                                        <p:cTn id="309" dur="1" fill="hold">
                                          <p:stCondLst>
                                            <p:cond delay="0"/>
                                          </p:stCondLst>
                                        </p:cTn>
                                        <p:tgtEl>
                                          <p:spTgt spid="18554"/>
                                        </p:tgtEl>
                                        <p:attrNameLst>
                                          <p:attrName>style.visibility</p:attrName>
                                        </p:attrNameLst>
                                      </p:cBhvr>
                                      <p:to>
                                        <p:strVal val="visible"/>
                                      </p:to>
                                    </p:set>
                                    <p:anim calcmode="lin" valueType="num">
                                      <p:cBhvr>
                                        <p:cTn id="310" dur="500" fill="hold"/>
                                        <p:tgtEl>
                                          <p:spTgt spid="18554"/>
                                        </p:tgtEl>
                                        <p:attrNameLst>
                                          <p:attrName>ppt_w</p:attrName>
                                        </p:attrNameLst>
                                      </p:cBhvr>
                                      <p:tavLst>
                                        <p:tav tm="0">
                                          <p:val>
                                            <p:fltVal val="0"/>
                                          </p:val>
                                        </p:tav>
                                        <p:tav tm="100000">
                                          <p:val>
                                            <p:strVal val="#ppt_w"/>
                                          </p:val>
                                        </p:tav>
                                      </p:tavLst>
                                    </p:anim>
                                    <p:anim calcmode="lin" valueType="num">
                                      <p:cBhvr>
                                        <p:cTn id="311" dur="500" fill="hold"/>
                                        <p:tgtEl>
                                          <p:spTgt spid="18554"/>
                                        </p:tgtEl>
                                        <p:attrNameLst>
                                          <p:attrName>ppt_h</p:attrName>
                                        </p:attrNameLst>
                                      </p:cBhvr>
                                      <p:tavLst>
                                        <p:tav tm="0">
                                          <p:val>
                                            <p:strVal val="#ppt_h"/>
                                          </p:val>
                                        </p:tav>
                                        <p:tav tm="100000">
                                          <p:val>
                                            <p:strVal val="#ppt_h"/>
                                          </p:val>
                                        </p:tav>
                                      </p:tavLst>
                                    </p:anim>
                                  </p:childTnLst>
                                </p:cTn>
                              </p:par>
                            </p:childTnLst>
                          </p:cTn>
                        </p:par>
                      </p:childTnLst>
                    </p:cTn>
                  </p:par>
                  <p:par>
                    <p:cTn id="312" fill="hold" nodeType="clickPar">
                      <p:stCondLst>
                        <p:cond delay="indefinite"/>
                      </p:stCondLst>
                      <p:childTnLst>
                        <p:par>
                          <p:cTn id="313" fill="hold" nodeType="withGroup">
                            <p:stCondLst>
                              <p:cond delay="0"/>
                            </p:stCondLst>
                            <p:childTnLst>
                              <p:par>
                                <p:cTn id="314" presetID="17" presetClass="entr" presetSubtype="10" fill="hold" grpId="0" nodeType="clickEffect">
                                  <p:stCondLst>
                                    <p:cond delay="0"/>
                                  </p:stCondLst>
                                  <p:childTnLst>
                                    <p:set>
                                      <p:cBhvr>
                                        <p:cTn id="315" dur="1" fill="hold">
                                          <p:stCondLst>
                                            <p:cond delay="0"/>
                                          </p:stCondLst>
                                        </p:cTn>
                                        <p:tgtEl>
                                          <p:spTgt spid="18556"/>
                                        </p:tgtEl>
                                        <p:attrNameLst>
                                          <p:attrName>style.visibility</p:attrName>
                                        </p:attrNameLst>
                                      </p:cBhvr>
                                      <p:to>
                                        <p:strVal val="visible"/>
                                      </p:to>
                                    </p:set>
                                    <p:anim calcmode="lin" valueType="num">
                                      <p:cBhvr>
                                        <p:cTn id="316" dur="500" fill="hold"/>
                                        <p:tgtEl>
                                          <p:spTgt spid="18556"/>
                                        </p:tgtEl>
                                        <p:attrNameLst>
                                          <p:attrName>ppt_w</p:attrName>
                                        </p:attrNameLst>
                                      </p:cBhvr>
                                      <p:tavLst>
                                        <p:tav tm="0">
                                          <p:val>
                                            <p:fltVal val="0"/>
                                          </p:val>
                                        </p:tav>
                                        <p:tav tm="100000">
                                          <p:val>
                                            <p:strVal val="#ppt_w"/>
                                          </p:val>
                                        </p:tav>
                                      </p:tavLst>
                                    </p:anim>
                                    <p:anim calcmode="lin" valueType="num">
                                      <p:cBhvr>
                                        <p:cTn id="317" dur="500" fill="hold"/>
                                        <p:tgtEl>
                                          <p:spTgt spid="18556"/>
                                        </p:tgtEl>
                                        <p:attrNameLst>
                                          <p:attrName>ppt_h</p:attrName>
                                        </p:attrNameLst>
                                      </p:cBhvr>
                                      <p:tavLst>
                                        <p:tav tm="0">
                                          <p:val>
                                            <p:strVal val="#ppt_h"/>
                                          </p:val>
                                        </p:tav>
                                        <p:tav tm="100000">
                                          <p:val>
                                            <p:strVal val="#ppt_h"/>
                                          </p:val>
                                        </p:tav>
                                      </p:tavLst>
                                    </p:anim>
                                  </p:childTnLst>
                                </p:cTn>
                              </p:par>
                            </p:childTnLst>
                          </p:cTn>
                        </p:par>
                      </p:childTnLst>
                    </p:cTn>
                  </p:par>
                  <p:par>
                    <p:cTn id="318" fill="hold" nodeType="clickPar">
                      <p:stCondLst>
                        <p:cond delay="indefinite"/>
                      </p:stCondLst>
                      <p:childTnLst>
                        <p:par>
                          <p:cTn id="319" fill="hold" nodeType="withGroup">
                            <p:stCondLst>
                              <p:cond delay="0"/>
                            </p:stCondLst>
                            <p:childTnLst>
                              <p:par>
                                <p:cTn id="320" presetID="17" presetClass="entr" presetSubtype="10" fill="hold" grpId="0" nodeType="clickEffect">
                                  <p:stCondLst>
                                    <p:cond delay="0"/>
                                  </p:stCondLst>
                                  <p:childTnLst>
                                    <p:set>
                                      <p:cBhvr>
                                        <p:cTn id="321" dur="1" fill="hold">
                                          <p:stCondLst>
                                            <p:cond delay="0"/>
                                          </p:stCondLst>
                                        </p:cTn>
                                        <p:tgtEl>
                                          <p:spTgt spid="18555"/>
                                        </p:tgtEl>
                                        <p:attrNameLst>
                                          <p:attrName>style.visibility</p:attrName>
                                        </p:attrNameLst>
                                      </p:cBhvr>
                                      <p:to>
                                        <p:strVal val="visible"/>
                                      </p:to>
                                    </p:set>
                                    <p:anim calcmode="lin" valueType="num">
                                      <p:cBhvr>
                                        <p:cTn id="322" dur="500" fill="hold"/>
                                        <p:tgtEl>
                                          <p:spTgt spid="18555"/>
                                        </p:tgtEl>
                                        <p:attrNameLst>
                                          <p:attrName>ppt_w</p:attrName>
                                        </p:attrNameLst>
                                      </p:cBhvr>
                                      <p:tavLst>
                                        <p:tav tm="0">
                                          <p:val>
                                            <p:fltVal val="0"/>
                                          </p:val>
                                        </p:tav>
                                        <p:tav tm="100000">
                                          <p:val>
                                            <p:strVal val="#ppt_w"/>
                                          </p:val>
                                        </p:tav>
                                      </p:tavLst>
                                    </p:anim>
                                    <p:anim calcmode="lin" valueType="num">
                                      <p:cBhvr>
                                        <p:cTn id="323" dur="500" fill="hold"/>
                                        <p:tgtEl>
                                          <p:spTgt spid="18555"/>
                                        </p:tgtEl>
                                        <p:attrNameLst>
                                          <p:attrName>ppt_h</p:attrName>
                                        </p:attrNameLst>
                                      </p:cBhvr>
                                      <p:tavLst>
                                        <p:tav tm="0">
                                          <p:val>
                                            <p:strVal val="#ppt_h"/>
                                          </p:val>
                                        </p:tav>
                                        <p:tav tm="100000">
                                          <p:val>
                                            <p:strVal val="#ppt_h"/>
                                          </p:val>
                                        </p:tav>
                                      </p:tavLst>
                                    </p:anim>
                                  </p:childTnLst>
                                </p:cTn>
                              </p:par>
                            </p:childTnLst>
                          </p:cTn>
                        </p:par>
                      </p:childTnLst>
                    </p:cTn>
                  </p:par>
                  <p:par>
                    <p:cTn id="324" fill="hold" nodeType="clickPar">
                      <p:stCondLst>
                        <p:cond delay="indefinite"/>
                      </p:stCondLst>
                      <p:childTnLst>
                        <p:par>
                          <p:cTn id="325" fill="hold" nodeType="withGroup">
                            <p:stCondLst>
                              <p:cond delay="0"/>
                            </p:stCondLst>
                            <p:childTnLst>
                              <p:par>
                                <p:cTn id="326" presetID="17" presetClass="entr" presetSubtype="10" fill="hold" grpId="0" nodeType="clickEffect">
                                  <p:stCondLst>
                                    <p:cond delay="0"/>
                                  </p:stCondLst>
                                  <p:childTnLst>
                                    <p:set>
                                      <p:cBhvr>
                                        <p:cTn id="327" dur="1" fill="hold">
                                          <p:stCondLst>
                                            <p:cond delay="0"/>
                                          </p:stCondLst>
                                        </p:cTn>
                                        <p:tgtEl>
                                          <p:spTgt spid="18557"/>
                                        </p:tgtEl>
                                        <p:attrNameLst>
                                          <p:attrName>style.visibility</p:attrName>
                                        </p:attrNameLst>
                                      </p:cBhvr>
                                      <p:to>
                                        <p:strVal val="visible"/>
                                      </p:to>
                                    </p:set>
                                    <p:anim calcmode="lin" valueType="num">
                                      <p:cBhvr>
                                        <p:cTn id="328" dur="500" fill="hold"/>
                                        <p:tgtEl>
                                          <p:spTgt spid="18557"/>
                                        </p:tgtEl>
                                        <p:attrNameLst>
                                          <p:attrName>ppt_w</p:attrName>
                                        </p:attrNameLst>
                                      </p:cBhvr>
                                      <p:tavLst>
                                        <p:tav tm="0">
                                          <p:val>
                                            <p:fltVal val="0"/>
                                          </p:val>
                                        </p:tav>
                                        <p:tav tm="100000">
                                          <p:val>
                                            <p:strVal val="#ppt_w"/>
                                          </p:val>
                                        </p:tav>
                                      </p:tavLst>
                                    </p:anim>
                                    <p:anim calcmode="lin" valueType="num">
                                      <p:cBhvr>
                                        <p:cTn id="329" dur="500" fill="hold"/>
                                        <p:tgtEl>
                                          <p:spTgt spid="18557"/>
                                        </p:tgtEl>
                                        <p:attrNameLst>
                                          <p:attrName>ppt_h</p:attrName>
                                        </p:attrNameLst>
                                      </p:cBhvr>
                                      <p:tavLst>
                                        <p:tav tm="0">
                                          <p:val>
                                            <p:strVal val="#ppt_h"/>
                                          </p:val>
                                        </p:tav>
                                        <p:tav tm="100000">
                                          <p:val>
                                            <p:strVal val="#ppt_h"/>
                                          </p:val>
                                        </p:tav>
                                      </p:tavLst>
                                    </p:anim>
                                  </p:childTnLst>
                                </p:cTn>
                              </p:par>
                            </p:childTnLst>
                          </p:cTn>
                        </p:par>
                      </p:childTnLst>
                    </p:cTn>
                  </p:par>
                  <p:par>
                    <p:cTn id="330" fill="hold" nodeType="clickPar">
                      <p:stCondLst>
                        <p:cond delay="indefinite"/>
                      </p:stCondLst>
                      <p:childTnLst>
                        <p:par>
                          <p:cTn id="331" fill="hold" nodeType="withGroup">
                            <p:stCondLst>
                              <p:cond delay="0"/>
                            </p:stCondLst>
                            <p:childTnLst>
                              <p:par>
                                <p:cTn id="332" presetID="1" presetClass="entr" presetSubtype="0" fill="hold" nodeType="clickEffect">
                                  <p:stCondLst>
                                    <p:cond delay="0"/>
                                  </p:stCondLst>
                                  <p:childTnLst>
                                    <p:set>
                                      <p:cBhvr>
                                        <p:cTn id="333" dur="1" fill="hold">
                                          <p:stCondLst>
                                            <p:cond delay="499"/>
                                          </p:stCondLst>
                                        </p:cTn>
                                        <p:tgtEl>
                                          <p:spTgt spid="18566"/>
                                        </p:tgtEl>
                                        <p:attrNameLst>
                                          <p:attrName>style.visibility</p:attrName>
                                        </p:attrNameLst>
                                      </p:cBhvr>
                                      <p:to>
                                        <p:strVal val="visible"/>
                                      </p:to>
                                    </p:set>
                                  </p:childTnLst>
                                </p:cTn>
                              </p:par>
                            </p:childTnLst>
                          </p:cTn>
                        </p:par>
                      </p:childTnLst>
                    </p:cTn>
                  </p:par>
                  <p:par>
                    <p:cTn id="334" fill="hold" nodeType="clickPar">
                      <p:stCondLst>
                        <p:cond delay="indefinite"/>
                      </p:stCondLst>
                      <p:childTnLst>
                        <p:par>
                          <p:cTn id="335" fill="hold" nodeType="withGroup">
                            <p:stCondLst>
                              <p:cond delay="0"/>
                            </p:stCondLst>
                            <p:childTnLst>
                              <p:par>
                                <p:cTn id="336" presetID="17" presetClass="entr" presetSubtype="10" fill="hold" grpId="0" nodeType="clickEffect">
                                  <p:stCondLst>
                                    <p:cond delay="0"/>
                                  </p:stCondLst>
                                  <p:childTnLst>
                                    <p:set>
                                      <p:cBhvr>
                                        <p:cTn id="337" dur="1" fill="hold">
                                          <p:stCondLst>
                                            <p:cond delay="0"/>
                                          </p:stCondLst>
                                        </p:cTn>
                                        <p:tgtEl>
                                          <p:spTgt spid="18558"/>
                                        </p:tgtEl>
                                        <p:attrNameLst>
                                          <p:attrName>style.visibility</p:attrName>
                                        </p:attrNameLst>
                                      </p:cBhvr>
                                      <p:to>
                                        <p:strVal val="visible"/>
                                      </p:to>
                                    </p:set>
                                    <p:anim calcmode="lin" valueType="num">
                                      <p:cBhvr>
                                        <p:cTn id="338" dur="500" fill="hold"/>
                                        <p:tgtEl>
                                          <p:spTgt spid="18558"/>
                                        </p:tgtEl>
                                        <p:attrNameLst>
                                          <p:attrName>ppt_w</p:attrName>
                                        </p:attrNameLst>
                                      </p:cBhvr>
                                      <p:tavLst>
                                        <p:tav tm="0">
                                          <p:val>
                                            <p:fltVal val="0"/>
                                          </p:val>
                                        </p:tav>
                                        <p:tav tm="100000">
                                          <p:val>
                                            <p:strVal val="#ppt_w"/>
                                          </p:val>
                                        </p:tav>
                                      </p:tavLst>
                                    </p:anim>
                                    <p:anim calcmode="lin" valueType="num">
                                      <p:cBhvr>
                                        <p:cTn id="339" dur="500" fill="hold"/>
                                        <p:tgtEl>
                                          <p:spTgt spid="18558"/>
                                        </p:tgtEl>
                                        <p:attrNameLst>
                                          <p:attrName>ppt_h</p:attrName>
                                        </p:attrNameLst>
                                      </p:cBhvr>
                                      <p:tavLst>
                                        <p:tav tm="0">
                                          <p:val>
                                            <p:strVal val="#ppt_h"/>
                                          </p:val>
                                        </p:tav>
                                        <p:tav tm="100000">
                                          <p:val>
                                            <p:strVal val="#ppt_h"/>
                                          </p:val>
                                        </p:tav>
                                      </p:tavLst>
                                    </p:anim>
                                  </p:childTnLst>
                                </p:cTn>
                              </p:par>
                            </p:childTnLst>
                          </p:cTn>
                        </p:par>
                      </p:childTnLst>
                    </p:cTn>
                  </p:par>
                  <p:par>
                    <p:cTn id="340" fill="hold" nodeType="clickPar">
                      <p:stCondLst>
                        <p:cond delay="indefinite"/>
                      </p:stCondLst>
                      <p:childTnLst>
                        <p:par>
                          <p:cTn id="341" fill="hold" nodeType="withGroup">
                            <p:stCondLst>
                              <p:cond delay="0"/>
                            </p:stCondLst>
                            <p:childTnLst>
                              <p:par>
                                <p:cTn id="342" presetID="2" presetClass="entr" presetSubtype="8" fill="hold" grpId="0" nodeType="clickEffect">
                                  <p:stCondLst>
                                    <p:cond delay="0"/>
                                  </p:stCondLst>
                                  <p:childTnLst>
                                    <p:set>
                                      <p:cBhvr>
                                        <p:cTn id="343" dur="1" fill="hold">
                                          <p:stCondLst>
                                            <p:cond delay="0"/>
                                          </p:stCondLst>
                                        </p:cTn>
                                        <p:tgtEl>
                                          <p:spTgt spid="18559"/>
                                        </p:tgtEl>
                                        <p:attrNameLst>
                                          <p:attrName>style.visibility</p:attrName>
                                        </p:attrNameLst>
                                      </p:cBhvr>
                                      <p:to>
                                        <p:strVal val="visible"/>
                                      </p:to>
                                    </p:set>
                                    <p:anim calcmode="lin" valueType="num">
                                      <p:cBhvr additive="base">
                                        <p:cTn id="344" dur="500" fill="hold"/>
                                        <p:tgtEl>
                                          <p:spTgt spid="18559"/>
                                        </p:tgtEl>
                                        <p:attrNameLst>
                                          <p:attrName>ppt_x</p:attrName>
                                        </p:attrNameLst>
                                      </p:cBhvr>
                                      <p:tavLst>
                                        <p:tav tm="0">
                                          <p:val>
                                            <p:strVal val="0-#ppt_w/2"/>
                                          </p:val>
                                        </p:tav>
                                        <p:tav tm="100000">
                                          <p:val>
                                            <p:strVal val="#ppt_x"/>
                                          </p:val>
                                        </p:tav>
                                      </p:tavLst>
                                    </p:anim>
                                    <p:anim calcmode="lin" valueType="num">
                                      <p:cBhvr additive="base">
                                        <p:cTn id="345" dur="500" fill="hold"/>
                                        <p:tgtEl>
                                          <p:spTgt spid="18559"/>
                                        </p:tgtEl>
                                        <p:attrNameLst>
                                          <p:attrName>ppt_y</p:attrName>
                                        </p:attrNameLst>
                                      </p:cBhvr>
                                      <p:tavLst>
                                        <p:tav tm="0">
                                          <p:val>
                                            <p:strVal val="#ppt_y"/>
                                          </p:val>
                                        </p:tav>
                                        <p:tav tm="100000">
                                          <p:val>
                                            <p:strVal val="#ppt_y"/>
                                          </p:val>
                                        </p:tav>
                                      </p:tavLst>
                                    </p:anim>
                                  </p:childTnLst>
                                </p:cTn>
                              </p:par>
                            </p:childTnLst>
                          </p:cTn>
                        </p:par>
                      </p:childTnLst>
                    </p:cTn>
                  </p:par>
                  <p:par>
                    <p:cTn id="346" fill="hold" nodeType="clickPar">
                      <p:stCondLst>
                        <p:cond delay="indefinite"/>
                      </p:stCondLst>
                      <p:childTnLst>
                        <p:par>
                          <p:cTn id="347" fill="hold" nodeType="withGroup">
                            <p:stCondLst>
                              <p:cond delay="0"/>
                            </p:stCondLst>
                            <p:childTnLst>
                              <p:par>
                                <p:cTn id="348" presetID="2" presetClass="entr" presetSubtype="8" fill="hold" grpId="0" nodeType="clickEffect">
                                  <p:stCondLst>
                                    <p:cond delay="0"/>
                                  </p:stCondLst>
                                  <p:childTnLst>
                                    <p:set>
                                      <p:cBhvr>
                                        <p:cTn id="349" dur="1" fill="hold">
                                          <p:stCondLst>
                                            <p:cond delay="0"/>
                                          </p:stCondLst>
                                        </p:cTn>
                                        <p:tgtEl>
                                          <p:spTgt spid="18560"/>
                                        </p:tgtEl>
                                        <p:attrNameLst>
                                          <p:attrName>style.visibility</p:attrName>
                                        </p:attrNameLst>
                                      </p:cBhvr>
                                      <p:to>
                                        <p:strVal val="visible"/>
                                      </p:to>
                                    </p:set>
                                    <p:anim calcmode="lin" valueType="num">
                                      <p:cBhvr additive="base">
                                        <p:cTn id="350" dur="500" fill="hold"/>
                                        <p:tgtEl>
                                          <p:spTgt spid="18560"/>
                                        </p:tgtEl>
                                        <p:attrNameLst>
                                          <p:attrName>ppt_x</p:attrName>
                                        </p:attrNameLst>
                                      </p:cBhvr>
                                      <p:tavLst>
                                        <p:tav tm="0">
                                          <p:val>
                                            <p:strVal val="0-#ppt_w/2"/>
                                          </p:val>
                                        </p:tav>
                                        <p:tav tm="100000">
                                          <p:val>
                                            <p:strVal val="#ppt_x"/>
                                          </p:val>
                                        </p:tav>
                                      </p:tavLst>
                                    </p:anim>
                                    <p:anim calcmode="lin" valueType="num">
                                      <p:cBhvr additive="base">
                                        <p:cTn id="351" dur="500" fill="hold"/>
                                        <p:tgtEl>
                                          <p:spTgt spid="18560"/>
                                        </p:tgtEl>
                                        <p:attrNameLst>
                                          <p:attrName>ppt_y</p:attrName>
                                        </p:attrNameLst>
                                      </p:cBhvr>
                                      <p:tavLst>
                                        <p:tav tm="0">
                                          <p:val>
                                            <p:strVal val="#ppt_y"/>
                                          </p:val>
                                        </p:tav>
                                        <p:tav tm="100000">
                                          <p:val>
                                            <p:strVal val="#ppt_y"/>
                                          </p:val>
                                        </p:tav>
                                      </p:tavLst>
                                    </p:anim>
                                  </p:childTnLst>
                                </p:cTn>
                              </p:par>
                            </p:childTnLst>
                          </p:cTn>
                        </p:par>
                      </p:childTnLst>
                    </p:cTn>
                  </p:par>
                  <p:par>
                    <p:cTn id="352" fill="hold" nodeType="clickPar">
                      <p:stCondLst>
                        <p:cond delay="indefinite"/>
                      </p:stCondLst>
                      <p:childTnLst>
                        <p:par>
                          <p:cTn id="353" fill="hold" nodeType="withGroup">
                            <p:stCondLst>
                              <p:cond delay="0"/>
                            </p:stCondLst>
                            <p:childTnLst>
                              <p:par>
                                <p:cTn id="354" presetID="1" presetClass="entr" presetSubtype="0" fill="hold" grpId="0" nodeType="clickEffect">
                                  <p:stCondLst>
                                    <p:cond delay="0"/>
                                  </p:stCondLst>
                                  <p:childTnLst>
                                    <p:set>
                                      <p:cBhvr>
                                        <p:cTn id="355" dur="1" fill="hold">
                                          <p:stCondLst>
                                            <p:cond delay="499"/>
                                          </p:stCondLst>
                                        </p:cTn>
                                        <p:tgtEl>
                                          <p:spTgt spid="18561"/>
                                        </p:tgtEl>
                                        <p:attrNameLst>
                                          <p:attrName>style.visibility</p:attrName>
                                        </p:attrNameLst>
                                      </p:cBhvr>
                                      <p:to>
                                        <p:strVal val="visible"/>
                                      </p:to>
                                    </p:set>
                                  </p:childTnLst>
                                </p:cTn>
                              </p:par>
                            </p:childTnLst>
                          </p:cTn>
                        </p:par>
                      </p:childTnLst>
                    </p:cTn>
                  </p:par>
                  <p:par>
                    <p:cTn id="356" fill="hold" nodeType="clickPar">
                      <p:stCondLst>
                        <p:cond delay="indefinite"/>
                      </p:stCondLst>
                      <p:childTnLst>
                        <p:par>
                          <p:cTn id="357" fill="hold" nodeType="withGroup">
                            <p:stCondLst>
                              <p:cond delay="0"/>
                            </p:stCondLst>
                            <p:childTnLst>
                              <p:par>
                                <p:cTn id="358" presetID="1" presetClass="entr" presetSubtype="0" fill="hold" nodeType="clickEffect">
                                  <p:stCondLst>
                                    <p:cond delay="0"/>
                                  </p:stCondLst>
                                  <p:childTnLst>
                                    <p:set>
                                      <p:cBhvr>
                                        <p:cTn id="359" dur="1" fill="hold">
                                          <p:stCondLst>
                                            <p:cond delay="499"/>
                                          </p:stCondLst>
                                        </p:cTn>
                                        <p:tgtEl>
                                          <p:spTgt spid="18571"/>
                                        </p:tgtEl>
                                        <p:attrNameLst>
                                          <p:attrName>style.visibility</p:attrName>
                                        </p:attrNameLst>
                                      </p:cBhvr>
                                      <p:to>
                                        <p:strVal val="visible"/>
                                      </p:to>
                                    </p:set>
                                  </p:childTnLst>
                                </p:cTn>
                              </p:par>
                            </p:childTnLst>
                          </p:cTn>
                        </p:par>
                      </p:childTnLst>
                    </p:cTn>
                  </p:par>
                  <p:par>
                    <p:cTn id="360" fill="hold" nodeType="clickPar">
                      <p:stCondLst>
                        <p:cond delay="indefinite"/>
                      </p:stCondLst>
                      <p:childTnLst>
                        <p:par>
                          <p:cTn id="361" fill="hold" nodeType="withGroup">
                            <p:stCondLst>
                              <p:cond delay="0"/>
                            </p:stCondLst>
                            <p:childTnLst>
                              <p:par>
                                <p:cTn id="362" presetID="2" presetClass="entr" presetSubtype="6" fill="hold" grpId="0" nodeType="clickEffect">
                                  <p:stCondLst>
                                    <p:cond delay="0"/>
                                  </p:stCondLst>
                                  <p:childTnLst>
                                    <p:set>
                                      <p:cBhvr>
                                        <p:cTn id="363" dur="1" fill="hold">
                                          <p:stCondLst>
                                            <p:cond delay="0"/>
                                          </p:stCondLst>
                                        </p:cTn>
                                        <p:tgtEl>
                                          <p:spTgt spid="18439"/>
                                        </p:tgtEl>
                                        <p:attrNameLst>
                                          <p:attrName>style.visibility</p:attrName>
                                        </p:attrNameLst>
                                      </p:cBhvr>
                                      <p:to>
                                        <p:strVal val="visible"/>
                                      </p:to>
                                    </p:set>
                                    <p:anim calcmode="lin" valueType="num">
                                      <p:cBhvr additive="base">
                                        <p:cTn id="364" dur="500" fill="hold"/>
                                        <p:tgtEl>
                                          <p:spTgt spid="18439"/>
                                        </p:tgtEl>
                                        <p:attrNameLst>
                                          <p:attrName>ppt_x</p:attrName>
                                        </p:attrNameLst>
                                      </p:cBhvr>
                                      <p:tavLst>
                                        <p:tav tm="0">
                                          <p:val>
                                            <p:strVal val="1+#ppt_w/2"/>
                                          </p:val>
                                        </p:tav>
                                        <p:tav tm="100000">
                                          <p:val>
                                            <p:strVal val="#ppt_x"/>
                                          </p:val>
                                        </p:tav>
                                      </p:tavLst>
                                    </p:anim>
                                    <p:anim calcmode="lin" valueType="num">
                                      <p:cBhvr additive="base">
                                        <p:cTn id="365" dur="500" fill="hold"/>
                                        <p:tgtEl>
                                          <p:spTgt spid="18439"/>
                                        </p:tgtEl>
                                        <p:attrNameLst>
                                          <p:attrName>ppt_y</p:attrName>
                                        </p:attrNameLst>
                                      </p:cBhvr>
                                      <p:tavLst>
                                        <p:tav tm="0">
                                          <p:val>
                                            <p:strVal val="1+#ppt_h/2"/>
                                          </p:val>
                                        </p:tav>
                                        <p:tav tm="100000">
                                          <p:val>
                                            <p:strVal val="#ppt_y"/>
                                          </p:val>
                                        </p:tav>
                                      </p:tavLst>
                                    </p:anim>
                                  </p:childTnLst>
                                </p:cTn>
                              </p:par>
                            </p:childTnLst>
                          </p:cTn>
                        </p:par>
                      </p:childTnLst>
                    </p:cTn>
                  </p:par>
                  <p:par>
                    <p:cTn id="366" fill="hold" nodeType="clickPar">
                      <p:stCondLst>
                        <p:cond delay="indefinite"/>
                      </p:stCondLst>
                      <p:childTnLst>
                        <p:par>
                          <p:cTn id="367" fill="hold" nodeType="withGroup">
                            <p:stCondLst>
                              <p:cond delay="0"/>
                            </p:stCondLst>
                            <p:childTnLst>
                              <p:par>
                                <p:cTn id="368" presetID="18" presetClass="entr" presetSubtype="9" fill="hold" grpId="0" nodeType="clickEffect">
                                  <p:stCondLst>
                                    <p:cond delay="0"/>
                                  </p:stCondLst>
                                  <p:childTnLst>
                                    <p:set>
                                      <p:cBhvr>
                                        <p:cTn id="369" dur="1" fill="hold">
                                          <p:stCondLst>
                                            <p:cond delay="0"/>
                                          </p:stCondLst>
                                        </p:cTn>
                                        <p:tgtEl>
                                          <p:spTgt spid="18565"/>
                                        </p:tgtEl>
                                        <p:attrNameLst>
                                          <p:attrName>style.visibility</p:attrName>
                                        </p:attrNameLst>
                                      </p:cBhvr>
                                      <p:to>
                                        <p:strVal val="visible"/>
                                      </p:to>
                                    </p:set>
                                    <p:animEffect transition="in" filter="strips(upLeft)">
                                      <p:cBhvr>
                                        <p:cTn id="370" dur="500"/>
                                        <p:tgtEl>
                                          <p:spTgt spid="18565"/>
                                        </p:tgtEl>
                                      </p:cBhvr>
                                    </p:animEffect>
                                  </p:childTnLst>
                                </p:cTn>
                              </p:par>
                            </p:childTnLst>
                          </p:cTn>
                        </p:par>
                      </p:childTnLst>
                    </p:cTn>
                  </p:par>
                  <p:par>
                    <p:cTn id="371" fill="hold" nodeType="clickPar">
                      <p:stCondLst>
                        <p:cond delay="indefinite"/>
                      </p:stCondLst>
                      <p:childTnLst>
                        <p:par>
                          <p:cTn id="372" fill="hold" nodeType="withGroup">
                            <p:stCondLst>
                              <p:cond delay="0"/>
                            </p:stCondLst>
                            <p:childTnLst>
                              <p:par>
                                <p:cTn id="373" presetID="18" presetClass="entr" presetSubtype="12" fill="hold" nodeType="clickEffect">
                                  <p:stCondLst>
                                    <p:cond delay="0"/>
                                  </p:stCondLst>
                                  <p:childTnLst>
                                    <p:set>
                                      <p:cBhvr>
                                        <p:cTn id="374" dur="1" fill="hold">
                                          <p:stCondLst>
                                            <p:cond delay="0"/>
                                          </p:stCondLst>
                                        </p:cTn>
                                        <p:tgtEl>
                                          <p:spTgt spid="18436"/>
                                        </p:tgtEl>
                                        <p:attrNameLst>
                                          <p:attrName>style.visibility</p:attrName>
                                        </p:attrNameLst>
                                      </p:cBhvr>
                                      <p:to>
                                        <p:strVal val="visible"/>
                                      </p:to>
                                    </p:set>
                                    <p:animEffect transition="in" filter="strips(downLeft)">
                                      <p:cBhvr>
                                        <p:cTn id="375" dur="500"/>
                                        <p:tgtEl>
                                          <p:spTgt spid="18436"/>
                                        </p:tgtEl>
                                      </p:cBhvr>
                                    </p:animEffect>
                                  </p:childTnLst>
                                </p:cTn>
                              </p:par>
                            </p:childTnLst>
                          </p:cTn>
                        </p:par>
                      </p:childTnLst>
                    </p:cTn>
                  </p:par>
                  <p:par>
                    <p:cTn id="376" fill="hold" nodeType="clickPar">
                      <p:stCondLst>
                        <p:cond delay="indefinite"/>
                      </p:stCondLst>
                      <p:childTnLst>
                        <p:par>
                          <p:cTn id="377" fill="hold" nodeType="withGroup">
                            <p:stCondLst>
                              <p:cond delay="0"/>
                            </p:stCondLst>
                            <p:childTnLst>
                              <p:par>
                                <p:cTn id="378" presetID="18" presetClass="entr" presetSubtype="6" fill="hold" grpId="0" nodeType="clickEffect">
                                  <p:stCondLst>
                                    <p:cond delay="0"/>
                                  </p:stCondLst>
                                  <p:childTnLst>
                                    <p:set>
                                      <p:cBhvr>
                                        <p:cTn id="379" dur="1" fill="hold">
                                          <p:stCondLst>
                                            <p:cond delay="0"/>
                                          </p:stCondLst>
                                        </p:cTn>
                                        <p:tgtEl>
                                          <p:spTgt spid="18564"/>
                                        </p:tgtEl>
                                        <p:attrNameLst>
                                          <p:attrName>style.visibility</p:attrName>
                                        </p:attrNameLst>
                                      </p:cBhvr>
                                      <p:to>
                                        <p:strVal val="visible"/>
                                      </p:to>
                                    </p:set>
                                    <p:animEffect transition="in" filter="strips(downRight)">
                                      <p:cBhvr>
                                        <p:cTn id="380" dur="500"/>
                                        <p:tgtEl>
                                          <p:spTgt spid="18564"/>
                                        </p:tgtEl>
                                      </p:cBhvr>
                                    </p:animEffect>
                                  </p:childTnLst>
                                </p:cTn>
                              </p:par>
                            </p:childTnLst>
                          </p:cTn>
                        </p:par>
                      </p:childTnLst>
                    </p:cTn>
                  </p:par>
                  <p:par>
                    <p:cTn id="381" fill="hold" nodeType="clickPar">
                      <p:stCondLst>
                        <p:cond delay="indefinite"/>
                      </p:stCondLst>
                      <p:childTnLst>
                        <p:par>
                          <p:cTn id="382" fill="hold" nodeType="withGroup">
                            <p:stCondLst>
                              <p:cond delay="0"/>
                            </p:stCondLst>
                            <p:childTnLst>
                              <p:par>
                                <p:cTn id="383" presetID="18" presetClass="entr" presetSubtype="3" fill="hold" grpId="0" nodeType="clickEffect">
                                  <p:stCondLst>
                                    <p:cond delay="0"/>
                                  </p:stCondLst>
                                  <p:childTnLst>
                                    <p:set>
                                      <p:cBhvr>
                                        <p:cTn id="384" dur="1" fill="hold">
                                          <p:stCondLst>
                                            <p:cond delay="0"/>
                                          </p:stCondLst>
                                        </p:cTn>
                                        <p:tgtEl>
                                          <p:spTgt spid="18563"/>
                                        </p:tgtEl>
                                        <p:attrNameLst>
                                          <p:attrName>style.visibility</p:attrName>
                                        </p:attrNameLst>
                                      </p:cBhvr>
                                      <p:to>
                                        <p:strVal val="visible"/>
                                      </p:to>
                                    </p:set>
                                    <p:animEffect transition="in" filter="strips(upRight)">
                                      <p:cBhvr>
                                        <p:cTn id="385" dur="500"/>
                                        <p:tgtEl>
                                          <p:spTgt spid="18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animBg="1"/>
      <p:bldP spid="18447" grpId="0" animBg="1"/>
      <p:bldP spid="18448" grpId="0" autoUpdateAnimBg="0"/>
      <p:bldP spid="18449" grpId="0" autoUpdateAnimBg="0"/>
      <p:bldP spid="18450" grpId="0" animBg="1"/>
      <p:bldP spid="18451" grpId="0" animBg="1"/>
      <p:bldP spid="18452" grpId="0" animBg="1"/>
      <p:bldP spid="18453" grpId="0" animBg="1"/>
      <p:bldP spid="18454" grpId="0" animBg="1"/>
      <p:bldP spid="18455" grpId="0" animBg="1"/>
      <p:bldP spid="18456" grpId="0" animBg="1"/>
      <p:bldP spid="18457" grpId="0" autoUpdateAnimBg="0"/>
      <p:bldP spid="18458" grpId="0" autoUpdateAnimBg="0"/>
      <p:bldP spid="18469" grpId="0" animBg="1"/>
      <p:bldP spid="18470" grpId="0" animBg="1"/>
      <p:bldP spid="18471" grpId="0" autoUpdateAnimBg="0"/>
      <p:bldP spid="18472" grpId="0" animBg="1"/>
      <p:bldP spid="18473" grpId="0" animBg="1"/>
      <p:bldP spid="18474" grpId="0" animBg="1"/>
      <p:bldP spid="18475" grpId="0" animBg="1"/>
      <p:bldP spid="18476" grpId="0" animBg="1"/>
      <p:bldP spid="18477" grpId="0" animBg="1"/>
      <p:bldP spid="18478" grpId="0" animBg="1"/>
      <p:bldP spid="18494" grpId="0" animBg="1"/>
      <p:bldP spid="18495" grpId="0" animBg="1"/>
      <p:bldP spid="18496" grpId="0" animBg="1"/>
      <p:bldP spid="18497" grpId="0" animBg="1"/>
      <p:bldP spid="18503" grpId="0" animBg="1"/>
      <p:bldP spid="18504" grpId="0" animBg="1"/>
      <p:bldP spid="18505" grpId="0" animBg="1"/>
      <p:bldP spid="18537" grpId="0" animBg="1"/>
      <p:bldP spid="18538" grpId="0" autoUpdateAnimBg="0"/>
      <p:bldP spid="18554" grpId="0" animBg="1"/>
      <p:bldP spid="18555" grpId="0" animBg="1"/>
      <p:bldP spid="18556" grpId="0" animBg="1"/>
      <p:bldP spid="18557" grpId="0" animBg="1"/>
      <p:bldP spid="18558" grpId="0" animBg="1"/>
      <p:bldP spid="18559" grpId="0" animBg="1"/>
      <p:bldP spid="18560" grpId="0" animBg="1"/>
      <p:bldP spid="18561" grpId="0" animBg="1"/>
      <p:bldP spid="18562" grpId="0" animBg="1"/>
      <p:bldP spid="18563" grpId="0" animBg="1"/>
      <p:bldP spid="18564" grpId="0" animBg="1"/>
      <p:bldP spid="18565" grpId="0" animBg="1"/>
      <p:bldP spid="18576" grpId="0" autoUpdateAnimBg="0"/>
      <p:bldP spid="1857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1295400" y="5486400"/>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b</a:t>
            </a:r>
          </a:p>
        </p:txBody>
      </p:sp>
      <p:sp>
        <p:nvSpPr>
          <p:cNvPr id="20483" name="Text Box 3"/>
          <p:cNvSpPr txBox="1">
            <a:spLocks noChangeArrowheads="1"/>
          </p:cNvSpPr>
          <p:nvPr/>
        </p:nvSpPr>
        <p:spPr bwMode="auto">
          <a:xfrm>
            <a:off x="3810000" y="5486400"/>
            <a:ext cx="484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b</a:t>
            </a:r>
            <a:r>
              <a:rPr lang="en-US" altLang="en-US" sz="2800" baseline="-25000">
                <a:latin typeface="Times New Roman" panose="02020603050405020304" pitchFamily="18" charset="0"/>
              </a:rPr>
              <a:t>1</a:t>
            </a:r>
          </a:p>
        </p:txBody>
      </p:sp>
      <p:sp>
        <p:nvSpPr>
          <p:cNvPr id="20484" name="Text Box 4"/>
          <p:cNvSpPr txBox="1">
            <a:spLocks noChangeArrowheads="1"/>
          </p:cNvSpPr>
          <p:nvPr/>
        </p:nvSpPr>
        <p:spPr bwMode="auto">
          <a:xfrm>
            <a:off x="212725" y="4081463"/>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X</a:t>
            </a:r>
          </a:p>
        </p:txBody>
      </p:sp>
      <p:sp>
        <p:nvSpPr>
          <p:cNvPr id="20485" name="Line 5"/>
          <p:cNvSpPr>
            <a:spLocks noChangeShapeType="1"/>
          </p:cNvSpPr>
          <p:nvPr/>
        </p:nvSpPr>
        <p:spPr bwMode="auto">
          <a:xfrm>
            <a:off x="300038" y="4475163"/>
            <a:ext cx="66421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486" name="Text Box 6"/>
          <p:cNvSpPr txBox="1">
            <a:spLocks noChangeArrowheads="1"/>
          </p:cNvSpPr>
          <p:nvPr/>
        </p:nvSpPr>
        <p:spPr bwMode="auto">
          <a:xfrm>
            <a:off x="6854825" y="4154488"/>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Y</a:t>
            </a:r>
          </a:p>
        </p:txBody>
      </p:sp>
      <p:sp>
        <p:nvSpPr>
          <p:cNvPr id="20487" name="Rectangle 7"/>
          <p:cNvSpPr>
            <a:spLocks noChangeArrowheads="1"/>
          </p:cNvSpPr>
          <p:nvPr/>
        </p:nvSpPr>
        <p:spPr bwMode="auto">
          <a:xfrm rot="-2705968">
            <a:off x="804863" y="5126038"/>
            <a:ext cx="1227137" cy="12271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488" name="Text Box 8"/>
          <p:cNvSpPr txBox="1">
            <a:spLocks noChangeArrowheads="1"/>
          </p:cNvSpPr>
          <p:nvPr/>
        </p:nvSpPr>
        <p:spPr bwMode="auto">
          <a:xfrm>
            <a:off x="300038" y="5486400"/>
            <a:ext cx="3433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a</a:t>
            </a:r>
          </a:p>
        </p:txBody>
      </p:sp>
      <p:sp>
        <p:nvSpPr>
          <p:cNvPr id="20489" name="Text Box 9"/>
          <p:cNvSpPr txBox="1">
            <a:spLocks noChangeArrowheads="1"/>
          </p:cNvSpPr>
          <p:nvPr/>
        </p:nvSpPr>
        <p:spPr bwMode="auto">
          <a:xfrm>
            <a:off x="1247775" y="4538663"/>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d</a:t>
            </a:r>
          </a:p>
        </p:txBody>
      </p:sp>
      <p:sp>
        <p:nvSpPr>
          <p:cNvPr id="20490" name="Text Box 10"/>
          <p:cNvSpPr txBox="1">
            <a:spLocks noChangeArrowheads="1"/>
          </p:cNvSpPr>
          <p:nvPr/>
        </p:nvSpPr>
        <p:spPr bwMode="auto">
          <a:xfrm>
            <a:off x="2212975" y="5486400"/>
            <a:ext cx="3433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c</a:t>
            </a:r>
          </a:p>
        </p:txBody>
      </p:sp>
      <p:sp>
        <p:nvSpPr>
          <p:cNvPr id="20491" name="Line 11"/>
          <p:cNvSpPr>
            <a:spLocks noChangeShapeType="1"/>
          </p:cNvSpPr>
          <p:nvPr/>
        </p:nvSpPr>
        <p:spPr bwMode="auto">
          <a:xfrm flipV="1">
            <a:off x="542925" y="2743200"/>
            <a:ext cx="0" cy="24542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492" name="Line 12"/>
          <p:cNvSpPr>
            <a:spLocks noChangeShapeType="1"/>
          </p:cNvSpPr>
          <p:nvPr/>
        </p:nvSpPr>
        <p:spPr bwMode="auto">
          <a:xfrm flipV="1">
            <a:off x="2266950" y="2743200"/>
            <a:ext cx="0" cy="24542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493" name="Line 13"/>
          <p:cNvSpPr>
            <a:spLocks noChangeShapeType="1"/>
          </p:cNvSpPr>
          <p:nvPr/>
        </p:nvSpPr>
        <p:spPr bwMode="auto">
          <a:xfrm rot="18894042" flipH="1">
            <a:off x="804863" y="5126038"/>
            <a:ext cx="1227137" cy="122713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494" name="Line 14"/>
          <p:cNvSpPr>
            <a:spLocks noChangeShapeType="1"/>
          </p:cNvSpPr>
          <p:nvPr/>
        </p:nvSpPr>
        <p:spPr bwMode="auto">
          <a:xfrm rot="-2705968">
            <a:off x="804863" y="5126038"/>
            <a:ext cx="1227137" cy="122713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495" name="Line 15"/>
          <p:cNvSpPr>
            <a:spLocks noChangeShapeType="1"/>
          </p:cNvSpPr>
          <p:nvPr/>
        </p:nvSpPr>
        <p:spPr bwMode="auto">
          <a:xfrm>
            <a:off x="515938" y="2743200"/>
            <a:ext cx="17335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496" name="Line 16"/>
          <p:cNvSpPr>
            <a:spLocks noChangeShapeType="1"/>
          </p:cNvSpPr>
          <p:nvPr/>
        </p:nvSpPr>
        <p:spPr bwMode="auto">
          <a:xfrm rot="-645529">
            <a:off x="717550" y="2665413"/>
            <a:ext cx="577850" cy="1876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497" name="Line 17"/>
          <p:cNvSpPr>
            <a:spLocks noChangeShapeType="1"/>
          </p:cNvSpPr>
          <p:nvPr/>
        </p:nvSpPr>
        <p:spPr bwMode="auto">
          <a:xfrm flipH="1">
            <a:off x="1455738" y="2743200"/>
            <a:ext cx="793750" cy="1731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498" name="Line 18"/>
          <p:cNvSpPr>
            <a:spLocks noChangeShapeType="1"/>
          </p:cNvSpPr>
          <p:nvPr/>
        </p:nvSpPr>
        <p:spPr bwMode="auto">
          <a:xfrm>
            <a:off x="1447800" y="2743200"/>
            <a:ext cx="0" cy="17319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499" name="Text Box 19"/>
          <p:cNvSpPr txBox="1">
            <a:spLocks noChangeArrowheads="1"/>
          </p:cNvSpPr>
          <p:nvPr/>
        </p:nvSpPr>
        <p:spPr bwMode="auto">
          <a:xfrm>
            <a:off x="1365250" y="5576888"/>
            <a:ext cx="3642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o</a:t>
            </a:r>
          </a:p>
        </p:txBody>
      </p:sp>
      <p:sp>
        <p:nvSpPr>
          <p:cNvPr id="20500" name="Text Box 20"/>
          <p:cNvSpPr txBox="1">
            <a:spLocks noChangeArrowheads="1"/>
          </p:cNvSpPr>
          <p:nvPr/>
        </p:nvSpPr>
        <p:spPr bwMode="auto">
          <a:xfrm>
            <a:off x="1382713" y="2381250"/>
            <a:ext cx="484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d’</a:t>
            </a:r>
          </a:p>
        </p:txBody>
      </p:sp>
      <p:sp>
        <p:nvSpPr>
          <p:cNvPr id="20501" name="Text Box 21"/>
          <p:cNvSpPr txBox="1">
            <a:spLocks noChangeArrowheads="1"/>
          </p:cNvSpPr>
          <p:nvPr/>
        </p:nvSpPr>
        <p:spPr bwMode="auto">
          <a:xfrm>
            <a:off x="2105025" y="2381250"/>
            <a:ext cx="4635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c’</a:t>
            </a:r>
          </a:p>
        </p:txBody>
      </p:sp>
      <p:sp>
        <p:nvSpPr>
          <p:cNvPr id="20502" name="Text Box 22"/>
          <p:cNvSpPr txBox="1">
            <a:spLocks noChangeArrowheads="1"/>
          </p:cNvSpPr>
          <p:nvPr/>
        </p:nvSpPr>
        <p:spPr bwMode="auto">
          <a:xfrm>
            <a:off x="1166813" y="2381250"/>
            <a:ext cx="484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b’</a:t>
            </a:r>
          </a:p>
        </p:txBody>
      </p:sp>
      <p:sp>
        <p:nvSpPr>
          <p:cNvPr id="20503" name="Text Box 23"/>
          <p:cNvSpPr txBox="1">
            <a:spLocks noChangeArrowheads="1"/>
          </p:cNvSpPr>
          <p:nvPr/>
        </p:nvSpPr>
        <p:spPr bwMode="auto">
          <a:xfrm>
            <a:off x="407988" y="2400300"/>
            <a:ext cx="4635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a’</a:t>
            </a:r>
          </a:p>
        </p:txBody>
      </p:sp>
      <p:sp>
        <p:nvSpPr>
          <p:cNvPr id="20504" name="Text Box 24"/>
          <p:cNvSpPr txBox="1">
            <a:spLocks noChangeArrowheads="1"/>
          </p:cNvSpPr>
          <p:nvPr/>
        </p:nvSpPr>
        <p:spPr bwMode="auto">
          <a:xfrm>
            <a:off x="1509713" y="4097338"/>
            <a:ext cx="484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o’</a:t>
            </a:r>
          </a:p>
        </p:txBody>
      </p:sp>
      <p:grpSp>
        <p:nvGrpSpPr>
          <p:cNvPr id="20505" name="Group 25"/>
          <p:cNvGrpSpPr>
            <a:grpSpLocks/>
          </p:cNvGrpSpPr>
          <p:nvPr/>
        </p:nvGrpSpPr>
        <p:grpSpPr bwMode="auto">
          <a:xfrm rot="1606241">
            <a:off x="2295267" y="2476411"/>
            <a:ext cx="2139125" cy="2241053"/>
            <a:chOff x="1819" y="795"/>
            <a:chExt cx="1422" cy="1490"/>
          </a:xfrm>
        </p:grpSpPr>
        <p:sp>
          <p:nvSpPr>
            <p:cNvPr id="2" name="Line 26"/>
            <p:cNvSpPr>
              <a:spLocks noChangeShapeType="1"/>
            </p:cNvSpPr>
            <p:nvPr/>
          </p:nvSpPr>
          <p:spPr bwMode="auto">
            <a:xfrm>
              <a:off x="1906" y="1059"/>
              <a:ext cx="11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 name="Line 27"/>
            <p:cNvSpPr>
              <a:spLocks noChangeShapeType="1"/>
            </p:cNvSpPr>
            <p:nvPr/>
          </p:nvSpPr>
          <p:spPr bwMode="auto">
            <a:xfrm rot="-645529">
              <a:off x="2040" y="1007"/>
              <a:ext cx="384" cy="12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 name="Line 28"/>
            <p:cNvSpPr>
              <a:spLocks noChangeShapeType="1"/>
            </p:cNvSpPr>
            <p:nvPr/>
          </p:nvSpPr>
          <p:spPr bwMode="auto">
            <a:xfrm flipH="1">
              <a:off x="2530" y="1059"/>
              <a:ext cx="528"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 name="Line 29"/>
            <p:cNvSpPr>
              <a:spLocks noChangeShapeType="1"/>
            </p:cNvSpPr>
            <p:nvPr/>
          </p:nvSpPr>
          <p:spPr bwMode="auto">
            <a:xfrm>
              <a:off x="2525" y="1059"/>
              <a:ext cx="0" cy="1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72" name="Text Box 30"/>
            <p:cNvSpPr txBox="1">
              <a:spLocks noChangeArrowheads="1"/>
            </p:cNvSpPr>
            <p:nvPr/>
          </p:nvSpPr>
          <p:spPr bwMode="auto">
            <a:xfrm>
              <a:off x="2466" y="797"/>
              <a:ext cx="322"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d’</a:t>
              </a:r>
            </a:p>
          </p:txBody>
        </p:sp>
        <p:sp>
          <p:nvSpPr>
            <p:cNvPr id="20573" name="Text Box 31"/>
            <p:cNvSpPr txBox="1">
              <a:spLocks noChangeArrowheads="1"/>
            </p:cNvSpPr>
            <p:nvPr/>
          </p:nvSpPr>
          <p:spPr bwMode="auto">
            <a:xfrm>
              <a:off x="2933" y="809"/>
              <a:ext cx="308"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c’</a:t>
              </a:r>
            </a:p>
          </p:txBody>
        </p:sp>
        <p:sp>
          <p:nvSpPr>
            <p:cNvPr id="6" name="Text Box 32"/>
            <p:cNvSpPr txBox="1">
              <a:spLocks noChangeArrowheads="1"/>
            </p:cNvSpPr>
            <p:nvPr/>
          </p:nvSpPr>
          <p:spPr bwMode="auto">
            <a:xfrm>
              <a:off x="2321" y="795"/>
              <a:ext cx="322"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b’</a:t>
              </a:r>
            </a:p>
          </p:txBody>
        </p:sp>
        <p:sp>
          <p:nvSpPr>
            <p:cNvPr id="20575" name="Text Box 33"/>
            <p:cNvSpPr txBox="1">
              <a:spLocks noChangeArrowheads="1"/>
            </p:cNvSpPr>
            <p:nvPr/>
          </p:nvSpPr>
          <p:spPr bwMode="auto">
            <a:xfrm>
              <a:off x="1819" y="808"/>
              <a:ext cx="308"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a’</a:t>
              </a:r>
            </a:p>
          </p:txBody>
        </p:sp>
        <p:sp>
          <p:nvSpPr>
            <p:cNvPr id="20576" name="Text Box 34"/>
            <p:cNvSpPr txBox="1">
              <a:spLocks noChangeArrowheads="1"/>
            </p:cNvSpPr>
            <p:nvPr/>
          </p:nvSpPr>
          <p:spPr bwMode="auto">
            <a:xfrm>
              <a:off x="2551" y="1937"/>
              <a:ext cx="322"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o’</a:t>
              </a:r>
            </a:p>
          </p:txBody>
        </p:sp>
      </p:grpSp>
      <p:sp>
        <p:nvSpPr>
          <p:cNvPr id="20515" name="Line 35"/>
          <p:cNvSpPr>
            <a:spLocks noChangeShapeType="1"/>
          </p:cNvSpPr>
          <p:nvPr/>
        </p:nvSpPr>
        <p:spPr bwMode="auto">
          <a:xfrm>
            <a:off x="4414838" y="3321050"/>
            <a:ext cx="0" cy="33924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16" name="Line 36"/>
          <p:cNvSpPr>
            <a:spLocks noChangeShapeType="1"/>
          </p:cNvSpPr>
          <p:nvPr/>
        </p:nvSpPr>
        <p:spPr bwMode="auto">
          <a:xfrm>
            <a:off x="3665538" y="2959100"/>
            <a:ext cx="0" cy="375443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17" name="Line 37"/>
          <p:cNvSpPr>
            <a:spLocks noChangeShapeType="1"/>
          </p:cNvSpPr>
          <p:nvPr/>
        </p:nvSpPr>
        <p:spPr bwMode="auto">
          <a:xfrm>
            <a:off x="2898775" y="3609975"/>
            <a:ext cx="0" cy="3103563"/>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18" name="Line 38"/>
          <p:cNvSpPr>
            <a:spLocks noChangeShapeType="1"/>
          </p:cNvSpPr>
          <p:nvPr/>
        </p:nvSpPr>
        <p:spPr bwMode="auto">
          <a:xfrm>
            <a:off x="1455738" y="4908550"/>
            <a:ext cx="310356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19" name="Line 39"/>
          <p:cNvSpPr>
            <a:spLocks noChangeShapeType="1"/>
          </p:cNvSpPr>
          <p:nvPr/>
        </p:nvSpPr>
        <p:spPr bwMode="auto">
          <a:xfrm>
            <a:off x="2249488" y="5743575"/>
            <a:ext cx="230981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20" name="Line 40"/>
          <p:cNvSpPr>
            <a:spLocks noChangeShapeType="1"/>
          </p:cNvSpPr>
          <p:nvPr/>
        </p:nvSpPr>
        <p:spPr bwMode="auto">
          <a:xfrm>
            <a:off x="1397000" y="6596063"/>
            <a:ext cx="317658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21" name="Oval 41"/>
          <p:cNvSpPr>
            <a:spLocks noChangeArrowheads="1"/>
          </p:cNvSpPr>
          <p:nvPr/>
        </p:nvSpPr>
        <p:spPr bwMode="auto">
          <a:xfrm>
            <a:off x="3635375" y="4876800"/>
            <a:ext cx="71438" cy="730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522" name="Oval 42"/>
          <p:cNvSpPr>
            <a:spLocks noChangeArrowheads="1"/>
          </p:cNvSpPr>
          <p:nvPr/>
        </p:nvSpPr>
        <p:spPr bwMode="auto">
          <a:xfrm>
            <a:off x="2854325" y="5702300"/>
            <a:ext cx="71438" cy="730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523" name="Oval 43"/>
          <p:cNvSpPr>
            <a:spLocks noChangeArrowheads="1"/>
          </p:cNvSpPr>
          <p:nvPr/>
        </p:nvSpPr>
        <p:spPr bwMode="auto">
          <a:xfrm>
            <a:off x="3638550" y="6569075"/>
            <a:ext cx="73025" cy="730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524" name="Oval 44"/>
          <p:cNvSpPr>
            <a:spLocks noChangeArrowheads="1"/>
          </p:cNvSpPr>
          <p:nvPr/>
        </p:nvSpPr>
        <p:spPr bwMode="auto">
          <a:xfrm>
            <a:off x="4370388" y="5702300"/>
            <a:ext cx="71437" cy="730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525" name="Text Box 45"/>
          <p:cNvSpPr txBox="1">
            <a:spLocks noChangeArrowheads="1"/>
          </p:cNvSpPr>
          <p:nvPr/>
        </p:nvSpPr>
        <p:spPr bwMode="auto">
          <a:xfrm>
            <a:off x="4414838" y="5486400"/>
            <a:ext cx="4635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c</a:t>
            </a:r>
            <a:r>
              <a:rPr lang="en-US" altLang="en-US" sz="2800" baseline="-25000">
                <a:latin typeface="Times New Roman" panose="02020603050405020304" pitchFamily="18" charset="0"/>
              </a:rPr>
              <a:t>1</a:t>
            </a:r>
          </a:p>
        </p:txBody>
      </p:sp>
      <p:sp>
        <p:nvSpPr>
          <p:cNvPr id="20526" name="Text Box 46"/>
          <p:cNvSpPr txBox="1">
            <a:spLocks noChangeArrowheads="1"/>
          </p:cNvSpPr>
          <p:nvPr/>
        </p:nvSpPr>
        <p:spPr bwMode="auto">
          <a:xfrm>
            <a:off x="2538413" y="5341938"/>
            <a:ext cx="4635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a</a:t>
            </a:r>
            <a:r>
              <a:rPr lang="en-US" altLang="en-US" sz="2800" baseline="-25000">
                <a:latin typeface="Times New Roman" panose="02020603050405020304" pitchFamily="18" charset="0"/>
              </a:rPr>
              <a:t>1</a:t>
            </a:r>
          </a:p>
        </p:txBody>
      </p:sp>
      <p:sp>
        <p:nvSpPr>
          <p:cNvPr id="20527" name="Text Box 47"/>
          <p:cNvSpPr txBox="1">
            <a:spLocks noChangeArrowheads="1"/>
          </p:cNvSpPr>
          <p:nvPr/>
        </p:nvSpPr>
        <p:spPr bwMode="auto">
          <a:xfrm>
            <a:off x="3621088" y="4548188"/>
            <a:ext cx="484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d</a:t>
            </a:r>
            <a:r>
              <a:rPr lang="en-US" altLang="en-US" sz="2800" baseline="-25000">
                <a:latin typeface="Times New Roman" panose="02020603050405020304" pitchFamily="18" charset="0"/>
              </a:rPr>
              <a:t>1</a:t>
            </a:r>
          </a:p>
        </p:txBody>
      </p:sp>
      <p:sp>
        <p:nvSpPr>
          <p:cNvPr id="20528" name="Text Box 48"/>
          <p:cNvSpPr txBox="1">
            <a:spLocks noChangeArrowheads="1"/>
          </p:cNvSpPr>
          <p:nvPr/>
        </p:nvSpPr>
        <p:spPr bwMode="auto">
          <a:xfrm>
            <a:off x="2555875" y="5608638"/>
            <a:ext cx="484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o</a:t>
            </a:r>
            <a:r>
              <a:rPr lang="en-US" altLang="en-US" sz="2800" baseline="-25000">
                <a:latin typeface="Times New Roman" panose="02020603050405020304" pitchFamily="18" charset="0"/>
              </a:rPr>
              <a:t>1</a:t>
            </a:r>
          </a:p>
        </p:txBody>
      </p:sp>
      <p:sp>
        <p:nvSpPr>
          <p:cNvPr id="20529" name="Line 49"/>
          <p:cNvSpPr>
            <a:spLocks noChangeShapeType="1"/>
          </p:cNvSpPr>
          <p:nvPr/>
        </p:nvSpPr>
        <p:spPr bwMode="auto">
          <a:xfrm flipV="1">
            <a:off x="2898775" y="4908550"/>
            <a:ext cx="793750" cy="8667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30" name="Line 50"/>
          <p:cNvSpPr>
            <a:spLocks noChangeShapeType="1"/>
          </p:cNvSpPr>
          <p:nvPr/>
        </p:nvSpPr>
        <p:spPr bwMode="auto">
          <a:xfrm>
            <a:off x="2898775" y="5775325"/>
            <a:ext cx="793750" cy="793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31" name="Line 51"/>
          <p:cNvSpPr>
            <a:spLocks noChangeShapeType="1"/>
          </p:cNvSpPr>
          <p:nvPr/>
        </p:nvSpPr>
        <p:spPr bwMode="auto">
          <a:xfrm flipV="1">
            <a:off x="3692525" y="5702300"/>
            <a:ext cx="722313" cy="8667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32" name="Line 52"/>
          <p:cNvSpPr>
            <a:spLocks noChangeShapeType="1"/>
          </p:cNvSpPr>
          <p:nvPr/>
        </p:nvSpPr>
        <p:spPr bwMode="auto">
          <a:xfrm flipH="1" flipV="1">
            <a:off x="3692525" y="4908550"/>
            <a:ext cx="722313" cy="793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33" name="Line 53"/>
          <p:cNvSpPr>
            <a:spLocks noChangeShapeType="1"/>
          </p:cNvSpPr>
          <p:nvPr/>
        </p:nvSpPr>
        <p:spPr bwMode="auto">
          <a:xfrm>
            <a:off x="2898775" y="5734050"/>
            <a:ext cx="1516063"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20534" name="Group 54"/>
          <p:cNvGrpSpPr>
            <a:grpSpLocks/>
          </p:cNvGrpSpPr>
          <p:nvPr/>
        </p:nvGrpSpPr>
        <p:grpSpPr bwMode="auto">
          <a:xfrm rot="-2528303">
            <a:off x="4689055" y="4645270"/>
            <a:ext cx="2339234" cy="2474423"/>
            <a:chOff x="3133" y="2225"/>
            <a:chExt cx="1555" cy="1645"/>
          </a:xfrm>
        </p:grpSpPr>
        <p:sp>
          <p:nvSpPr>
            <p:cNvPr id="7" name="Oval 55"/>
            <p:cNvSpPr>
              <a:spLocks noChangeArrowheads="1"/>
            </p:cNvSpPr>
            <p:nvPr/>
          </p:nvSpPr>
          <p:spPr bwMode="auto">
            <a:xfrm>
              <a:off x="3875" y="2467"/>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8" name="Oval 56"/>
            <p:cNvSpPr>
              <a:spLocks noChangeArrowheads="1"/>
            </p:cNvSpPr>
            <p:nvPr/>
          </p:nvSpPr>
          <p:spPr bwMode="auto">
            <a:xfrm>
              <a:off x="3356" y="301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9" name="Oval 57"/>
            <p:cNvSpPr>
              <a:spLocks noChangeArrowheads="1"/>
            </p:cNvSpPr>
            <p:nvPr/>
          </p:nvSpPr>
          <p:spPr bwMode="auto">
            <a:xfrm>
              <a:off x="3878" y="359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0" name="Oval 58"/>
            <p:cNvSpPr>
              <a:spLocks noChangeArrowheads="1"/>
            </p:cNvSpPr>
            <p:nvPr/>
          </p:nvSpPr>
          <p:spPr bwMode="auto">
            <a:xfrm>
              <a:off x="4364" y="301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1" name="Text Box 59"/>
            <p:cNvSpPr txBox="1">
              <a:spLocks noChangeArrowheads="1"/>
            </p:cNvSpPr>
            <p:nvPr/>
          </p:nvSpPr>
          <p:spPr bwMode="auto">
            <a:xfrm>
              <a:off x="4380" y="2850"/>
              <a:ext cx="308"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c</a:t>
              </a:r>
              <a:r>
                <a:rPr lang="en-US" altLang="en-US" sz="2800" baseline="-25000">
                  <a:latin typeface="Times New Roman" panose="02020603050405020304" pitchFamily="18" charset="0"/>
                </a:rPr>
                <a:t>1</a:t>
              </a:r>
            </a:p>
          </p:txBody>
        </p:sp>
        <p:sp>
          <p:nvSpPr>
            <p:cNvPr id="12" name="Text Box 60"/>
            <p:cNvSpPr txBox="1">
              <a:spLocks noChangeArrowheads="1"/>
            </p:cNvSpPr>
            <p:nvPr/>
          </p:nvSpPr>
          <p:spPr bwMode="auto">
            <a:xfrm>
              <a:off x="3850" y="3522"/>
              <a:ext cx="322"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b</a:t>
              </a:r>
              <a:r>
                <a:rPr lang="en-US" altLang="en-US" sz="2800" baseline="-25000">
                  <a:latin typeface="Times New Roman" panose="02020603050405020304" pitchFamily="18" charset="0"/>
                </a:rPr>
                <a:t>1</a:t>
              </a:r>
            </a:p>
          </p:txBody>
        </p:sp>
        <p:sp>
          <p:nvSpPr>
            <p:cNvPr id="13" name="Text Box 61"/>
            <p:cNvSpPr txBox="1">
              <a:spLocks noChangeArrowheads="1"/>
            </p:cNvSpPr>
            <p:nvPr/>
          </p:nvSpPr>
          <p:spPr bwMode="auto">
            <a:xfrm>
              <a:off x="3133" y="2751"/>
              <a:ext cx="308"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a</a:t>
              </a:r>
              <a:r>
                <a:rPr lang="en-US" altLang="en-US" sz="2800" baseline="-25000">
                  <a:latin typeface="Times New Roman" panose="02020603050405020304" pitchFamily="18" charset="0"/>
                </a:rPr>
                <a:t>1</a:t>
              </a:r>
            </a:p>
          </p:txBody>
        </p:sp>
        <p:sp>
          <p:nvSpPr>
            <p:cNvPr id="14" name="Text Box 62"/>
            <p:cNvSpPr txBox="1">
              <a:spLocks noChangeArrowheads="1"/>
            </p:cNvSpPr>
            <p:nvPr/>
          </p:nvSpPr>
          <p:spPr bwMode="auto">
            <a:xfrm>
              <a:off x="3849" y="2225"/>
              <a:ext cx="322"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d</a:t>
              </a:r>
              <a:r>
                <a:rPr lang="en-US" altLang="en-US" sz="2800" baseline="-25000">
                  <a:latin typeface="Times New Roman" panose="02020603050405020304" pitchFamily="18" charset="0"/>
                </a:rPr>
                <a:t>1</a:t>
              </a:r>
            </a:p>
          </p:txBody>
        </p:sp>
        <p:sp>
          <p:nvSpPr>
            <p:cNvPr id="15" name="Text Box 63"/>
            <p:cNvSpPr txBox="1">
              <a:spLocks noChangeArrowheads="1"/>
            </p:cNvSpPr>
            <p:nvPr/>
          </p:nvSpPr>
          <p:spPr bwMode="auto">
            <a:xfrm>
              <a:off x="3141" y="2931"/>
              <a:ext cx="322"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o</a:t>
              </a:r>
              <a:r>
                <a:rPr lang="en-US" altLang="en-US" sz="2800" baseline="-25000">
                  <a:latin typeface="Times New Roman" panose="02020603050405020304" pitchFamily="18" charset="0"/>
                </a:rPr>
                <a:t>1</a:t>
              </a:r>
            </a:p>
          </p:txBody>
        </p:sp>
        <p:sp>
          <p:nvSpPr>
            <p:cNvPr id="16" name="Line 64"/>
            <p:cNvSpPr>
              <a:spLocks noChangeShapeType="1"/>
            </p:cNvSpPr>
            <p:nvPr/>
          </p:nvSpPr>
          <p:spPr bwMode="auto">
            <a:xfrm flipV="1">
              <a:off x="3386" y="2488"/>
              <a:ext cx="52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7" name="Line 65"/>
            <p:cNvSpPr>
              <a:spLocks noChangeShapeType="1"/>
            </p:cNvSpPr>
            <p:nvPr/>
          </p:nvSpPr>
          <p:spPr bwMode="auto">
            <a:xfrm>
              <a:off x="3386" y="3064"/>
              <a:ext cx="52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8" name="Line 66"/>
            <p:cNvSpPr>
              <a:spLocks noChangeShapeType="1"/>
            </p:cNvSpPr>
            <p:nvPr/>
          </p:nvSpPr>
          <p:spPr bwMode="auto">
            <a:xfrm flipV="1">
              <a:off x="3914" y="3016"/>
              <a:ext cx="48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9" name="Line 67"/>
            <p:cNvSpPr>
              <a:spLocks noChangeShapeType="1"/>
            </p:cNvSpPr>
            <p:nvPr/>
          </p:nvSpPr>
          <p:spPr bwMode="auto">
            <a:xfrm flipH="1" flipV="1">
              <a:off x="3914" y="2488"/>
              <a:ext cx="48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 name="Line 68"/>
            <p:cNvSpPr>
              <a:spLocks noChangeShapeType="1"/>
            </p:cNvSpPr>
            <p:nvPr/>
          </p:nvSpPr>
          <p:spPr bwMode="auto">
            <a:xfrm>
              <a:off x="3386" y="3037"/>
              <a:ext cx="1008"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20549" name="Line 69"/>
          <p:cNvSpPr>
            <a:spLocks noChangeShapeType="1"/>
          </p:cNvSpPr>
          <p:nvPr/>
        </p:nvSpPr>
        <p:spPr bwMode="auto">
          <a:xfrm>
            <a:off x="5281613" y="2381250"/>
            <a:ext cx="0" cy="29606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50" name="Line 70"/>
          <p:cNvSpPr>
            <a:spLocks noChangeShapeType="1"/>
          </p:cNvSpPr>
          <p:nvPr/>
        </p:nvSpPr>
        <p:spPr bwMode="auto">
          <a:xfrm flipV="1">
            <a:off x="6364288" y="2381250"/>
            <a:ext cx="0" cy="29606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51" name="Line 71"/>
          <p:cNvSpPr>
            <a:spLocks noChangeShapeType="1"/>
          </p:cNvSpPr>
          <p:nvPr/>
        </p:nvSpPr>
        <p:spPr bwMode="auto">
          <a:xfrm flipV="1">
            <a:off x="6437313" y="2309813"/>
            <a:ext cx="0" cy="425926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52" name="Oval 72"/>
          <p:cNvSpPr>
            <a:spLocks noChangeArrowheads="1"/>
          </p:cNvSpPr>
          <p:nvPr/>
        </p:nvSpPr>
        <p:spPr bwMode="auto">
          <a:xfrm>
            <a:off x="5240338" y="4416425"/>
            <a:ext cx="73025" cy="730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553" name="Oval 73"/>
          <p:cNvSpPr>
            <a:spLocks noChangeArrowheads="1"/>
          </p:cNvSpPr>
          <p:nvPr/>
        </p:nvSpPr>
        <p:spPr bwMode="auto">
          <a:xfrm>
            <a:off x="5237163" y="2525713"/>
            <a:ext cx="71437" cy="730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554" name="Oval 74"/>
          <p:cNvSpPr>
            <a:spLocks noChangeArrowheads="1"/>
          </p:cNvSpPr>
          <p:nvPr/>
        </p:nvSpPr>
        <p:spPr bwMode="auto">
          <a:xfrm>
            <a:off x="6396038" y="2932113"/>
            <a:ext cx="73025" cy="7302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555" name="Oval 75"/>
          <p:cNvSpPr>
            <a:spLocks noChangeArrowheads="1"/>
          </p:cNvSpPr>
          <p:nvPr/>
        </p:nvSpPr>
        <p:spPr bwMode="auto">
          <a:xfrm>
            <a:off x="5254625" y="2914650"/>
            <a:ext cx="71438" cy="714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556" name="Oval 76"/>
          <p:cNvSpPr>
            <a:spLocks noChangeArrowheads="1"/>
          </p:cNvSpPr>
          <p:nvPr/>
        </p:nvSpPr>
        <p:spPr bwMode="auto">
          <a:xfrm>
            <a:off x="6319838" y="3262313"/>
            <a:ext cx="71437" cy="7143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557" name="Line 77"/>
          <p:cNvSpPr>
            <a:spLocks noChangeShapeType="1"/>
          </p:cNvSpPr>
          <p:nvPr/>
        </p:nvSpPr>
        <p:spPr bwMode="auto">
          <a:xfrm>
            <a:off x="2898775" y="2552700"/>
            <a:ext cx="375443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58" name="Line 78"/>
          <p:cNvSpPr>
            <a:spLocks noChangeShapeType="1"/>
          </p:cNvSpPr>
          <p:nvPr/>
        </p:nvSpPr>
        <p:spPr bwMode="auto">
          <a:xfrm>
            <a:off x="3692525" y="2959100"/>
            <a:ext cx="296068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59" name="Line 79"/>
          <p:cNvSpPr>
            <a:spLocks noChangeShapeType="1"/>
          </p:cNvSpPr>
          <p:nvPr/>
        </p:nvSpPr>
        <p:spPr bwMode="auto">
          <a:xfrm>
            <a:off x="4343400" y="3321050"/>
            <a:ext cx="22383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60" name="Text Box 80"/>
          <p:cNvSpPr txBox="1">
            <a:spLocks noChangeArrowheads="1"/>
          </p:cNvSpPr>
          <p:nvPr/>
        </p:nvSpPr>
        <p:spPr bwMode="auto">
          <a:xfrm>
            <a:off x="4776788" y="4041775"/>
            <a:ext cx="6046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o’</a:t>
            </a:r>
            <a:r>
              <a:rPr lang="en-US" altLang="en-US" sz="2800" baseline="-25000">
                <a:latin typeface="Times New Roman" panose="02020603050405020304" pitchFamily="18" charset="0"/>
              </a:rPr>
              <a:t>1</a:t>
            </a:r>
          </a:p>
        </p:txBody>
      </p:sp>
      <p:sp>
        <p:nvSpPr>
          <p:cNvPr id="20561" name="Text Box 81"/>
          <p:cNvSpPr txBox="1">
            <a:spLocks noChangeArrowheads="1"/>
          </p:cNvSpPr>
          <p:nvPr/>
        </p:nvSpPr>
        <p:spPr bwMode="auto">
          <a:xfrm>
            <a:off x="4848225" y="2309813"/>
            <a:ext cx="5838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a’</a:t>
            </a:r>
            <a:r>
              <a:rPr lang="en-US" altLang="en-US" sz="2800" baseline="-25000">
                <a:latin typeface="Times New Roman" panose="02020603050405020304" pitchFamily="18" charset="0"/>
              </a:rPr>
              <a:t>1</a:t>
            </a:r>
          </a:p>
        </p:txBody>
      </p:sp>
      <p:sp>
        <p:nvSpPr>
          <p:cNvPr id="20562" name="Text Box 82"/>
          <p:cNvSpPr txBox="1">
            <a:spLocks noChangeArrowheads="1"/>
          </p:cNvSpPr>
          <p:nvPr/>
        </p:nvSpPr>
        <p:spPr bwMode="auto">
          <a:xfrm>
            <a:off x="6430963" y="2670175"/>
            <a:ext cx="6046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b’</a:t>
            </a:r>
            <a:r>
              <a:rPr lang="en-US" altLang="en-US" sz="2800" baseline="-25000">
                <a:latin typeface="Times New Roman" panose="02020603050405020304" pitchFamily="18" charset="0"/>
              </a:rPr>
              <a:t>1</a:t>
            </a:r>
          </a:p>
        </p:txBody>
      </p:sp>
      <p:sp>
        <p:nvSpPr>
          <p:cNvPr id="20563" name="Text Box 83"/>
          <p:cNvSpPr txBox="1">
            <a:spLocks noChangeArrowheads="1"/>
          </p:cNvSpPr>
          <p:nvPr/>
        </p:nvSpPr>
        <p:spPr bwMode="auto">
          <a:xfrm>
            <a:off x="6437313" y="3032125"/>
            <a:ext cx="5838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c’</a:t>
            </a:r>
            <a:r>
              <a:rPr lang="en-US" altLang="en-US" sz="2800" baseline="-25000">
                <a:latin typeface="Times New Roman" panose="02020603050405020304" pitchFamily="18" charset="0"/>
              </a:rPr>
              <a:t>1</a:t>
            </a:r>
          </a:p>
        </p:txBody>
      </p:sp>
      <p:sp>
        <p:nvSpPr>
          <p:cNvPr id="20564" name="Text Box 84"/>
          <p:cNvSpPr txBox="1">
            <a:spLocks noChangeArrowheads="1"/>
          </p:cNvSpPr>
          <p:nvPr/>
        </p:nvSpPr>
        <p:spPr bwMode="auto">
          <a:xfrm>
            <a:off x="4848225" y="2743200"/>
            <a:ext cx="6046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d’</a:t>
            </a:r>
            <a:r>
              <a:rPr lang="en-US" altLang="en-US" sz="2800" baseline="-25000">
                <a:latin typeface="Times New Roman" panose="02020603050405020304" pitchFamily="18" charset="0"/>
              </a:rPr>
              <a:t>1</a:t>
            </a:r>
          </a:p>
        </p:txBody>
      </p:sp>
      <p:sp>
        <p:nvSpPr>
          <p:cNvPr id="20565" name="Line 85"/>
          <p:cNvSpPr>
            <a:spLocks noChangeShapeType="1"/>
          </p:cNvSpPr>
          <p:nvPr/>
        </p:nvSpPr>
        <p:spPr bwMode="auto">
          <a:xfrm>
            <a:off x="5281613" y="2598738"/>
            <a:ext cx="0" cy="1876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66" name="Line 86"/>
          <p:cNvSpPr>
            <a:spLocks noChangeShapeType="1"/>
          </p:cNvSpPr>
          <p:nvPr/>
        </p:nvSpPr>
        <p:spPr bwMode="auto">
          <a:xfrm flipH="1">
            <a:off x="5281613" y="3321050"/>
            <a:ext cx="1082675" cy="1154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67" name="Line 87"/>
          <p:cNvSpPr>
            <a:spLocks noChangeShapeType="1"/>
          </p:cNvSpPr>
          <p:nvPr/>
        </p:nvSpPr>
        <p:spPr bwMode="auto">
          <a:xfrm flipH="1">
            <a:off x="6364288" y="2959100"/>
            <a:ext cx="73025" cy="361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68" name="Line 88"/>
          <p:cNvSpPr>
            <a:spLocks noChangeShapeType="1"/>
          </p:cNvSpPr>
          <p:nvPr/>
        </p:nvSpPr>
        <p:spPr bwMode="auto">
          <a:xfrm>
            <a:off x="5281613" y="2598738"/>
            <a:ext cx="115570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69" name="Line 89"/>
          <p:cNvSpPr>
            <a:spLocks noChangeShapeType="1"/>
          </p:cNvSpPr>
          <p:nvPr/>
        </p:nvSpPr>
        <p:spPr bwMode="auto">
          <a:xfrm>
            <a:off x="5281613" y="2959100"/>
            <a:ext cx="1082675" cy="3619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0570" name="Line 90"/>
          <p:cNvSpPr>
            <a:spLocks noChangeShapeType="1"/>
          </p:cNvSpPr>
          <p:nvPr/>
        </p:nvSpPr>
        <p:spPr bwMode="auto">
          <a:xfrm flipH="1">
            <a:off x="5281613" y="2959100"/>
            <a:ext cx="1155700" cy="1516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20571" name="Group 91"/>
          <p:cNvGrpSpPr>
            <a:grpSpLocks/>
          </p:cNvGrpSpPr>
          <p:nvPr/>
        </p:nvGrpSpPr>
        <p:grpSpPr bwMode="auto">
          <a:xfrm>
            <a:off x="-55563" y="349250"/>
            <a:ext cx="4398963" cy="1327150"/>
            <a:chOff x="-35" y="220"/>
            <a:chExt cx="2771" cy="836"/>
          </a:xfrm>
        </p:grpSpPr>
        <p:sp>
          <p:nvSpPr>
            <p:cNvPr id="21" name="Rectangle 92"/>
            <p:cNvSpPr>
              <a:spLocks noChangeArrowheads="1"/>
            </p:cNvSpPr>
            <p:nvPr/>
          </p:nvSpPr>
          <p:spPr bwMode="auto">
            <a:xfrm>
              <a:off x="0" y="240"/>
              <a:ext cx="2448" cy="816"/>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2" name="Text Box 93"/>
            <p:cNvSpPr txBox="1">
              <a:spLocks noChangeArrowheads="1"/>
            </p:cNvSpPr>
            <p:nvPr/>
          </p:nvSpPr>
          <p:spPr bwMode="auto">
            <a:xfrm>
              <a:off x="-35" y="220"/>
              <a:ext cx="2771" cy="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dirty="0">
                  <a:solidFill>
                    <a:schemeClr val="accent2"/>
                  </a:solidFill>
                  <a:latin typeface="Times New Roman" panose="02020603050405020304" pitchFamily="18" charset="0"/>
                </a:rPr>
                <a:t>Problem 4:</a:t>
              </a:r>
              <a:r>
                <a:rPr lang="en-US" altLang="en-US" sz="1600" dirty="0">
                  <a:latin typeface="Times New Roman" panose="02020603050405020304" pitchFamily="18" charset="0"/>
                </a:rPr>
                <a:t>A square pyramid 30 mm base side </a:t>
              </a:r>
            </a:p>
            <a:p>
              <a:pPr eaLnBrk="1" hangingPunct="1"/>
              <a:r>
                <a:rPr lang="en-US" altLang="en-US" sz="1600" dirty="0">
                  <a:latin typeface="Times New Roman" panose="02020603050405020304" pitchFamily="18" charset="0"/>
                </a:rPr>
                <a:t>and 50 mm long axis is resting on it’s apex on </a:t>
              </a:r>
              <a:r>
                <a:rPr lang="en-US" altLang="en-US" sz="1600" dirty="0" err="1">
                  <a:latin typeface="Times New Roman" panose="02020603050405020304" pitchFamily="18" charset="0"/>
                </a:rPr>
                <a:t>Hp</a:t>
              </a:r>
              <a:r>
                <a:rPr lang="en-US" altLang="en-US" sz="1600" dirty="0">
                  <a:latin typeface="Times New Roman" panose="02020603050405020304" pitchFamily="18" charset="0"/>
                </a:rPr>
                <a:t>,</a:t>
              </a:r>
            </a:p>
            <a:p>
              <a:pPr eaLnBrk="1" hangingPunct="1"/>
              <a:r>
                <a:rPr lang="en-US" altLang="en-US" sz="1600" dirty="0">
                  <a:latin typeface="Times New Roman" panose="02020603050405020304" pitchFamily="18" charset="0"/>
                </a:rPr>
                <a:t>such that it’s one slant edge is vertical and a </a:t>
              </a:r>
            </a:p>
            <a:p>
              <a:pPr eaLnBrk="1" hangingPunct="1"/>
              <a:r>
                <a:rPr lang="en-US" altLang="en-US" sz="1600" dirty="0">
                  <a:latin typeface="Times New Roman" panose="02020603050405020304" pitchFamily="18" charset="0"/>
                </a:rPr>
                <a:t>triangular face through it is perpendicular to </a:t>
              </a:r>
              <a:r>
                <a:rPr lang="en-US" altLang="en-US" sz="1600" dirty="0" err="1">
                  <a:latin typeface="Times New Roman" panose="02020603050405020304" pitchFamily="18" charset="0"/>
                </a:rPr>
                <a:t>Vp</a:t>
              </a:r>
              <a:r>
                <a:rPr lang="en-US" altLang="en-US" sz="1600" dirty="0">
                  <a:latin typeface="Times New Roman" panose="02020603050405020304" pitchFamily="18" charset="0"/>
                </a:rPr>
                <a:t>. </a:t>
              </a:r>
            </a:p>
            <a:p>
              <a:pPr eaLnBrk="1" hangingPunct="1"/>
              <a:r>
                <a:rPr lang="en-US" altLang="en-US" sz="1600" dirty="0">
                  <a:latin typeface="Times New Roman" panose="02020603050405020304" pitchFamily="18" charset="0"/>
                </a:rPr>
                <a:t>Draw it’s projections.</a:t>
              </a:r>
            </a:p>
          </p:txBody>
        </p:sp>
      </p:grpSp>
      <p:grpSp>
        <p:nvGrpSpPr>
          <p:cNvPr id="20574" name="Group 94"/>
          <p:cNvGrpSpPr>
            <a:grpSpLocks/>
          </p:cNvGrpSpPr>
          <p:nvPr/>
        </p:nvGrpSpPr>
        <p:grpSpPr bwMode="auto">
          <a:xfrm>
            <a:off x="4165413" y="-12700"/>
            <a:ext cx="5133835" cy="2298700"/>
            <a:chOff x="2678" y="-8"/>
            <a:chExt cx="3204" cy="1448"/>
          </a:xfrm>
        </p:grpSpPr>
        <p:sp>
          <p:nvSpPr>
            <p:cNvPr id="23" name="Rectangle 95"/>
            <p:cNvSpPr>
              <a:spLocks noChangeArrowheads="1"/>
            </p:cNvSpPr>
            <p:nvPr/>
          </p:nvSpPr>
          <p:spPr bwMode="auto">
            <a:xfrm>
              <a:off x="2688" y="0"/>
              <a:ext cx="3084" cy="144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4" name="Text Box 96"/>
            <p:cNvSpPr txBox="1">
              <a:spLocks noChangeArrowheads="1"/>
            </p:cNvSpPr>
            <p:nvPr/>
          </p:nvSpPr>
          <p:spPr bwMode="auto">
            <a:xfrm>
              <a:off x="2678" y="-8"/>
              <a:ext cx="3204" cy="1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300" dirty="0" smtClean="0"/>
                <a:t>1.Assume </a:t>
              </a:r>
              <a:r>
                <a:rPr lang="en-US" altLang="en-US" sz="1300" dirty="0"/>
                <a:t>it standing on </a:t>
              </a:r>
              <a:r>
                <a:rPr lang="en-US" altLang="en-US" sz="1300" dirty="0" err="1"/>
                <a:t>Hp</a:t>
              </a:r>
              <a:r>
                <a:rPr lang="en-US" altLang="en-US" sz="1300" dirty="0"/>
                <a:t> but as said on apex.( inverted ).</a:t>
              </a:r>
            </a:p>
            <a:p>
              <a:pPr eaLnBrk="1" hangingPunct="1"/>
              <a:r>
                <a:rPr lang="en-US" altLang="en-US" sz="1300" dirty="0"/>
                <a:t>2.It’s </a:t>
              </a:r>
              <a:r>
                <a:rPr lang="en-US" altLang="en-US" sz="1300" dirty="0" err="1"/>
                <a:t>Tv</a:t>
              </a:r>
              <a:r>
                <a:rPr lang="en-US" altLang="en-US" sz="1300" dirty="0"/>
                <a:t>  will show True Shape of base( square)</a:t>
              </a:r>
            </a:p>
            <a:p>
              <a:pPr eaLnBrk="1" hangingPunct="1"/>
              <a:r>
                <a:rPr lang="en-US" altLang="en-US" sz="1300" dirty="0"/>
                <a:t>3.Draw a corner case square of 30 mm sides as </a:t>
              </a:r>
              <a:r>
                <a:rPr lang="en-US" altLang="en-US" sz="1300" dirty="0" err="1"/>
                <a:t>Tv</a:t>
              </a:r>
              <a:r>
                <a:rPr lang="en-US" altLang="en-US" sz="1300" dirty="0"/>
                <a:t>(as shown) </a:t>
              </a:r>
            </a:p>
            <a:p>
              <a:pPr eaLnBrk="1" hangingPunct="1"/>
              <a:r>
                <a:rPr lang="en-US" altLang="en-US" sz="1300" dirty="0"/>
                <a:t> Showing all slant edges dotted, as those will not be visible from top.</a:t>
              </a:r>
            </a:p>
            <a:p>
              <a:pPr eaLnBrk="1" hangingPunct="1"/>
              <a:r>
                <a:rPr lang="en-US" altLang="en-US" sz="1300" dirty="0"/>
                <a:t>4.taking 50 mm axis project </a:t>
              </a:r>
              <a:r>
                <a:rPr lang="en-US" altLang="en-US" sz="1300" dirty="0" err="1"/>
                <a:t>Fv</a:t>
              </a:r>
              <a:r>
                <a:rPr lang="en-US" altLang="en-US" sz="1300" dirty="0"/>
                <a:t>. ( a triangle)</a:t>
              </a:r>
            </a:p>
            <a:p>
              <a:pPr eaLnBrk="1" hangingPunct="1"/>
              <a:r>
                <a:rPr lang="en-US" altLang="en-US" sz="1300" dirty="0"/>
                <a:t>5.Name all points as shown in illustration.</a:t>
              </a:r>
            </a:p>
            <a:p>
              <a:pPr eaLnBrk="1" hangingPunct="1"/>
              <a:r>
                <a:rPr lang="en-US" altLang="en-US" sz="1300" dirty="0"/>
                <a:t>6.Draw 2</a:t>
              </a:r>
              <a:r>
                <a:rPr lang="en-US" altLang="en-US" sz="1300" baseline="30000" dirty="0"/>
                <a:t>nd</a:t>
              </a:r>
              <a:r>
                <a:rPr lang="en-US" altLang="en-US" sz="1300" dirty="0"/>
                <a:t> </a:t>
              </a:r>
              <a:r>
                <a:rPr lang="en-US" altLang="en-US" sz="1300" dirty="0" err="1"/>
                <a:t>Fv</a:t>
              </a:r>
              <a:r>
                <a:rPr lang="en-US" altLang="en-US" sz="1300" dirty="0"/>
                <a:t> keeping </a:t>
              </a:r>
              <a:r>
                <a:rPr lang="en-US" altLang="en-US" sz="1300" dirty="0" err="1"/>
                <a:t>o’a</a:t>
              </a:r>
              <a:r>
                <a:rPr lang="en-US" altLang="en-US" sz="1300" dirty="0"/>
                <a:t>’ slant edge vertical &amp; project it’s </a:t>
              </a:r>
              <a:r>
                <a:rPr lang="en-US" altLang="en-US" sz="1300" dirty="0" err="1"/>
                <a:t>Tv</a:t>
              </a:r>
              <a:endParaRPr lang="en-US" altLang="en-US" sz="1300" dirty="0"/>
            </a:p>
            <a:p>
              <a:pPr eaLnBrk="1" hangingPunct="1"/>
              <a:r>
                <a:rPr lang="en-US" altLang="en-US" sz="1300" dirty="0"/>
                <a:t>7.Make visible lines dark and hidden dotted, as per the procedure.</a:t>
              </a:r>
            </a:p>
            <a:p>
              <a:pPr eaLnBrk="1" hangingPunct="1"/>
              <a:r>
                <a:rPr lang="en-US" altLang="en-US" sz="1300" dirty="0"/>
                <a:t>8.Then redrew 2</a:t>
              </a:r>
              <a:r>
                <a:rPr lang="en-US" altLang="en-US" sz="1300" baseline="30000" dirty="0"/>
                <a:t>nd</a:t>
              </a:r>
              <a:r>
                <a:rPr lang="en-US" altLang="en-US" sz="1300" dirty="0"/>
                <a:t> </a:t>
              </a:r>
              <a:r>
                <a:rPr lang="en-US" altLang="en-US" sz="1300" dirty="0" err="1"/>
                <a:t>Tv</a:t>
              </a:r>
              <a:r>
                <a:rPr lang="en-US" altLang="en-US" sz="1300" dirty="0"/>
                <a:t> as final </a:t>
              </a:r>
              <a:r>
                <a:rPr lang="en-US" altLang="en-US" sz="1300" dirty="0" err="1"/>
                <a:t>Tv</a:t>
              </a:r>
              <a:r>
                <a:rPr lang="en-US" altLang="en-US" sz="1300" dirty="0"/>
                <a:t>  keeping a</a:t>
              </a:r>
              <a:r>
                <a:rPr lang="en-US" altLang="en-US" sz="1300" baseline="-25000" dirty="0"/>
                <a:t>1</a:t>
              </a:r>
              <a:r>
                <a:rPr lang="en-US" altLang="en-US" sz="1300" dirty="0"/>
                <a:t>o</a:t>
              </a:r>
              <a:r>
                <a:rPr lang="en-US" altLang="en-US" sz="1300" baseline="-25000" dirty="0"/>
                <a:t>1</a:t>
              </a:r>
              <a:r>
                <a:rPr lang="en-US" altLang="en-US" sz="1300" dirty="0"/>
                <a:t>d</a:t>
              </a:r>
              <a:r>
                <a:rPr lang="en-US" altLang="en-US" sz="1300" baseline="-25000" dirty="0"/>
                <a:t>1</a:t>
              </a:r>
              <a:r>
                <a:rPr lang="en-US" altLang="en-US" sz="1300" dirty="0"/>
                <a:t> triangular face </a:t>
              </a:r>
            </a:p>
            <a:p>
              <a:pPr eaLnBrk="1" hangingPunct="1"/>
              <a:r>
                <a:rPr lang="en-US" altLang="en-US" sz="1300" dirty="0"/>
                <a:t>    perpendicular to </a:t>
              </a:r>
              <a:r>
                <a:rPr lang="en-US" altLang="en-US" sz="1300" dirty="0" err="1"/>
                <a:t>Vp</a:t>
              </a:r>
              <a:r>
                <a:rPr lang="en-US" altLang="en-US" sz="1300" dirty="0"/>
                <a:t> </a:t>
              </a:r>
              <a:r>
                <a:rPr lang="en-US" altLang="en-US" sz="1300" dirty="0" err="1"/>
                <a:t>I.e.xy</a:t>
              </a:r>
              <a:r>
                <a:rPr lang="en-US" altLang="en-US" sz="1300" dirty="0"/>
                <a:t>. Then as usual project final </a:t>
              </a:r>
              <a:r>
                <a:rPr lang="en-US" altLang="en-US" sz="1300" dirty="0" err="1"/>
                <a:t>Fv</a:t>
              </a:r>
              <a:r>
                <a:rPr lang="en-US" altLang="en-US" sz="1300" dirty="0"/>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571"/>
                                        </p:tgtEl>
                                        <p:attrNameLst>
                                          <p:attrName>style.visibility</p:attrName>
                                        </p:attrNameLst>
                                      </p:cBhvr>
                                      <p:to>
                                        <p:strVal val="visible"/>
                                      </p:to>
                                    </p:set>
                                    <p:anim calcmode="lin" valueType="num">
                                      <p:cBhvr additive="base">
                                        <p:cTn id="7" dur="500" fill="hold"/>
                                        <p:tgtEl>
                                          <p:spTgt spid="20571"/>
                                        </p:tgtEl>
                                        <p:attrNameLst>
                                          <p:attrName>ppt_x</p:attrName>
                                        </p:attrNameLst>
                                      </p:cBhvr>
                                      <p:tavLst>
                                        <p:tav tm="0">
                                          <p:val>
                                            <p:strVal val="0-#ppt_w/2"/>
                                          </p:val>
                                        </p:tav>
                                        <p:tav tm="100000">
                                          <p:val>
                                            <p:strVal val="#ppt_x"/>
                                          </p:val>
                                        </p:tav>
                                      </p:tavLst>
                                    </p:anim>
                                    <p:anim calcmode="lin" valueType="num">
                                      <p:cBhvr additive="base">
                                        <p:cTn id="8" dur="500" fill="hold"/>
                                        <p:tgtEl>
                                          <p:spTgt spid="205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574"/>
                                        </p:tgtEl>
                                        <p:attrNameLst>
                                          <p:attrName>style.visibility</p:attrName>
                                        </p:attrNameLst>
                                      </p:cBhvr>
                                      <p:to>
                                        <p:strVal val="visible"/>
                                      </p:to>
                                    </p:set>
                                    <p:anim calcmode="lin" valueType="num">
                                      <p:cBhvr additive="base">
                                        <p:cTn id="13" dur="500" fill="hold"/>
                                        <p:tgtEl>
                                          <p:spTgt spid="20574"/>
                                        </p:tgtEl>
                                        <p:attrNameLst>
                                          <p:attrName>ppt_x</p:attrName>
                                        </p:attrNameLst>
                                      </p:cBhvr>
                                      <p:tavLst>
                                        <p:tav tm="0">
                                          <p:val>
                                            <p:strVal val="0-#ppt_w/2"/>
                                          </p:val>
                                        </p:tav>
                                        <p:tav tm="100000">
                                          <p:val>
                                            <p:strVal val="#ppt_x"/>
                                          </p:val>
                                        </p:tav>
                                      </p:tavLst>
                                    </p:anim>
                                    <p:anim calcmode="lin" valueType="num">
                                      <p:cBhvr additive="base">
                                        <p:cTn id="14" dur="500" fill="hold"/>
                                        <p:tgtEl>
                                          <p:spTgt spid="2057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8" fill="hold" grpId="0" nodeType="clickEffect">
                                  <p:stCondLst>
                                    <p:cond delay="0"/>
                                  </p:stCondLst>
                                  <p:childTnLst>
                                    <p:set>
                                      <p:cBhvr>
                                        <p:cTn id="18" dur="1" fill="hold">
                                          <p:stCondLst>
                                            <p:cond delay="0"/>
                                          </p:stCondLst>
                                        </p:cTn>
                                        <p:tgtEl>
                                          <p:spTgt spid="20485"/>
                                        </p:tgtEl>
                                        <p:attrNameLst>
                                          <p:attrName>style.visibility</p:attrName>
                                        </p:attrNameLst>
                                      </p:cBhvr>
                                      <p:to>
                                        <p:strVal val="visible"/>
                                      </p:to>
                                    </p:set>
                                    <p:anim calcmode="lin" valueType="num">
                                      <p:cBhvr>
                                        <p:cTn id="19" dur="500" fill="hold"/>
                                        <p:tgtEl>
                                          <p:spTgt spid="20485"/>
                                        </p:tgtEl>
                                        <p:attrNameLst>
                                          <p:attrName>ppt_x</p:attrName>
                                        </p:attrNameLst>
                                      </p:cBhvr>
                                      <p:tavLst>
                                        <p:tav tm="0">
                                          <p:val>
                                            <p:strVal val="#ppt_x-#ppt_w/2"/>
                                          </p:val>
                                        </p:tav>
                                        <p:tav tm="100000">
                                          <p:val>
                                            <p:strVal val="#ppt_x"/>
                                          </p:val>
                                        </p:tav>
                                      </p:tavLst>
                                    </p:anim>
                                    <p:anim calcmode="lin" valueType="num">
                                      <p:cBhvr>
                                        <p:cTn id="20" dur="500" fill="hold"/>
                                        <p:tgtEl>
                                          <p:spTgt spid="20485"/>
                                        </p:tgtEl>
                                        <p:attrNameLst>
                                          <p:attrName>ppt_y</p:attrName>
                                        </p:attrNameLst>
                                      </p:cBhvr>
                                      <p:tavLst>
                                        <p:tav tm="0">
                                          <p:val>
                                            <p:strVal val="#ppt_y"/>
                                          </p:val>
                                        </p:tav>
                                        <p:tav tm="100000">
                                          <p:val>
                                            <p:strVal val="#ppt_y"/>
                                          </p:val>
                                        </p:tav>
                                      </p:tavLst>
                                    </p:anim>
                                    <p:anim calcmode="lin" valueType="num">
                                      <p:cBhvr>
                                        <p:cTn id="21" dur="500" fill="hold"/>
                                        <p:tgtEl>
                                          <p:spTgt spid="20485"/>
                                        </p:tgtEl>
                                        <p:attrNameLst>
                                          <p:attrName>ppt_w</p:attrName>
                                        </p:attrNameLst>
                                      </p:cBhvr>
                                      <p:tavLst>
                                        <p:tav tm="0">
                                          <p:val>
                                            <p:fltVal val="0"/>
                                          </p:val>
                                        </p:tav>
                                        <p:tav tm="100000">
                                          <p:val>
                                            <p:strVal val="#ppt_w"/>
                                          </p:val>
                                        </p:tav>
                                      </p:tavLst>
                                    </p:anim>
                                    <p:anim calcmode="lin" valueType="num">
                                      <p:cBhvr>
                                        <p:cTn id="22" dur="500" fill="hold"/>
                                        <p:tgtEl>
                                          <p:spTgt spid="2048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3" name="chimes.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0484"/>
                                        </p:tgtEl>
                                        <p:attrNameLst>
                                          <p:attrName>style.visibility</p:attrName>
                                        </p:attrNameLst>
                                      </p:cBhvr>
                                      <p:to>
                                        <p:strVal val="visible"/>
                                      </p:to>
                                    </p:set>
                                    <p:anim calcmode="lin" valueType="num">
                                      <p:cBhvr additive="base">
                                        <p:cTn id="27" dur="500" fill="hold"/>
                                        <p:tgtEl>
                                          <p:spTgt spid="20484"/>
                                        </p:tgtEl>
                                        <p:attrNameLst>
                                          <p:attrName>ppt_x</p:attrName>
                                        </p:attrNameLst>
                                      </p:cBhvr>
                                      <p:tavLst>
                                        <p:tav tm="0">
                                          <p:val>
                                            <p:strVal val="0-#ppt_w/2"/>
                                          </p:val>
                                        </p:tav>
                                        <p:tav tm="100000">
                                          <p:val>
                                            <p:strVal val="#ppt_x"/>
                                          </p:val>
                                        </p:tav>
                                      </p:tavLst>
                                    </p:anim>
                                    <p:anim calcmode="lin" valueType="num">
                                      <p:cBhvr additive="base">
                                        <p:cTn id="28" dur="500" fill="hold"/>
                                        <p:tgtEl>
                                          <p:spTgt spid="2048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4" name="glass.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0486"/>
                                        </p:tgtEl>
                                        <p:attrNameLst>
                                          <p:attrName>style.visibility</p:attrName>
                                        </p:attrNameLst>
                                      </p:cBhvr>
                                      <p:to>
                                        <p:strVal val="visible"/>
                                      </p:to>
                                    </p:set>
                                    <p:anim calcmode="lin" valueType="num">
                                      <p:cBhvr additive="base">
                                        <p:cTn id="33" dur="500" fill="hold"/>
                                        <p:tgtEl>
                                          <p:spTgt spid="20486"/>
                                        </p:tgtEl>
                                        <p:attrNameLst>
                                          <p:attrName>ppt_x</p:attrName>
                                        </p:attrNameLst>
                                      </p:cBhvr>
                                      <p:tavLst>
                                        <p:tav tm="0">
                                          <p:val>
                                            <p:strVal val="1+#ppt_w/2"/>
                                          </p:val>
                                        </p:tav>
                                        <p:tav tm="100000">
                                          <p:val>
                                            <p:strVal val="#ppt_x"/>
                                          </p:val>
                                        </p:tav>
                                      </p:tavLst>
                                    </p:anim>
                                    <p:anim calcmode="lin" valueType="num">
                                      <p:cBhvr additive="base">
                                        <p:cTn id="34" dur="500" fill="hold"/>
                                        <p:tgtEl>
                                          <p:spTgt spid="2048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4" name="glass.wav"/>
                                        </p:tgtEl>
                                      </p:cMediaNode>
                                    </p:audio>
                                  </p:sub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10" fill="hold" grpId="0" nodeType="clickEffect">
                                  <p:stCondLst>
                                    <p:cond delay="0"/>
                                  </p:stCondLst>
                                  <p:childTnLst>
                                    <p:set>
                                      <p:cBhvr>
                                        <p:cTn id="38" dur="1" fill="hold">
                                          <p:stCondLst>
                                            <p:cond delay="0"/>
                                          </p:stCondLst>
                                        </p:cTn>
                                        <p:tgtEl>
                                          <p:spTgt spid="20487"/>
                                        </p:tgtEl>
                                        <p:attrNameLst>
                                          <p:attrName>style.visibility</p:attrName>
                                        </p:attrNameLst>
                                      </p:cBhvr>
                                      <p:to>
                                        <p:strVal val="visible"/>
                                      </p:to>
                                    </p:set>
                                    <p:anim calcmode="lin" valueType="num">
                                      <p:cBhvr>
                                        <p:cTn id="39" dur="500" fill="hold"/>
                                        <p:tgtEl>
                                          <p:spTgt spid="20487"/>
                                        </p:tgtEl>
                                        <p:attrNameLst>
                                          <p:attrName>ppt_w</p:attrName>
                                        </p:attrNameLst>
                                      </p:cBhvr>
                                      <p:tavLst>
                                        <p:tav tm="0">
                                          <p:val>
                                            <p:fltVal val="0"/>
                                          </p:val>
                                        </p:tav>
                                        <p:tav tm="100000">
                                          <p:val>
                                            <p:strVal val="#ppt_w"/>
                                          </p:val>
                                        </p:tav>
                                      </p:tavLst>
                                    </p:anim>
                                    <p:anim calcmode="lin" valueType="num">
                                      <p:cBhvr>
                                        <p:cTn id="40" dur="500" fill="hold"/>
                                        <p:tgtEl>
                                          <p:spTgt spid="20487"/>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20493"/>
                                        </p:tgtEl>
                                        <p:attrNameLst>
                                          <p:attrName>style.visibility</p:attrName>
                                        </p:attrNameLst>
                                      </p:cBhvr>
                                      <p:to>
                                        <p:strVal val="visible"/>
                                      </p:to>
                                    </p:set>
                                    <p:anim calcmode="lin" valueType="num">
                                      <p:cBhvr>
                                        <p:cTn id="45" dur="500" fill="hold"/>
                                        <p:tgtEl>
                                          <p:spTgt spid="20493"/>
                                        </p:tgtEl>
                                        <p:attrNameLst>
                                          <p:attrName>ppt_w</p:attrName>
                                        </p:attrNameLst>
                                      </p:cBhvr>
                                      <p:tavLst>
                                        <p:tav tm="0">
                                          <p:val>
                                            <p:fltVal val="0"/>
                                          </p:val>
                                        </p:tav>
                                        <p:tav tm="100000">
                                          <p:val>
                                            <p:strVal val="#ppt_w"/>
                                          </p:val>
                                        </p:tav>
                                      </p:tavLst>
                                    </p:anim>
                                    <p:anim calcmode="lin" valueType="num">
                                      <p:cBhvr>
                                        <p:cTn id="46" dur="500" fill="hold"/>
                                        <p:tgtEl>
                                          <p:spTgt spid="20493"/>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7" presetClass="entr" presetSubtype="10" fill="hold" grpId="0" nodeType="clickEffect">
                                  <p:stCondLst>
                                    <p:cond delay="0"/>
                                  </p:stCondLst>
                                  <p:childTnLst>
                                    <p:set>
                                      <p:cBhvr>
                                        <p:cTn id="50" dur="1" fill="hold">
                                          <p:stCondLst>
                                            <p:cond delay="0"/>
                                          </p:stCondLst>
                                        </p:cTn>
                                        <p:tgtEl>
                                          <p:spTgt spid="20494"/>
                                        </p:tgtEl>
                                        <p:attrNameLst>
                                          <p:attrName>style.visibility</p:attrName>
                                        </p:attrNameLst>
                                      </p:cBhvr>
                                      <p:to>
                                        <p:strVal val="visible"/>
                                      </p:to>
                                    </p:set>
                                    <p:anim calcmode="lin" valueType="num">
                                      <p:cBhvr>
                                        <p:cTn id="51" dur="500" fill="hold"/>
                                        <p:tgtEl>
                                          <p:spTgt spid="20494"/>
                                        </p:tgtEl>
                                        <p:attrNameLst>
                                          <p:attrName>ppt_w</p:attrName>
                                        </p:attrNameLst>
                                      </p:cBhvr>
                                      <p:tavLst>
                                        <p:tav tm="0">
                                          <p:val>
                                            <p:fltVal val="0"/>
                                          </p:val>
                                        </p:tav>
                                        <p:tav tm="100000">
                                          <p:val>
                                            <p:strVal val="#ppt_w"/>
                                          </p:val>
                                        </p:tav>
                                      </p:tavLst>
                                    </p:anim>
                                    <p:anim calcmode="lin" valueType="num">
                                      <p:cBhvr>
                                        <p:cTn id="52" dur="500" fill="hold"/>
                                        <p:tgtEl>
                                          <p:spTgt spid="20494"/>
                                        </p:tgtEl>
                                        <p:attrNameLst>
                                          <p:attrName>ppt_h</p:attrName>
                                        </p:attrNameLst>
                                      </p:cBhvr>
                                      <p:tavLst>
                                        <p:tav tm="0">
                                          <p:val>
                                            <p:strVal val="#ppt_h"/>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20488"/>
                                        </p:tgtEl>
                                        <p:attrNameLst>
                                          <p:attrName>style.visibility</p:attrName>
                                        </p:attrNameLst>
                                      </p:cBhvr>
                                      <p:to>
                                        <p:strVal val="visible"/>
                                      </p:to>
                                    </p:set>
                                    <p:anim calcmode="lin" valueType="num">
                                      <p:cBhvr additive="base">
                                        <p:cTn id="57" dur="500" fill="hold"/>
                                        <p:tgtEl>
                                          <p:spTgt spid="20488"/>
                                        </p:tgtEl>
                                        <p:attrNameLst>
                                          <p:attrName>ppt_x</p:attrName>
                                        </p:attrNameLst>
                                      </p:cBhvr>
                                      <p:tavLst>
                                        <p:tav tm="0">
                                          <p:val>
                                            <p:strVal val="0-#ppt_w/2"/>
                                          </p:val>
                                        </p:tav>
                                        <p:tav tm="100000">
                                          <p:val>
                                            <p:strVal val="#ppt_x"/>
                                          </p:val>
                                        </p:tav>
                                      </p:tavLst>
                                    </p:anim>
                                    <p:anim calcmode="lin" valueType="num">
                                      <p:cBhvr additive="base">
                                        <p:cTn id="58" dur="500" fill="hold"/>
                                        <p:tgtEl>
                                          <p:spTgt spid="20488"/>
                                        </p:tgtEl>
                                        <p:attrNameLst>
                                          <p:attrName>ppt_y</p:attrName>
                                        </p:attrNameLst>
                                      </p:cBhvr>
                                      <p:tavLst>
                                        <p:tav tm="0">
                                          <p:val>
                                            <p:strVal val="#ppt_y"/>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20482"/>
                                        </p:tgtEl>
                                        <p:attrNameLst>
                                          <p:attrName>style.visibility</p:attrName>
                                        </p:attrNameLst>
                                      </p:cBhvr>
                                      <p:to>
                                        <p:strVal val="visible"/>
                                      </p:to>
                                    </p:set>
                                    <p:anim calcmode="lin" valueType="num">
                                      <p:cBhvr additive="base">
                                        <p:cTn id="63" dur="500" fill="hold"/>
                                        <p:tgtEl>
                                          <p:spTgt spid="20482"/>
                                        </p:tgtEl>
                                        <p:attrNameLst>
                                          <p:attrName>ppt_x</p:attrName>
                                        </p:attrNameLst>
                                      </p:cBhvr>
                                      <p:tavLst>
                                        <p:tav tm="0">
                                          <p:val>
                                            <p:strVal val="0-#ppt_w/2"/>
                                          </p:val>
                                        </p:tav>
                                        <p:tav tm="100000">
                                          <p:val>
                                            <p:strVal val="#ppt_x"/>
                                          </p:val>
                                        </p:tav>
                                      </p:tavLst>
                                    </p:anim>
                                    <p:anim calcmode="lin" valueType="num">
                                      <p:cBhvr additive="base">
                                        <p:cTn id="64" dur="500" fill="hold"/>
                                        <p:tgtEl>
                                          <p:spTgt spid="20482"/>
                                        </p:tgtEl>
                                        <p:attrNameLst>
                                          <p:attrName>ppt_y</p:attrName>
                                        </p:attrNameLst>
                                      </p:cBhvr>
                                      <p:tavLst>
                                        <p:tav tm="0">
                                          <p:val>
                                            <p:strVal val="#ppt_y"/>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2" fill="hold" grpId="0" nodeType="clickEffect">
                                  <p:stCondLst>
                                    <p:cond delay="0"/>
                                  </p:stCondLst>
                                  <p:childTnLst>
                                    <p:set>
                                      <p:cBhvr>
                                        <p:cTn id="68" dur="1" fill="hold">
                                          <p:stCondLst>
                                            <p:cond delay="0"/>
                                          </p:stCondLst>
                                        </p:cTn>
                                        <p:tgtEl>
                                          <p:spTgt spid="20490"/>
                                        </p:tgtEl>
                                        <p:attrNameLst>
                                          <p:attrName>style.visibility</p:attrName>
                                        </p:attrNameLst>
                                      </p:cBhvr>
                                      <p:to>
                                        <p:strVal val="visible"/>
                                      </p:to>
                                    </p:set>
                                    <p:anim calcmode="lin" valueType="num">
                                      <p:cBhvr additive="base">
                                        <p:cTn id="69" dur="500" fill="hold"/>
                                        <p:tgtEl>
                                          <p:spTgt spid="20490"/>
                                        </p:tgtEl>
                                        <p:attrNameLst>
                                          <p:attrName>ppt_x</p:attrName>
                                        </p:attrNameLst>
                                      </p:cBhvr>
                                      <p:tavLst>
                                        <p:tav tm="0">
                                          <p:val>
                                            <p:strVal val="1+#ppt_w/2"/>
                                          </p:val>
                                        </p:tav>
                                        <p:tav tm="100000">
                                          <p:val>
                                            <p:strVal val="#ppt_x"/>
                                          </p:val>
                                        </p:tav>
                                      </p:tavLst>
                                    </p:anim>
                                    <p:anim calcmode="lin" valueType="num">
                                      <p:cBhvr additive="base">
                                        <p:cTn id="70" dur="500" fill="hold"/>
                                        <p:tgtEl>
                                          <p:spTgt spid="20490"/>
                                        </p:tgtEl>
                                        <p:attrNameLst>
                                          <p:attrName>ppt_y</p:attrName>
                                        </p:attrNameLst>
                                      </p:cBhvr>
                                      <p:tavLst>
                                        <p:tav tm="0">
                                          <p:val>
                                            <p:strVal val="#ppt_y"/>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2" fill="hold" grpId="0" nodeType="clickEffect">
                                  <p:stCondLst>
                                    <p:cond delay="0"/>
                                  </p:stCondLst>
                                  <p:childTnLst>
                                    <p:set>
                                      <p:cBhvr>
                                        <p:cTn id="74" dur="1" fill="hold">
                                          <p:stCondLst>
                                            <p:cond delay="0"/>
                                          </p:stCondLst>
                                        </p:cTn>
                                        <p:tgtEl>
                                          <p:spTgt spid="20489"/>
                                        </p:tgtEl>
                                        <p:attrNameLst>
                                          <p:attrName>style.visibility</p:attrName>
                                        </p:attrNameLst>
                                      </p:cBhvr>
                                      <p:to>
                                        <p:strVal val="visible"/>
                                      </p:to>
                                    </p:set>
                                    <p:anim calcmode="lin" valueType="num">
                                      <p:cBhvr additive="base">
                                        <p:cTn id="75" dur="500" fill="hold"/>
                                        <p:tgtEl>
                                          <p:spTgt spid="20489"/>
                                        </p:tgtEl>
                                        <p:attrNameLst>
                                          <p:attrName>ppt_x</p:attrName>
                                        </p:attrNameLst>
                                      </p:cBhvr>
                                      <p:tavLst>
                                        <p:tav tm="0">
                                          <p:val>
                                            <p:strVal val="1+#ppt_w/2"/>
                                          </p:val>
                                        </p:tav>
                                        <p:tav tm="100000">
                                          <p:val>
                                            <p:strVal val="#ppt_x"/>
                                          </p:val>
                                        </p:tav>
                                      </p:tavLst>
                                    </p:anim>
                                    <p:anim calcmode="lin" valueType="num">
                                      <p:cBhvr additive="base">
                                        <p:cTn id="76" dur="500" fill="hold"/>
                                        <p:tgtEl>
                                          <p:spTgt spid="20489"/>
                                        </p:tgtEl>
                                        <p:attrNameLst>
                                          <p:attrName>ppt_y</p:attrName>
                                        </p:attrNameLst>
                                      </p:cBhvr>
                                      <p:tavLst>
                                        <p:tav tm="0">
                                          <p:val>
                                            <p:strVal val="#ppt_y"/>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20499"/>
                                        </p:tgtEl>
                                        <p:attrNameLst>
                                          <p:attrName>style.visibility</p:attrName>
                                        </p:attrNameLst>
                                      </p:cBhvr>
                                      <p:to>
                                        <p:strVal val="visible"/>
                                      </p:to>
                                    </p:set>
                                    <p:anim calcmode="lin" valueType="num">
                                      <p:cBhvr additive="base">
                                        <p:cTn id="81" dur="500" fill="hold"/>
                                        <p:tgtEl>
                                          <p:spTgt spid="20499"/>
                                        </p:tgtEl>
                                        <p:attrNameLst>
                                          <p:attrName>ppt_x</p:attrName>
                                        </p:attrNameLst>
                                      </p:cBhvr>
                                      <p:tavLst>
                                        <p:tav tm="0">
                                          <p:val>
                                            <p:strVal val="#ppt_x"/>
                                          </p:val>
                                        </p:tav>
                                        <p:tav tm="100000">
                                          <p:val>
                                            <p:strVal val="#ppt_x"/>
                                          </p:val>
                                        </p:tav>
                                      </p:tavLst>
                                    </p:anim>
                                    <p:anim calcmode="lin" valueType="num">
                                      <p:cBhvr additive="base">
                                        <p:cTn id="82" dur="500" fill="hold"/>
                                        <p:tgtEl>
                                          <p:spTgt spid="20499"/>
                                        </p:tgtEl>
                                        <p:attrNameLst>
                                          <p:attrName>ppt_y</p:attrName>
                                        </p:attrNameLst>
                                      </p:cBhvr>
                                      <p:tavLst>
                                        <p:tav tm="0">
                                          <p:val>
                                            <p:strVal val="1+#ppt_h/2"/>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8" presetClass="entr" presetSubtype="9" fill="hold" grpId="0" nodeType="clickEffect">
                                  <p:stCondLst>
                                    <p:cond delay="0"/>
                                  </p:stCondLst>
                                  <p:childTnLst>
                                    <p:set>
                                      <p:cBhvr>
                                        <p:cTn id="86" dur="1" fill="hold">
                                          <p:stCondLst>
                                            <p:cond delay="0"/>
                                          </p:stCondLst>
                                        </p:cTn>
                                        <p:tgtEl>
                                          <p:spTgt spid="20491"/>
                                        </p:tgtEl>
                                        <p:attrNameLst>
                                          <p:attrName>style.visibility</p:attrName>
                                        </p:attrNameLst>
                                      </p:cBhvr>
                                      <p:to>
                                        <p:strVal val="visible"/>
                                      </p:to>
                                    </p:set>
                                    <p:animEffect transition="in" filter="strips(upLeft)">
                                      <p:cBhvr>
                                        <p:cTn id="87" dur="500"/>
                                        <p:tgtEl>
                                          <p:spTgt spid="2049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7" presetClass="entr" presetSubtype="4" fill="hold" grpId="0" nodeType="clickEffect">
                                  <p:stCondLst>
                                    <p:cond delay="0"/>
                                  </p:stCondLst>
                                  <p:childTnLst>
                                    <p:set>
                                      <p:cBhvr>
                                        <p:cTn id="91" dur="1" fill="hold">
                                          <p:stCondLst>
                                            <p:cond delay="0"/>
                                          </p:stCondLst>
                                        </p:cTn>
                                        <p:tgtEl>
                                          <p:spTgt spid="20492"/>
                                        </p:tgtEl>
                                        <p:attrNameLst>
                                          <p:attrName>style.visibility</p:attrName>
                                        </p:attrNameLst>
                                      </p:cBhvr>
                                      <p:to>
                                        <p:strVal val="visible"/>
                                      </p:to>
                                    </p:set>
                                    <p:anim calcmode="lin" valueType="num">
                                      <p:cBhvr>
                                        <p:cTn id="92" dur="500" fill="hold"/>
                                        <p:tgtEl>
                                          <p:spTgt spid="20492"/>
                                        </p:tgtEl>
                                        <p:attrNameLst>
                                          <p:attrName>ppt_x</p:attrName>
                                        </p:attrNameLst>
                                      </p:cBhvr>
                                      <p:tavLst>
                                        <p:tav tm="0">
                                          <p:val>
                                            <p:strVal val="#ppt_x"/>
                                          </p:val>
                                        </p:tav>
                                        <p:tav tm="100000">
                                          <p:val>
                                            <p:strVal val="#ppt_x"/>
                                          </p:val>
                                        </p:tav>
                                      </p:tavLst>
                                    </p:anim>
                                    <p:anim calcmode="lin" valueType="num">
                                      <p:cBhvr>
                                        <p:cTn id="93" dur="500" fill="hold"/>
                                        <p:tgtEl>
                                          <p:spTgt spid="20492"/>
                                        </p:tgtEl>
                                        <p:attrNameLst>
                                          <p:attrName>ppt_y</p:attrName>
                                        </p:attrNameLst>
                                      </p:cBhvr>
                                      <p:tavLst>
                                        <p:tav tm="0">
                                          <p:val>
                                            <p:strVal val="#ppt_y+#ppt_h/2"/>
                                          </p:val>
                                        </p:tav>
                                        <p:tav tm="100000">
                                          <p:val>
                                            <p:strVal val="#ppt_y"/>
                                          </p:val>
                                        </p:tav>
                                      </p:tavLst>
                                    </p:anim>
                                    <p:anim calcmode="lin" valueType="num">
                                      <p:cBhvr>
                                        <p:cTn id="94" dur="500" fill="hold"/>
                                        <p:tgtEl>
                                          <p:spTgt spid="20492"/>
                                        </p:tgtEl>
                                        <p:attrNameLst>
                                          <p:attrName>ppt_w</p:attrName>
                                        </p:attrNameLst>
                                      </p:cBhvr>
                                      <p:tavLst>
                                        <p:tav tm="0">
                                          <p:val>
                                            <p:strVal val="#ppt_w"/>
                                          </p:val>
                                        </p:tav>
                                        <p:tav tm="100000">
                                          <p:val>
                                            <p:strVal val="#ppt_w"/>
                                          </p:val>
                                        </p:tav>
                                      </p:tavLst>
                                    </p:anim>
                                    <p:anim calcmode="lin" valueType="num">
                                      <p:cBhvr>
                                        <p:cTn id="95" dur="500" fill="hold"/>
                                        <p:tgtEl>
                                          <p:spTgt spid="20492"/>
                                        </p:tgtEl>
                                        <p:attrNameLst>
                                          <p:attrName>ppt_h</p:attrName>
                                        </p:attrNameLst>
                                      </p:cBhvr>
                                      <p:tavLst>
                                        <p:tav tm="0">
                                          <p:val>
                                            <p:fltVal val="0"/>
                                          </p:val>
                                        </p:tav>
                                        <p:tav tm="100000">
                                          <p:val>
                                            <p:strVal val="#ppt_h"/>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17" presetClass="entr" presetSubtype="4" fill="hold" grpId="0" nodeType="clickEffect">
                                  <p:stCondLst>
                                    <p:cond delay="0"/>
                                  </p:stCondLst>
                                  <p:childTnLst>
                                    <p:set>
                                      <p:cBhvr>
                                        <p:cTn id="99" dur="1" fill="hold">
                                          <p:stCondLst>
                                            <p:cond delay="0"/>
                                          </p:stCondLst>
                                        </p:cTn>
                                        <p:tgtEl>
                                          <p:spTgt spid="20498"/>
                                        </p:tgtEl>
                                        <p:attrNameLst>
                                          <p:attrName>style.visibility</p:attrName>
                                        </p:attrNameLst>
                                      </p:cBhvr>
                                      <p:to>
                                        <p:strVal val="visible"/>
                                      </p:to>
                                    </p:set>
                                    <p:anim calcmode="lin" valueType="num">
                                      <p:cBhvr>
                                        <p:cTn id="100" dur="500" fill="hold"/>
                                        <p:tgtEl>
                                          <p:spTgt spid="20498"/>
                                        </p:tgtEl>
                                        <p:attrNameLst>
                                          <p:attrName>ppt_x</p:attrName>
                                        </p:attrNameLst>
                                      </p:cBhvr>
                                      <p:tavLst>
                                        <p:tav tm="0">
                                          <p:val>
                                            <p:strVal val="#ppt_x"/>
                                          </p:val>
                                        </p:tav>
                                        <p:tav tm="100000">
                                          <p:val>
                                            <p:strVal val="#ppt_x"/>
                                          </p:val>
                                        </p:tav>
                                      </p:tavLst>
                                    </p:anim>
                                    <p:anim calcmode="lin" valueType="num">
                                      <p:cBhvr>
                                        <p:cTn id="101" dur="500" fill="hold"/>
                                        <p:tgtEl>
                                          <p:spTgt spid="20498"/>
                                        </p:tgtEl>
                                        <p:attrNameLst>
                                          <p:attrName>ppt_y</p:attrName>
                                        </p:attrNameLst>
                                      </p:cBhvr>
                                      <p:tavLst>
                                        <p:tav tm="0">
                                          <p:val>
                                            <p:strVal val="#ppt_y+#ppt_h/2"/>
                                          </p:val>
                                        </p:tav>
                                        <p:tav tm="100000">
                                          <p:val>
                                            <p:strVal val="#ppt_y"/>
                                          </p:val>
                                        </p:tav>
                                      </p:tavLst>
                                    </p:anim>
                                    <p:anim calcmode="lin" valueType="num">
                                      <p:cBhvr>
                                        <p:cTn id="102" dur="500" fill="hold"/>
                                        <p:tgtEl>
                                          <p:spTgt spid="20498"/>
                                        </p:tgtEl>
                                        <p:attrNameLst>
                                          <p:attrName>ppt_w</p:attrName>
                                        </p:attrNameLst>
                                      </p:cBhvr>
                                      <p:tavLst>
                                        <p:tav tm="0">
                                          <p:val>
                                            <p:strVal val="#ppt_w"/>
                                          </p:val>
                                        </p:tav>
                                        <p:tav tm="100000">
                                          <p:val>
                                            <p:strVal val="#ppt_w"/>
                                          </p:val>
                                        </p:tav>
                                      </p:tavLst>
                                    </p:anim>
                                    <p:anim calcmode="lin" valueType="num">
                                      <p:cBhvr>
                                        <p:cTn id="103" dur="500" fill="hold"/>
                                        <p:tgtEl>
                                          <p:spTgt spid="20498"/>
                                        </p:tgtEl>
                                        <p:attrNameLst>
                                          <p:attrName>ppt_h</p:attrName>
                                        </p:attrNameLst>
                                      </p:cBhvr>
                                      <p:tavLst>
                                        <p:tav tm="0">
                                          <p:val>
                                            <p:fltVal val="0"/>
                                          </p:val>
                                        </p:tav>
                                        <p:tav tm="100000">
                                          <p:val>
                                            <p:strVal val="#ppt_h"/>
                                          </p:val>
                                        </p:tav>
                                      </p:tavLst>
                                    </p:anim>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8" presetClass="entr" presetSubtype="6" fill="hold" grpId="0" nodeType="clickEffect">
                                  <p:stCondLst>
                                    <p:cond delay="0"/>
                                  </p:stCondLst>
                                  <p:childTnLst>
                                    <p:set>
                                      <p:cBhvr>
                                        <p:cTn id="107" dur="1" fill="hold">
                                          <p:stCondLst>
                                            <p:cond delay="0"/>
                                          </p:stCondLst>
                                        </p:cTn>
                                        <p:tgtEl>
                                          <p:spTgt spid="20496"/>
                                        </p:tgtEl>
                                        <p:attrNameLst>
                                          <p:attrName>style.visibility</p:attrName>
                                        </p:attrNameLst>
                                      </p:cBhvr>
                                      <p:to>
                                        <p:strVal val="visible"/>
                                      </p:to>
                                    </p:set>
                                    <p:animEffect transition="in" filter="strips(downRight)">
                                      <p:cBhvr>
                                        <p:cTn id="108" dur="500"/>
                                        <p:tgtEl>
                                          <p:spTgt spid="20496"/>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8" presetClass="entr" presetSubtype="12" fill="hold" grpId="0" nodeType="clickEffect">
                                  <p:stCondLst>
                                    <p:cond delay="0"/>
                                  </p:stCondLst>
                                  <p:childTnLst>
                                    <p:set>
                                      <p:cBhvr>
                                        <p:cTn id="112" dur="1" fill="hold">
                                          <p:stCondLst>
                                            <p:cond delay="0"/>
                                          </p:stCondLst>
                                        </p:cTn>
                                        <p:tgtEl>
                                          <p:spTgt spid="20497"/>
                                        </p:tgtEl>
                                        <p:attrNameLst>
                                          <p:attrName>style.visibility</p:attrName>
                                        </p:attrNameLst>
                                      </p:cBhvr>
                                      <p:to>
                                        <p:strVal val="visible"/>
                                      </p:to>
                                    </p:set>
                                    <p:animEffect transition="in" filter="strips(downLeft)">
                                      <p:cBhvr>
                                        <p:cTn id="113" dur="500"/>
                                        <p:tgtEl>
                                          <p:spTgt spid="20497"/>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7" presetClass="entr" presetSubtype="8" fill="hold" grpId="0" nodeType="clickEffect">
                                  <p:stCondLst>
                                    <p:cond delay="0"/>
                                  </p:stCondLst>
                                  <p:childTnLst>
                                    <p:set>
                                      <p:cBhvr>
                                        <p:cTn id="117" dur="1" fill="hold">
                                          <p:stCondLst>
                                            <p:cond delay="0"/>
                                          </p:stCondLst>
                                        </p:cTn>
                                        <p:tgtEl>
                                          <p:spTgt spid="20495"/>
                                        </p:tgtEl>
                                        <p:attrNameLst>
                                          <p:attrName>style.visibility</p:attrName>
                                        </p:attrNameLst>
                                      </p:cBhvr>
                                      <p:to>
                                        <p:strVal val="visible"/>
                                      </p:to>
                                    </p:set>
                                    <p:anim calcmode="lin" valueType="num">
                                      <p:cBhvr>
                                        <p:cTn id="118" dur="500" fill="hold"/>
                                        <p:tgtEl>
                                          <p:spTgt spid="20495"/>
                                        </p:tgtEl>
                                        <p:attrNameLst>
                                          <p:attrName>ppt_x</p:attrName>
                                        </p:attrNameLst>
                                      </p:cBhvr>
                                      <p:tavLst>
                                        <p:tav tm="0">
                                          <p:val>
                                            <p:strVal val="#ppt_x-#ppt_w/2"/>
                                          </p:val>
                                        </p:tav>
                                        <p:tav tm="100000">
                                          <p:val>
                                            <p:strVal val="#ppt_x"/>
                                          </p:val>
                                        </p:tav>
                                      </p:tavLst>
                                    </p:anim>
                                    <p:anim calcmode="lin" valueType="num">
                                      <p:cBhvr>
                                        <p:cTn id="119" dur="500" fill="hold"/>
                                        <p:tgtEl>
                                          <p:spTgt spid="20495"/>
                                        </p:tgtEl>
                                        <p:attrNameLst>
                                          <p:attrName>ppt_y</p:attrName>
                                        </p:attrNameLst>
                                      </p:cBhvr>
                                      <p:tavLst>
                                        <p:tav tm="0">
                                          <p:val>
                                            <p:strVal val="#ppt_y"/>
                                          </p:val>
                                        </p:tav>
                                        <p:tav tm="100000">
                                          <p:val>
                                            <p:strVal val="#ppt_y"/>
                                          </p:val>
                                        </p:tav>
                                      </p:tavLst>
                                    </p:anim>
                                    <p:anim calcmode="lin" valueType="num">
                                      <p:cBhvr>
                                        <p:cTn id="120" dur="500" fill="hold"/>
                                        <p:tgtEl>
                                          <p:spTgt spid="20495"/>
                                        </p:tgtEl>
                                        <p:attrNameLst>
                                          <p:attrName>ppt_w</p:attrName>
                                        </p:attrNameLst>
                                      </p:cBhvr>
                                      <p:tavLst>
                                        <p:tav tm="0">
                                          <p:val>
                                            <p:fltVal val="0"/>
                                          </p:val>
                                        </p:tav>
                                        <p:tav tm="100000">
                                          <p:val>
                                            <p:strVal val="#ppt_w"/>
                                          </p:val>
                                        </p:tav>
                                      </p:tavLst>
                                    </p:anim>
                                    <p:anim calcmode="lin" valueType="num">
                                      <p:cBhvr>
                                        <p:cTn id="121" dur="500" fill="hold"/>
                                        <p:tgtEl>
                                          <p:spTgt spid="20495"/>
                                        </p:tgtEl>
                                        <p:attrNameLst>
                                          <p:attrName>ppt_h</p:attrName>
                                        </p:attrNameLst>
                                      </p:cBhvr>
                                      <p:tavLst>
                                        <p:tav tm="0">
                                          <p:val>
                                            <p:strVal val="#ppt_h"/>
                                          </p:val>
                                        </p:tav>
                                        <p:tav tm="100000">
                                          <p:val>
                                            <p:strVal val="#ppt_h"/>
                                          </p:val>
                                        </p:tav>
                                      </p:tavLst>
                                    </p:anim>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 presetClass="entr" presetSubtype="8" fill="hold" grpId="0" nodeType="clickEffect">
                                  <p:stCondLst>
                                    <p:cond delay="0"/>
                                  </p:stCondLst>
                                  <p:childTnLst>
                                    <p:set>
                                      <p:cBhvr>
                                        <p:cTn id="125" dur="1" fill="hold">
                                          <p:stCondLst>
                                            <p:cond delay="0"/>
                                          </p:stCondLst>
                                        </p:cTn>
                                        <p:tgtEl>
                                          <p:spTgt spid="20503"/>
                                        </p:tgtEl>
                                        <p:attrNameLst>
                                          <p:attrName>style.visibility</p:attrName>
                                        </p:attrNameLst>
                                      </p:cBhvr>
                                      <p:to>
                                        <p:strVal val="visible"/>
                                      </p:to>
                                    </p:set>
                                    <p:anim calcmode="lin" valueType="num">
                                      <p:cBhvr additive="base">
                                        <p:cTn id="126" dur="500" fill="hold"/>
                                        <p:tgtEl>
                                          <p:spTgt spid="20503"/>
                                        </p:tgtEl>
                                        <p:attrNameLst>
                                          <p:attrName>ppt_x</p:attrName>
                                        </p:attrNameLst>
                                      </p:cBhvr>
                                      <p:tavLst>
                                        <p:tav tm="0">
                                          <p:val>
                                            <p:strVal val="0-#ppt_w/2"/>
                                          </p:val>
                                        </p:tav>
                                        <p:tav tm="100000">
                                          <p:val>
                                            <p:strVal val="#ppt_x"/>
                                          </p:val>
                                        </p:tav>
                                      </p:tavLst>
                                    </p:anim>
                                    <p:anim calcmode="lin" valueType="num">
                                      <p:cBhvr additive="base">
                                        <p:cTn id="127" dur="500" fill="hold"/>
                                        <p:tgtEl>
                                          <p:spTgt spid="20503"/>
                                        </p:tgtEl>
                                        <p:attrNameLst>
                                          <p:attrName>ppt_y</p:attrName>
                                        </p:attrNameLst>
                                      </p:cBhvr>
                                      <p:tavLst>
                                        <p:tav tm="0">
                                          <p:val>
                                            <p:strVal val="#ppt_y"/>
                                          </p:val>
                                        </p:tav>
                                        <p:tav tm="100000">
                                          <p:val>
                                            <p:strVal val="#ppt_y"/>
                                          </p:val>
                                        </p:tav>
                                      </p:tavLst>
                                    </p:anim>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 presetClass="entr" presetSubtype="8" fill="hold" grpId="0" nodeType="clickEffect">
                                  <p:stCondLst>
                                    <p:cond delay="0"/>
                                  </p:stCondLst>
                                  <p:childTnLst>
                                    <p:set>
                                      <p:cBhvr>
                                        <p:cTn id="131" dur="1" fill="hold">
                                          <p:stCondLst>
                                            <p:cond delay="0"/>
                                          </p:stCondLst>
                                        </p:cTn>
                                        <p:tgtEl>
                                          <p:spTgt spid="20502"/>
                                        </p:tgtEl>
                                        <p:attrNameLst>
                                          <p:attrName>style.visibility</p:attrName>
                                        </p:attrNameLst>
                                      </p:cBhvr>
                                      <p:to>
                                        <p:strVal val="visible"/>
                                      </p:to>
                                    </p:set>
                                    <p:anim calcmode="lin" valueType="num">
                                      <p:cBhvr additive="base">
                                        <p:cTn id="132" dur="500" fill="hold"/>
                                        <p:tgtEl>
                                          <p:spTgt spid="20502"/>
                                        </p:tgtEl>
                                        <p:attrNameLst>
                                          <p:attrName>ppt_x</p:attrName>
                                        </p:attrNameLst>
                                      </p:cBhvr>
                                      <p:tavLst>
                                        <p:tav tm="0">
                                          <p:val>
                                            <p:strVal val="0-#ppt_w/2"/>
                                          </p:val>
                                        </p:tav>
                                        <p:tav tm="100000">
                                          <p:val>
                                            <p:strVal val="#ppt_x"/>
                                          </p:val>
                                        </p:tav>
                                      </p:tavLst>
                                    </p:anim>
                                    <p:anim calcmode="lin" valueType="num">
                                      <p:cBhvr additive="base">
                                        <p:cTn id="133" dur="500" fill="hold"/>
                                        <p:tgtEl>
                                          <p:spTgt spid="20502"/>
                                        </p:tgtEl>
                                        <p:attrNameLst>
                                          <p:attrName>ppt_y</p:attrName>
                                        </p:attrNameLst>
                                      </p:cBhvr>
                                      <p:tavLst>
                                        <p:tav tm="0">
                                          <p:val>
                                            <p:strVal val="#ppt_y"/>
                                          </p:val>
                                        </p:tav>
                                        <p:tav tm="100000">
                                          <p:val>
                                            <p:strVal val="#ppt_y"/>
                                          </p:val>
                                        </p:tav>
                                      </p:tavLst>
                                    </p:anim>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 presetClass="entr" presetSubtype="2" fill="hold" grpId="0" nodeType="clickEffect">
                                  <p:stCondLst>
                                    <p:cond delay="0"/>
                                  </p:stCondLst>
                                  <p:childTnLst>
                                    <p:set>
                                      <p:cBhvr>
                                        <p:cTn id="137" dur="1" fill="hold">
                                          <p:stCondLst>
                                            <p:cond delay="0"/>
                                          </p:stCondLst>
                                        </p:cTn>
                                        <p:tgtEl>
                                          <p:spTgt spid="20501"/>
                                        </p:tgtEl>
                                        <p:attrNameLst>
                                          <p:attrName>style.visibility</p:attrName>
                                        </p:attrNameLst>
                                      </p:cBhvr>
                                      <p:to>
                                        <p:strVal val="visible"/>
                                      </p:to>
                                    </p:set>
                                    <p:anim calcmode="lin" valueType="num">
                                      <p:cBhvr additive="base">
                                        <p:cTn id="138" dur="500" fill="hold"/>
                                        <p:tgtEl>
                                          <p:spTgt spid="20501"/>
                                        </p:tgtEl>
                                        <p:attrNameLst>
                                          <p:attrName>ppt_x</p:attrName>
                                        </p:attrNameLst>
                                      </p:cBhvr>
                                      <p:tavLst>
                                        <p:tav tm="0">
                                          <p:val>
                                            <p:strVal val="1+#ppt_w/2"/>
                                          </p:val>
                                        </p:tav>
                                        <p:tav tm="100000">
                                          <p:val>
                                            <p:strVal val="#ppt_x"/>
                                          </p:val>
                                        </p:tav>
                                      </p:tavLst>
                                    </p:anim>
                                    <p:anim calcmode="lin" valueType="num">
                                      <p:cBhvr additive="base">
                                        <p:cTn id="139" dur="500" fill="hold"/>
                                        <p:tgtEl>
                                          <p:spTgt spid="20501"/>
                                        </p:tgtEl>
                                        <p:attrNameLst>
                                          <p:attrName>ppt_y</p:attrName>
                                        </p:attrNameLst>
                                      </p:cBhvr>
                                      <p:tavLst>
                                        <p:tav tm="0">
                                          <p:val>
                                            <p:strVal val="#ppt_y"/>
                                          </p:val>
                                        </p:tav>
                                        <p:tav tm="100000">
                                          <p:val>
                                            <p:strVal val="#ppt_y"/>
                                          </p:val>
                                        </p:tav>
                                      </p:tavLst>
                                    </p:anim>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 presetClass="entr" presetSubtype="2" fill="hold" grpId="0" nodeType="clickEffect">
                                  <p:stCondLst>
                                    <p:cond delay="0"/>
                                  </p:stCondLst>
                                  <p:childTnLst>
                                    <p:set>
                                      <p:cBhvr>
                                        <p:cTn id="143" dur="1" fill="hold">
                                          <p:stCondLst>
                                            <p:cond delay="0"/>
                                          </p:stCondLst>
                                        </p:cTn>
                                        <p:tgtEl>
                                          <p:spTgt spid="20500"/>
                                        </p:tgtEl>
                                        <p:attrNameLst>
                                          <p:attrName>style.visibility</p:attrName>
                                        </p:attrNameLst>
                                      </p:cBhvr>
                                      <p:to>
                                        <p:strVal val="visible"/>
                                      </p:to>
                                    </p:set>
                                    <p:anim calcmode="lin" valueType="num">
                                      <p:cBhvr additive="base">
                                        <p:cTn id="144" dur="500" fill="hold"/>
                                        <p:tgtEl>
                                          <p:spTgt spid="20500"/>
                                        </p:tgtEl>
                                        <p:attrNameLst>
                                          <p:attrName>ppt_x</p:attrName>
                                        </p:attrNameLst>
                                      </p:cBhvr>
                                      <p:tavLst>
                                        <p:tav tm="0">
                                          <p:val>
                                            <p:strVal val="1+#ppt_w/2"/>
                                          </p:val>
                                        </p:tav>
                                        <p:tav tm="100000">
                                          <p:val>
                                            <p:strVal val="#ppt_x"/>
                                          </p:val>
                                        </p:tav>
                                      </p:tavLst>
                                    </p:anim>
                                    <p:anim calcmode="lin" valueType="num">
                                      <p:cBhvr additive="base">
                                        <p:cTn id="145" dur="500" fill="hold"/>
                                        <p:tgtEl>
                                          <p:spTgt spid="20500"/>
                                        </p:tgtEl>
                                        <p:attrNameLst>
                                          <p:attrName>ppt_y</p:attrName>
                                        </p:attrNameLst>
                                      </p:cBhvr>
                                      <p:tavLst>
                                        <p:tav tm="0">
                                          <p:val>
                                            <p:strVal val="#ppt_y"/>
                                          </p:val>
                                        </p:tav>
                                        <p:tav tm="100000">
                                          <p:val>
                                            <p:strVal val="#ppt_y"/>
                                          </p:val>
                                        </p:tav>
                                      </p:tavLst>
                                    </p:anim>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7" presetClass="entr" presetSubtype="10" fill="hold" grpId="0" nodeType="clickEffect">
                                  <p:stCondLst>
                                    <p:cond delay="0"/>
                                  </p:stCondLst>
                                  <p:childTnLst>
                                    <p:set>
                                      <p:cBhvr>
                                        <p:cTn id="149" dur="1" fill="hold">
                                          <p:stCondLst>
                                            <p:cond delay="0"/>
                                          </p:stCondLst>
                                        </p:cTn>
                                        <p:tgtEl>
                                          <p:spTgt spid="20504"/>
                                        </p:tgtEl>
                                        <p:attrNameLst>
                                          <p:attrName>style.visibility</p:attrName>
                                        </p:attrNameLst>
                                      </p:cBhvr>
                                      <p:to>
                                        <p:strVal val="visible"/>
                                      </p:to>
                                    </p:set>
                                    <p:anim calcmode="lin" valueType="num">
                                      <p:cBhvr>
                                        <p:cTn id="150" dur="500" fill="hold"/>
                                        <p:tgtEl>
                                          <p:spTgt spid="20504"/>
                                        </p:tgtEl>
                                        <p:attrNameLst>
                                          <p:attrName>ppt_w</p:attrName>
                                        </p:attrNameLst>
                                      </p:cBhvr>
                                      <p:tavLst>
                                        <p:tav tm="0">
                                          <p:val>
                                            <p:fltVal val="0"/>
                                          </p:val>
                                        </p:tav>
                                        <p:tav tm="100000">
                                          <p:val>
                                            <p:strVal val="#ppt_w"/>
                                          </p:val>
                                        </p:tav>
                                      </p:tavLst>
                                    </p:anim>
                                    <p:anim calcmode="lin" valueType="num">
                                      <p:cBhvr>
                                        <p:cTn id="151" dur="500" fill="hold"/>
                                        <p:tgtEl>
                                          <p:spTgt spid="20504"/>
                                        </p:tgtEl>
                                        <p:attrNameLst>
                                          <p:attrName>ppt_h</p:attrName>
                                        </p:attrNameLst>
                                      </p:cBhvr>
                                      <p:tavLst>
                                        <p:tav tm="0">
                                          <p:val>
                                            <p:strVal val="#ppt_h"/>
                                          </p:val>
                                        </p:tav>
                                        <p:tav tm="100000">
                                          <p:val>
                                            <p:strVal val="#ppt_h"/>
                                          </p:val>
                                        </p:tav>
                                      </p:tavLst>
                                    </p:anim>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8" presetClass="entr" presetSubtype="3" fill="hold" nodeType="clickEffect">
                                  <p:stCondLst>
                                    <p:cond delay="0"/>
                                  </p:stCondLst>
                                  <p:childTnLst>
                                    <p:set>
                                      <p:cBhvr>
                                        <p:cTn id="155" dur="1" fill="hold">
                                          <p:stCondLst>
                                            <p:cond delay="0"/>
                                          </p:stCondLst>
                                        </p:cTn>
                                        <p:tgtEl>
                                          <p:spTgt spid="20505"/>
                                        </p:tgtEl>
                                        <p:attrNameLst>
                                          <p:attrName>style.visibility</p:attrName>
                                        </p:attrNameLst>
                                      </p:cBhvr>
                                      <p:to>
                                        <p:strVal val="visible"/>
                                      </p:to>
                                    </p:set>
                                    <p:animEffect transition="in" filter="strips(upRight)">
                                      <p:cBhvr>
                                        <p:cTn id="156" dur="500"/>
                                        <p:tgtEl>
                                          <p:spTgt spid="20505"/>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17" presetClass="entr" presetSubtype="1" fill="hold" grpId="0" nodeType="clickEffect">
                                  <p:stCondLst>
                                    <p:cond delay="0"/>
                                  </p:stCondLst>
                                  <p:childTnLst>
                                    <p:set>
                                      <p:cBhvr>
                                        <p:cTn id="160" dur="1" fill="hold">
                                          <p:stCondLst>
                                            <p:cond delay="0"/>
                                          </p:stCondLst>
                                        </p:cTn>
                                        <p:tgtEl>
                                          <p:spTgt spid="20515"/>
                                        </p:tgtEl>
                                        <p:attrNameLst>
                                          <p:attrName>style.visibility</p:attrName>
                                        </p:attrNameLst>
                                      </p:cBhvr>
                                      <p:to>
                                        <p:strVal val="visible"/>
                                      </p:to>
                                    </p:set>
                                    <p:anim calcmode="lin" valueType="num">
                                      <p:cBhvr>
                                        <p:cTn id="161" dur="500" fill="hold"/>
                                        <p:tgtEl>
                                          <p:spTgt spid="20515"/>
                                        </p:tgtEl>
                                        <p:attrNameLst>
                                          <p:attrName>ppt_x</p:attrName>
                                        </p:attrNameLst>
                                      </p:cBhvr>
                                      <p:tavLst>
                                        <p:tav tm="0">
                                          <p:val>
                                            <p:strVal val="#ppt_x"/>
                                          </p:val>
                                        </p:tav>
                                        <p:tav tm="100000">
                                          <p:val>
                                            <p:strVal val="#ppt_x"/>
                                          </p:val>
                                        </p:tav>
                                      </p:tavLst>
                                    </p:anim>
                                    <p:anim calcmode="lin" valueType="num">
                                      <p:cBhvr>
                                        <p:cTn id="162" dur="500" fill="hold"/>
                                        <p:tgtEl>
                                          <p:spTgt spid="20515"/>
                                        </p:tgtEl>
                                        <p:attrNameLst>
                                          <p:attrName>ppt_y</p:attrName>
                                        </p:attrNameLst>
                                      </p:cBhvr>
                                      <p:tavLst>
                                        <p:tav tm="0">
                                          <p:val>
                                            <p:strVal val="#ppt_y-#ppt_h/2"/>
                                          </p:val>
                                        </p:tav>
                                        <p:tav tm="100000">
                                          <p:val>
                                            <p:strVal val="#ppt_y"/>
                                          </p:val>
                                        </p:tav>
                                      </p:tavLst>
                                    </p:anim>
                                    <p:anim calcmode="lin" valueType="num">
                                      <p:cBhvr>
                                        <p:cTn id="163" dur="500" fill="hold"/>
                                        <p:tgtEl>
                                          <p:spTgt spid="20515"/>
                                        </p:tgtEl>
                                        <p:attrNameLst>
                                          <p:attrName>ppt_w</p:attrName>
                                        </p:attrNameLst>
                                      </p:cBhvr>
                                      <p:tavLst>
                                        <p:tav tm="0">
                                          <p:val>
                                            <p:strVal val="#ppt_w"/>
                                          </p:val>
                                        </p:tav>
                                        <p:tav tm="100000">
                                          <p:val>
                                            <p:strVal val="#ppt_w"/>
                                          </p:val>
                                        </p:tav>
                                      </p:tavLst>
                                    </p:anim>
                                    <p:anim calcmode="lin" valueType="num">
                                      <p:cBhvr>
                                        <p:cTn id="164" dur="500" fill="hold"/>
                                        <p:tgtEl>
                                          <p:spTgt spid="20515"/>
                                        </p:tgtEl>
                                        <p:attrNameLst>
                                          <p:attrName>ppt_h</p:attrName>
                                        </p:attrNameLst>
                                      </p:cBhvr>
                                      <p:tavLst>
                                        <p:tav tm="0">
                                          <p:val>
                                            <p:fltVal val="0"/>
                                          </p:val>
                                        </p:tav>
                                        <p:tav tm="100000">
                                          <p:val>
                                            <p:strVal val="#ppt_h"/>
                                          </p:val>
                                        </p:tav>
                                      </p:tavLst>
                                    </p:anim>
                                  </p:childTnLst>
                                </p:cTn>
                              </p:par>
                            </p:childTnLst>
                          </p:cTn>
                        </p:par>
                      </p:childTnLst>
                    </p:cTn>
                  </p:par>
                  <p:par>
                    <p:cTn id="165" fill="hold" nodeType="clickPar">
                      <p:stCondLst>
                        <p:cond delay="indefinite"/>
                      </p:stCondLst>
                      <p:childTnLst>
                        <p:par>
                          <p:cTn id="166" fill="hold" nodeType="withGroup">
                            <p:stCondLst>
                              <p:cond delay="0"/>
                            </p:stCondLst>
                            <p:childTnLst>
                              <p:par>
                                <p:cTn id="167" presetID="17" presetClass="entr" presetSubtype="1" fill="hold" grpId="0" nodeType="clickEffect">
                                  <p:stCondLst>
                                    <p:cond delay="0"/>
                                  </p:stCondLst>
                                  <p:childTnLst>
                                    <p:set>
                                      <p:cBhvr>
                                        <p:cTn id="168" dur="1" fill="hold">
                                          <p:stCondLst>
                                            <p:cond delay="0"/>
                                          </p:stCondLst>
                                        </p:cTn>
                                        <p:tgtEl>
                                          <p:spTgt spid="20516"/>
                                        </p:tgtEl>
                                        <p:attrNameLst>
                                          <p:attrName>style.visibility</p:attrName>
                                        </p:attrNameLst>
                                      </p:cBhvr>
                                      <p:to>
                                        <p:strVal val="visible"/>
                                      </p:to>
                                    </p:set>
                                    <p:anim calcmode="lin" valueType="num">
                                      <p:cBhvr>
                                        <p:cTn id="169" dur="500" fill="hold"/>
                                        <p:tgtEl>
                                          <p:spTgt spid="20516"/>
                                        </p:tgtEl>
                                        <p:attrNameLst>
                                          <p:attrName>ppt_x</p:attrName>
                                        </p:attrNameLst>
                                      </p:cBhvr>
                                      <p:tavLst>
                                        <p:tav tm="0">
                                          <p:val>
                                            <p:strVal val="#ppt_x"/>
                                          </p:val>
                                        </p:tav>
                                        <p:tav tm="100000">
                                          <p:val>
                                            <p:strVal val="#ppt_x"/>
                                          </p:val>
                                        </p:tav>
                                      </p:tavLst>
                                    </p:anim>
                                    <p:anim calcmode="lin" valueType="num">
                                      <p:cBhvr>
                                        <p:cTn id="170" dur="500" fill="hold"/>
                                        <p:tgtEl>
                                          <p:spTgt spid="20516"/>
                                        </p:tgtEl>
                                        <p:attrNameLst>
                                          <p:attrName>ppt_y</p:attrName>
                                        </p:attrNameLst>
                                      </p:cBhvr>
                                      <p:tavLst>
                                        <p:tav tm="0">
                                          <p:val>
                                            <p:strVal val="#ppt_y-#ppt_h/2"/>
                                          </p:val>
                                        </p:tav>
                                        <p:tav tm="100000">
                                          <p:val>
                                            <p:strVal val="#ppt_y"/>
                                          </p:val>
                                        </p:tav>
                                      </p:tavLst>
                                    </p:anim>
                                    <p:anim calcmode="lin" valueType="num">
                                      <p:cBhvr>
                                        <p:cTn id="171" dur="500" fill="hold"/>
                                        <p:tgtEl>
                                          <p:spTgt spid="20516"/>
                                        </p:tgtEl>
                                        <p:attrNameLst>
                                          <p:attrName>ppt_w</p:attrName>
                                        </p:attrNameLst>
                                      </p:cBhvr>
                                      <p:tavLst>
                                        <p:tav tm="0">
                                          <p:val>
                                            <p:strVal val="#ppt_w"/>
                                          </p:val>
                                        </p:tav>
                                        <p:tav tm="100000">
                                          <p:val>
                                            <p:strVal val="#ppt_w"/>
                                          </p:val>
                                        </p:tav>
                                      </p:tavLst>
                                    </p:anim>
                                    <p:anim calcmode="lin" valueType="num">
                                      <p:cBhvr>
                                        <p:cTn id="172" dur="500" fill="hold"/>
                                        <p:tgtEl>
                                          <p:spTgt spid="20516"/>
                                        </p:tgtEl>
                                        <p:attrNameLst>
                                          <p:attrName>ppt_h</p:attrName>
                                        </p:attrNameLst>
                                      </p:cBhvr>
                                      <p:tavLst>
                                        <p:tav tm="0">
                                          <p:val>
                                            <p:fltVal val="0"/>
                                          </p:val>
                                        </p:tav>
                                        <p:tav tm="100000">
                                          <p:val>
                                            <p:strVal val="#ppt_h"/>
                                          </p:val>
                                        </p:tav>
                                      </p:tavLst>
                                    </p:anim>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7" presetClass="entr" presetSubtype="1" fill="hold" grpId="0" nodeType="clickEffect">
                                  <p:stCondLst>
                                    <p:cond delay="0"/>
                                  </p:stCondLst>
                                  <p:childTnLst>
                                    <p:set>
                                      <p:cBhvr>
                                        <p:cTn id="176" dur="1" fill="hold">
                                          <p:stCondLst>
                                            <p:cond delay="0"/>
                                          </p:stCondLst>
                                        </p:cTn>
                                        <p:tgtEl>
                                          <p:spTgt spid="20517"/>
                                        </p:tgtEl>
                                        <p:attrNameLst>
                                          <p:attrName>style.visibility</p:attrName>
                                        </p:attrNameLst>
                                      </p:cBhvr>
                                      <p:to>
                                        <p:strVal val="visible"/>
                                      </p:to>
                                    </p:set>
                                    <p:anim calcmode="lin" valueType="num">
                                      <p:cBhvr>
                                        <p:cTn id="177" dur="500" fill="hold"/>
                                        <p:tgtEl>
                                          <p:spTgt spid="20517"/>
                                        </p:tgtEl>
                                        <p:attrNameLst>
                                          <p:attrName>ppt_x</p:attrName>
                                        </p:attrNameLst>
                                      </p:cBhvr>
                                      <p:tavLst>
                                        <p:tav tm="0">
                                          <p:val>
                                            <p:strVal val="#ppt_x"/>
                                          </p:val>
                                        </p:tav>
                                        <p:tav tm="100000">
                                          <p:val>
                                            <p:strVal val="#ppt_x"/>
                                          </p:val>
                                        </p:tav>
                                      </p:tavLst>
                                    </p:anim>
                                    <p:anim calcmode="lin" valueType="num">
                                      <p:cBhvr>
                                        <p:cTn id="178" dur="500" fill="hold"/>
                                        <p:tgtEl>
                                          <p:spTgt spid="20517"/>
                                        </p:tgtEl>
                                        <p:attrNameLst>
                                          <p:attrName>ppt_y</p:attrName>
                                        </p:attrNameLst>
                                      </p:cBhvr>
                                      <p:tavLst>
                                        <p:tav tm="0">
                                          <p:val>
                                            <p:strVal val="#ppt_y-#ppt_h/2"/>
                                          </p:val>
                                        </p:tav>
                                        <p:tav tm="100000">
                                          <p:val>
                                            <p:strVal val="#ppt_y"/>
                                          </p:val>
                                        </p:tav>
                                      </p:tavLst>
                                    </p:anim>
                                    <p:anim calcmode="lin" valueType="num">
                                      <p:cBhvr>
                                        <p:cTn id="179" dur="500" fill="hold"/>
                                        <p:tgtEl>
                                          <p:spTgt spid="20517"/>
                                        </p:tgtEl>
                                        <p:attrNameLst>
                                          <p:attrName>ppt_w</p:attrName>
                                        </p:attrNameLst>
                                      </p:cBhvr>
                                      <p:tavLst>
                                        <p:tav tm="0">
                                          <p:val>
                                            <p:strVal val="#ppt_w"/>
                                          </p:val>
                                        </p:tav>
                                        <p:tav tm="100000">
                                          <p:val>
                                            <p:strVal val="#ppt_w"/>
                                          </p:val>
                                        </p:tav>
                                      </p:tavLst>
                                    </p:anim>
                                    <p:anim calcmode="lin" valueType="num">
                                      <p:cBhvr>
                                        <p:cTn id="180" dur="500" fill="hold"/>
                                        <p:tgtEl>
                                          <p:spTgt spid="20517"/>
                                        </p:tgtEl>
                                        <p:attrNameLst>
                                          <p:attrName>ppt_h</p:attrName>
                                        </p:attrNameLst>
                                      </p:cBhvr>
                                      <p:tavLst>
                                        <p:tav tm="0">
                                          <p:val>
                                            <p:fltVal val="0"/>
                                          </p:val>
                                        </p:tav>
                                        <p:tav tm="100000">
                                          <p:val>
                                            <p:strVal val="#ppt_h"/>
                                          </p:val>
                                        </p:tav>
                                      </p:tavLst>
                                    </p:anim>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7" presetClass="entr" presetSubtype="8" fill="hold" grpId="0" nodeType="clickEffect">
                                  <p:stCondLst>
                                    <p:cond delay="0"/>
                                  </p:stCondLst>
                                  <p:childTnLst>
                                    <p:set>
                                      <p:cBhvr>
                                        <p:cTn id="184" dur="1" fill="hold">
                                          <p:stCondLst>
                                            <p:cond delay="0"/>
                                          </p:stCondLst>
                                        </p:cTn>
                                        <p:tgtEl>
                                          <p:spTgt spid="20518"/>
                                        </p:tgtEl>
                                        <p:attrNameLst>
                                          <p:attrName>style.visibility</p:attrName>
                                        </p:attrNameLst>
                                      </p:cBhvr>
                                      <p:to>
                                        <p:strVal val="visible"/>
                                      </p:to>
                                    </p:set>
                                    <p:anim calcmode="lin" valueType="num">
                                      <p:cBhvr>
                                        <p:cTn id="185" dur="500" fill="hold"/>
                                        <p:tgtEl>
                                          <p:spTgt spid="20518"/>
                                        </p:tgtEl>
                                        <p:attrNameLst>
                                          <p:attrName>ppt_x</p:attrName>
                                        </p:attrNameLst>
                                      </p:cBhvr>
                                      <p:tavLst>
                                        <p:tav tm="0">
                                          <p:val>
                                            <p:strVal val="#ppt_x-#ppt_w/2"/>
                                          </p:val>
                                        </p:tav>
                                        <p:tav tm="100000">
                                          <p:val>
                                            <p:strVal val="#ppt_x"/>
                                          </p:val>
                                        </p:tav>
                                      </p:tavLst>
                                    </p:anim>
                                    <p:anim calcmode="lin" valueType="num">
                                      <p:cBhvr>
                                        <p:cTn id="186" dur="500" fill="hold"/>
                                        <p:tgtEl>
                                          <p:spTgt spid="20518"/>
                                        </p:tgtEl>
                                        <p:attrNameLst>
                                          <p:attrName>ppt_y</p:attrName>
                                        </p:attrNameLst>
                                      </p:cBhvr>
                                      <p:tavLst>
                                        <p:tav tm="0">
                                          <p:val>
                                            <p:strVal val="#ppt_y"/>
                                          </p:val>
                                        </p:tav>
                                        <p:tav tm="100000">
                                          <p:val>
                                            <p:strVal val="#ppt_y"/>
                                          </p:val>
                                        </p:tav>
                                      </p:tavLst>
                                    </p:anim>
                                    <p:anim calcmode="lin" valueType="num">
                                      <p:cBhvr>
                                        <p:cTn id="187" dur="500" fill="hold"/>
                                        <p:tgtEl>
                                          <p:spTgt spid="20518"/>
                                        </p:tgtEl>
                                        <p:attrNameLst>
                                          <p:attrName>ppt_w</p:attrName>
                                        </p:attrNameLst>
                                      </p:cBhvr>
                                      <p:tavLst>
                                        <p:tav tm="0">
                                          <p:val>
                                            <p:fltVal val="0"/>
                                          </p:val>
                                        </p:tav>
                                        <p:tav tm="100000">
                                          <p:val>
                                            <p:strVal val="#ppt_w"/>
                                          </p:val>
                                        </p:tav>
                                      </p:tavLst>
                                    </p:anim>
                                    <p:anim calcmode="lin" valueType="num">
                                      <p:cBhvr>
                                        <p:cTn id="188" dur="500" fill="hold"/>
                                        <p:tgtEl>
                                          <p:spTgt spid="20518"/>
                                        </p:tgtEl>
                                        <p:attrNameLst>
                                          <p:attrName>ppt_h</p:attrName>
                                        </p:attrNameLst>
                                      </p:cBhvr>
                                      <p:tavLst>
                                        <p:tav tm="0">
                                          <p:val>
                                            <p:strVal val="#ppt_h"/>
                                          </p:val>
                                        </p:tav>
                                        <p:tav tm="100000">
                                          <p:val>
                                            <p:strVal val="#ppt_h"/>
                                          </p:val>
                                        </p:tav>
                                      </p:tavLst>
                                    </p:anim>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7" presetClass="entr" presetSubtype="8" fill="hold" grpId="0" nodeType="clickEffect">
                                  <p:stCondLst>
                                    <p:cond delay="0"/>
                                  </p:stCondLst>
                                  <p:childTnLst>
                                    <p:set>
                                      <p:cBhvr>
                                        <p:cTn id="192" dur="1" fill="hold">
                                          <p:stCondLst>
                                            <p:cond delay="0"/>
                                          </p:stCondLst>
                                        </p:cTn>
                                        <p:tgtEl>
                                          <p:spTgt spid="20519"/>
                                        </p:tgtEl>
                                        <p:attrNameLst>
                                          <p:attrName>style.visibility</p:attrName>
                                        </p:attrNameLst>
                                      </p:cBhvr>
                                      <p:to>
                                        <p:strVal val="visible"/>
                                      </p:to>
                                    </p:set>
                                    <p:anim calcmode="lin" valueType="num">
                                      <p:cBhvr>
                                        <p:cTn id="193" dur="500" fill="hold"/>
                                        <p:tgtEl>
                                          <p:spTgt spid="20519"/>
                                        </p:tgtEl>
                                        <p:attrNameLst>
                                          <p:attrName>ppt_x</p:attrName>
                                        </p:attrNameLst>
                                      </p:cBhvr>
                                      <p:tavLst>
                                        <p:tav tm="0">
                                          <p:val>
                                            <p:strVal val="#ppt_x-#ppt_w/2"/>
                                          </p:val>
                                        </p:tav>
                                        <p:tav tm="100000">
                                          <p:val>
                                            <p:strVal val="#ppt_x"/>
                                          </p:val>
                                        </p:tav>
                                      </p:tavLst>
                                    </p:anim>
                                    <p:anim calcmode="lin" valueType="num">
                                      <p:cBhvr>
                                        <p:cTn id="194" dur="500" fill="hold"/>
                                        <p:tgtEl>
                                          <p:spTgt spid="20519"/>
                                        </p:tgtEl>
                                        <p:attrNameLst>
                                          <p:attrName>ppt_y</p:attrName>
                                        </p:attrNameLst>
                                      </p:cBhvr>
                                      <p:tavLst>
                                        <p:tav tm="0">
                                          <p:val>
                                            <p:strVal val="#ppt_y"/>
                                          </p:val>
                                        </p:tav>
                                        <p:tav tm="100000">
                                          <p:val>
                                            <p:strVal val="#ppt_y"/>
                                          </p:val>
                                        </p:tav>
                                      </p:tavLst>
                                    </p:anim>
                                    <p:anim calcmode="lin" valueType="num">
                                      <p:cBhvr>
                                        <p:cTn id="195" dur="500" fill="hold"/>
                                        <p:tgtEl>
                                          <p:spTgt spid="20519"/>
                                        </p:tgtEl>
                                        <p:attrNameLst>
                                          <p:attrName>ppt_w</p:attrName>
                                        </p:attrNameLst>
                                      </p:cBhvr>
                                      <p:tavLst>
                                        <p:tav tm="0">
                                          <p:val>
                                            <p:fltVal val="0"/>
                                          </p:val>
                                        </p:tav>
                                        <p:tav tm="100000">
                                          <p:val>
                                            <p:strVal val="#ppt_w"/>
                                          </p:val>
                                        </p:tav>
                                      </p:tavLst>
                                    </p:anim>
                                    <p:anim calcmode="lin" valueType="num">
                                      <p:cBhvr>
                                        <p:cTn id="196" dur="500" fill="hold"/>
                                        <p:tgtEl>
                                          <p:spTgt spid="20519"/>
                                        </p:tgtEl>
                                        <p:attrNameLst>
                                          <p:attrName>ppt_h</p:attrName>
                                        </p:attrNameLst>
                                      </p:cBhvr>
                                      <p:tavLst>
                                        <p:tav tm="0">
                                          <p:val>
                                            <p:strVal val="#ppt_h"/>
                                          </p:val>
                                        </p:tav>
                                        <p:tav tm="100000">
                                          <p:val>
                                            <p:strVal val="#ppt_h"/>
                                          </p:val>
                                        </p:tav>
                                      </p:tavLst>
                                    </p:anim>
                                  </p:childTnLst>
                                </p:cTn>
                              </p:par>
                            </p:childTnLst>
                          </p:cTn>
                        </p:par>
                      </p:childTnLst>
                    </p:cTn>
                  </p:par>
                  <p:par>
                    <p:cTn id="197" fill="hold" nodeType="clickPar">
                      <p:stCondLst>
                        <p:cond delay="indefinite"/>
                      </p:stCondLst>
                      <p:childTnLst>
                        <p:par>
                          <p:cTn id="198" fill="hold" nodeType="withGroup">
                            <p:stCondLst>
                              <p:cond delay="0"/>
                            </p:stCondLst>
                            <p:childTnLst>
                              <p:par>
                                <p:cTn id="199" presetID="17" presetClass="entr" presetSubtype="8" fill="hold" grpId="0" nodeType="clickEffect">
                                  <p:stCondLst>
                                    <p:cond delay="0"/>
                                  </p:stCondLst>
                                  <p:childTnLst>
                                    <p:set>
                                      <p:cBhvr>
                                        <p:cTn id="200" dur="1" fill="hold">
                                          <p:stCondLst>
                                            <p:cond delay="0"/>
                                          </p:stCondLst>
                                        </p:cTn>
                                        <p:tgtEl>
                                          <p:spTgt spid="20520"/>
                                        </p:tgtEl>
                                        <p:attrNameLst>
                                          <p:attrName>style.visibility</p:attrName>
                                        </p:attrNameLst>
                                      </p:cBhvr>
                                      <p:to>
                                        <p:strVal val="visible"/>
                                      </p:to>
                                    </p:set>
                                    <p:anim calcmode="lin" valueType="num">
                                      <p:cBhvr>
                                        <p:cTn id="201" dur="500" fill="hold"/>
                                        <p:tgtEl>
                                          <p:spTgt spid="20520"/>
                                        </p:tgtEl>
                                        <p:attrNameLst>
                                          <p:attrName>ppt_x</p:attrName>
                                        </p:attrNameLst>
                                      </p:cBhvr>
                                      <p:tavLst>
                                        <p:tav tm="0">
                                          <p:val>
                                            <p:strVal val="#ppt_x-#ppt_w/2"/>
                                          </p:val>
                                        </p:tav>
                                        <p:tav tm="100000">
                                          <p:val>
                                            <p:strVal val="#ppt_x"/>
                                          </p:val>
                                        </p:tav>
                                      </p:tavLst>
                                    </p:anim>
                                    <p:anim calcmode="lin" valueType="num">
                                      <p:cBhvr>
                                        <p:cTn id="202" dur="500" fill="hold"/>
                                        <p:tgtEl>
                                          <p:spTgt spid="20520"/>
                                        </p:tgtEl>
                                        <p:attrNameLst>
                                          <p:attrName>ppt_y</p:attrName>
                                        </p:attrNameLst>
                                      </p:cBhvr>
                                      <p:tavLst>
                                        <p:tav tm="0">
                                          <p:val>
                                            <p:strVal val="#ppt_y"/>
                                          </p:val>
                                        </p:tav>
                                        <p:tav tm="100000">
                                          <p:val>
                                            <p:strVal val="#ppt_y"/>
                                          </p:val>
                                        </p:tav>
                                      </p:tavLst>
                                    </p:anim>
                                    <p:anim calcmode="lin" valueType="num">
                                      <p:cBhvr>
                                        <p:cTn id="203" dur="500" fill="hold"/>
                                        <p:tgtEl>
                                          <p:spTgt spid="20520"/>
                                        </p:tgtEl>
                                        <p:attrNameLst>
                                          <p:attrName>ppt_w</p:attrName>
                                        </p:attrNameLst>
                                      </p:cBhvr>
                                      <p:tavLst>
                                        <p:tav tm="0">
                                          <p:val>
                                            <p:fltVal val="0"/>
                                          </p:val>
                                        </p:tav>
                                        <p:tav tm="100000">
                                          <p:val>
                                            <p:strVal val="#ppt_w"/>
                                          </p:val>
                                        </p:tav>
                                      </p:tavLst>
                                    </p:anim>
                                    <p:anim calcmode="lin" valueType="num">
                                      <p:cBhvr>
                                        <p:cTn id="204" dur="500" fill="hold"/>
                                        <p:tgtEl>
                                          <p:spTgt spid="20520"/>
                                        </p:tgtEl>
                                        <p:attrNameLst>
                                          <p:attrName>ppt_h</p:attrName>
                                        </p:attrNameLst>
                                      </p:cBhvr>
                                      <p:tavLst>
                                        <p:tav tm="0">
                                          <p:val>
                                            <p:strVal val="#ppt_h"/>
                                          </p:val>
                                        </p:tav>
                                        <p:tav tm="100000">
                                          <p:val>
                                            <p:strVal val="#ppt_h"/>
                                          </p:val>
                                        </p:tav>
                                      </p:tavLst>
                                    </p:anim>
                                  </p:childTnLst>
                                </p:cTn>
                              </p:par>
                            </p:childTnLst>
                          </p:cTn>
                        </p:par>
                      </p:childTnLst>
                    </p:cTn>
                  </p:par>
                  <p:par>
                    <p:cTn id="205" fill="hold" nodeType="clickPar">
                      <p:stCondLst>
                        <p:cond delay="indefinite"/>
                      </p:stCondLst>
                      <p:childTnLst>
                        <p:par>
                          <p:cTn id="206" fill="hold" nodeType="withGroup">
                            <p:stCondLst>
                              <p:cond delay="0"/>
                            </p:stCondLst>
                            <p:childTnLst>
                              <p:par>
                                <p:cTn id="207" presetID="17" presetClass="entr" presetSubtype="10" fill="hold" grpId="0" nodeType="clickEffect">
                                  <p:stCondLst>
                                    <p:cond delay="0"/>
                                  </p:stCondLst>
                                  <p:childTnLst>
                                    <p:set>
                                      <p:cBhvr>
                                        <p:cTn id="208" dur="1" fill="hold">
                                          <p:stCondLst>
                                            <p:cond delay="0"/>
                                          </p:stCondLst>
                                        </p:cTn>
                                        <p:tgtEl>
                                          <p:spTgt spid="20521"/>
                                        </p:tgtEl>
                                        <p:attrNameLst>
                                          <p:attrName>style.visibility</p:attrName>
                                        </p:attrNameLst>
                                      </p:cBhvr>
                                      <p:to>
                                        <p:strVal val="visible"/>
                                      </p:to>
                                    </p:set>
                                    <p:anim calcmode="lin" valueType="num">
                                      <p:cBhvr>
                                        <p:cTn id="209" dur="500" fill="hold"/>
                                        <p:tgtEl>
                                          <p:spTgt spid="20521"/>
                                        </p:tgtEl>
                                        <p:attrNameLst>
                                          <p:attrName>ppt_w</p:attrName>
                                        </p:attrNameLst>
                                      </p:cBhvr>
                                      <p:tavLst>
                                        <p:tav tm="0">
                                          <p:val>
                                            <p:fltVal val="0"/>
                                          </p:val>
                                        </p:tav>
                                        <p:tav tm="100000">
                                          <p:val>
                                            <p:strVal val="#ppt_w"/>
                                          </p:val>
                                        </p:tav>
                                      </p:tavLst>
                                    </p:anim>
                                    <p:anim calcmode="lin" valueType="num">
                                      <p:cBhvr>
                                        <p:cTn id="210" dur="500" fill="hold"/>
                                        <p:tgtEl>
                                          <p:spTgt spid="20521"/>
                                        </p:tgtEl>
                                        <p:attrNameLst>
                                          <p:attrName>ppt_h</p:attrName>
                                        </p:attrNameLst>
                                      </p:cBhvr>
                                      <p:tavLst>
                                        <p:tav tm="0">
                                          <p:val>
                                            <p:strVal val="#ppt_h"/>
                                          </p:val>
                                        </p:tav>
                                        <p:tav tm="100000">
                                          <p:val>
                                            <p:strVal val="#ppt_h"/>
                                          </p:val>
                                        </p:tav>
                                      </p:tavLst>
                                    </p:anim>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7" presetClass="entr" presetSubtype="10" fill="hold" grpId="0" nodeType="clickEffect">
                                  <p:stCondLst>
                                    <p:cond delay="0"/>
                                  </p:stCondLst>
                                  <p:childTnLst>
                                    <p:set>
                                      <p:cBhvr>
                                        <p:cTn id="214" dur="1" fill="hold">
                                          <p:stCondLst>
                                            <p:cond delay="0"/>
                                          </p:stCondLst>
                                        </p:cTn>
                                        <p:tgtEl>
                                          <p:spTgt spid="20522"/>
                                        </p:tgtEl>
                                        <p:attrNameLst>
                                          <p:attrName>style.visibility</p:attrName>
                                        </p:attrNameLst>
                                      </p:cBhvr>
                                      <p:to>
                                        <p:strVal val="visible"/>
                                      </p:to>
                                    </p:set>
                                    <p:anim calcmode="lin" valueType="num">
                                      <p:cBhvr>
                                        <p:cTn id="215" dur="500" fill="hold"/>
                                        <p:tgtEl>
                                          <p:spTgt spid="20522"/>
                                        </p:tgtEl>
                                        <p:attrNameLst>
                                          <p:attrName>ppt_w</p:attrName>
                                        </p:attrNameLst>
                                      </p:cBhvr>
                                      <p:tavLst>
                                        <p:tav tm="0">
                                          <p:val>
                                            <p:fltVal val="0"/>
                                          </p:val>
                                        </p:tav>
                                        <p:tav tm="100000">
                                          <p:val>
                                            <p:strVal val="#ppt_w"/>
                                          </p:val>
                                        </p:tav>
                                      </p:tavLst>
                                    </p:anim>
                                    <p:anim calcmode="lin" valueType="num">
                                      <p:cBhvr>
                                        <p:cTn id="216" dur="500" fill="hold"/>
                                        <p:tgtEl>
                                          <p:spTgt spid="20522"/>
                                        </p:tgtEl>
                                        <p:attrNameLst>
                                          <p:attrName>ppt_h</p:attrName>
                                        </p:attrNameLst>
                                      </p:cBhvr>
                                      <p:tavLst>
                                        <p:tav tm="0">
                                          <p:val>
                                            <p:strVal val="#ppt_h"/>
                                          </p:val>
                                        </p:tav>
                                        <p:tav tm="100000">
                                          <p:val>
                                            <p:strVal val="#ppt_h"/>
                                          </p:val>
                                        </p:tav>
                                      </p:tavLst>
                                    </p:anim>
                                  </p:childTnLst>
                                </p:cTn>
                              </p:par>
                            </p:childTnLst>
                          </p:cTn>
                        </p:par>
                      </p:childTnLst>
                    </p:cTn>
                  </p:par>
                  <p:par>
                    <p:cTn id="217" fill="hold" nodeType="clickPar">
                      <p:stCondLst>
                        <p:cond delay="indefinite"/>
                      </p:stCondLst>
                      <p:childTnLst>
                        <p:par>
                          <p:cTn id="218" fill="hold" nodeType="withGroup">
                            <p:stCondLst>
                              <p:cond delay="0"/>
                            </p:stCondLst>
                            <p:childTnLst>
                              <p:par>
                                <p:cTn id="219" presetID="17" presetClass="entr" presetSubtype="10" fill="hold" grpId="0" nodeType="clickEffect">
                                  <p:stCondLst>
                                    <p:cond delay="0"/>
                                  </p:stCondLst>
                                  <p:childTnLst>
                                    <p:set>
                                      <p:cBhvr>
                                        <p:cTn id="220" dur="1" fill="hold">
                                          <p:stCondLst>
                                            <p:cond delay="0"/>
                                          </p:stCondLst>
                                        </p:cTn>
                                        <p:tgtEl>
                                          <p:spTgt spid="20523"/>
                                        </p:tgtEl>
                                        <p:attrNameLst>
                                          <p:attrName>style.visibility</p:attrName>
                                        </p:attrNameLst>
                                      </p:cBhvr>
                                      <p:to>
                                        <p:strVal val="visible"/>
                                      </p:to>
                                    </p:set>
                                    <p:anim calcmode="lin" valueType="num">
                                      <p:cBhvr>
                                        <p:cTn id="221" dur="500" fill="hold"/>
                                        <p:tgtEl>
                                          <p:spTgt spid="20523"/>
                                        </p:tgtEl>
                                        <p:attrNameLst>
                                          <p:attrName>ppt_w</p:attrName>
                                        </p:attrNameLst>
                                      </p:cBhvr>
                                      <p:tavLst>
                                        <p:tav tm="0">
                                          <p:val>
                                            <p:fltVal val="0"/>
                                          </p:val>
                                        </p:tav>
                                        <p:tav tm="100000">
                                          <p:val>
                                            <p:strVal val="#ppt_w"/>
                                          </p:val>
                                        </p:tav>
                                      </p:tavLst>
                                    </p:anim>
                                    <p:anim calcmode="lin" valueType="num">
                                      <p:cBhvr>
                                        <p:cTn id="222" dur="500" fill="hold"/>
                                        <p:tgtEl>
                                          <p:spTgt spid="20523"/>
                                        </p:tgtEl>
                                        <p:attrNameLst>
                                          <p:attrName>ppt_h</p:attrName>
                                        </p:attrNameLst>
                                      </p:cBhvr>
                                      <p:tavLst>
                                        <p:tav tm="0">
                                          <p:val>
                                            <p:strVal val="#ppt_h"/>
                                          </p:val>
                                        </p:tav>
                                        <p:tav tm="100000">
                                          <p:val>
                                            <p:strVal val="#ppt_h"/>
                                          </p:val>
                                        </p:tav>
                                      </p:tavLst>
                                    </p:anim>
                                  </p:childTnLst>
                                </p:cTn>
                              </p:par>
                            </p:childTnLst>
                          </p:cTn>
                        </p:par>
                      </p:childTnLst>
                    </p:cTn>
                  </p:par>
                  <p:par>
                    <p:cTn id="223" fill="hold" nodeType="clickPar">
                      <p:stCondLst>
                        <p:cond delay="indefinite"/>
                      </p:stCondLst>
                      <p:childTnLst>
                        <p:par>
                          <p:cTn id="224" fill="hold" nodeType="withGroup">
                            <p:stCondLst>
                              <p:cond delay="0"/>
                            </p:stCondLst>
                            <p:childTnLst>
                              <p:par>
                                <p:cTn id="225" presetID="17" presetClass="entr" presetSubtype="10" fill="hold" grpId="0" nodeType="clickEffect">
                                  <p:stCondLst>
                                    <p:cond delay="0"/>
                                  </p:stCondLst>
                                  <p:childTnLst>
                                    <p:set>
                                      <p:cBhvr>
                                        <p:cTn id="226" dur="1" fill="hold">
                                          <p:stCondLst>
                                            <p:cond delay="0"/>
                                          </p:stCondLst>
                                        </p:cTn>
                                        <p:tgtEl>
                                          <p:spTgt spid="20524"/>
                                        </p:tgtEl>
                                        <p:attrNameLst>
                                          <p:attrName>style.visibility</p:attrName>
                                        </p:attrNameLst>
                                      </p:cBhvr>
                                      <p:to>
                                        <p:strVal val="visible"/>
                                      </p:to>
                                    </p:set>
                                    <p:anim calcmode="lin" valueType="num">
                                      <p:cBhvr>
                                        <p:cTn id="227" dur="500" fill="hold"/>
                                        <p:tgtEl>
                                          <p:spTgt spid="20524"/>
                                        </p:tgtEl>
                                        <p:attrNameLst>
                                          <p:attrName>ppt_w</p:attrName>
                                        </p:attrNameLst>
                                      </p:cBhvr>
                                      <p:tavLst>
                                        <p:tav tm="0">
                                          <p:val>
                                            <p:fltVal val="0"/>
                                          </p:val>
                                        </p:tav>
                                        <p:tav tm="100000">
                                          <p:val>
                                            <p:strVal val="#ppt_w"/>
                                          </p:val>
                                        </p:tav>
                                      </p:tavLst>
                                    </p:anim>
                                    <p:anim calcmode="lin" valueType="num">
                                      <p:cBhvr>
                                        <p:cTn id="228" dur="500" fill="hold"/>
                                        <p:tgtEl>
                                          <p:spTgt spid="20524"/>
                                        </p:tgtEl>
                                        <p:attrNameLst>
                                          <p:attrName>ppt_h</p:attrName>
                                        </p:attrNameLst>
                                      </p:cBhvr>
                                      <p:tavLst>
                                        <p:tav tm="0">
                                          <p:val>
                                            <p:strVal val="#ppt_h"/>
                                          </p:val>
                                        </p:tav>
                                        <p:tav tm="100000">
                                          <p:val>
                                            <p:strVal val="#ppt_h"/>
                                          </p:val>
                                        </p:tav>
                                      </p:tavLst>
                                    </p:anim>
                                  </p:childTnLst>
                                </p:cTn>
                              </p:par>
                            </p:childTnLst>
                          </p:cTn>
                        </p:par>
                      </p:childTnLst>
                    </p:cTn>
                  </p:par>
                  <p:par>
                    <p:cTn id="229" fill="hold" nodeType="clickPar">
                      <p:stCondLst>
                        <p:cond delay="indefinite"/>
                      </p:stCondLst>
                      <p:childTnLst>
                        <p:par>
                          <p:cTn id="230" fill="hold" nodeType="withGroup">
                            <p:stCondLst>
                              <p:cond delay="0"/>
                            </p:stCondLst>
                            <p:childTnLst>
                              <p:par>
                                <p:cTn id="231" presetID="17" presetClass="entr" presetSubtype="10" fill="hold" grpId="0" nodeType="clickEffect">
                                  <p:stCondLst>
                                    <p:cond delay="0"/>
                                  </p:stCondLst>
                                  <p:childTnLst>
                                    <p:set>
                                      <p:cBhvr>
                                        <p:cTn id="232" dur="1" fill="hold">
                                          <p:stCondLst>
                                            <p:cond delay="0"/>
                                          </p:stCondLst>
                                        </p:cTn>
                                        <p:tgtEl>
                                          <p:spTgt spid="20526"/>
                                        </p:tgtEl>
                                        <p:attrNameLst>
                                          <p:attrName>style.visibility</p:attrName>
                                        </p:attrNameLst>
                                      </p:cBhvr>
                                      <p:to>
                                        <p:strVal val="visible"/>
                                      </p:to>
                                    </p:set>
                                    <p:anim calcmode="lin" valueType="num">
                                      <p:cBhvr>
                                        <p:cTn id="233" dur="500" fill="hold"/>
                                        <p:tgtEl>
                                          <p:spTgt spid="20526"/>
                                        </p:tgtEl>
                                        <p:attrNameLst>
                                          <p:attrName>ppt_w</p:attrName>
                                        </p:attrNameLst>
                                      </p:cBhvr>
                                      <p:tavLst>
                                        <p:tav tm="0">
                                          <p:val>
                                            <p:fltVal val="0"/>
                                          </p:val>
                                        </p:tav>
                                        <p:tav tm="100000">
                                          <p:val>
                                            <p:strVal val="#ppt_w"/>
                                          </p:val>
                                        </p:tav>
                                      </p:tavLst>
                                    </p:anim>
                                    <p:anim calcmode="lin" valueType="num">
                                      <p:cBhvr>
                                        <p:cTn id="234" dur="500" fill="hold"/>
                                        <p:tgtEl>
                                          <p:spTgt spid="20526"/>
                                        </p:tgtEl>
                                        <p:attrNameLst>
                                          <p:attrName>ppt_h</p:attrName>
                                        </p:attrNameLst>
                                      </p:cBhvr>
                                      <p:tavLst>
                                        <p:tav tm="0">
                                          <p:val>
                                            <p:strVal val="#ppt_h"/>
                                          </p:val>
                                        </p:tav>
                                        <p:tav tm="100000">
                                          <p:val>
                                            <p:strVal val="#ppt_h"/>
                                          </p:val>
                                        </p:tav>
                                      </p:tavLst>
                                    </p:anim>
                                  </p:childTnLst>
                                </p:cTn>
                              </p:par>
                            </p:childTnLst>
                          </p:cTn>
                        </p:par>
                      </p:childTnLst>
                    </p:cTn>
                  </p:par>
                  <p:par>
                    <p:cTn id="235" fill="hold" nodeType="clickPar">
                      <p:stCondLst>
                        <p:cond delay="indefinite"/>
                      </p:stCondLst>
                      <p:childTnLst>
                        <p:par>
                          <p:cTn id="236" fill="hold" nodeType="withGroup">
                            <p:stCondLst>
                              <p:cond delay="0"/>
                            </p:stCondLst>
                            <p:childTnLst>
                              <p:par>
                                <p:cTn id="237" presetID="17" presetClass="entr" presetSubtype="10" fill="hold" grpId="0" nodeType="clickEffect">
                                  <p:stCondLst>
                                    <p:cond delay="0"/>
                                  </p:stCondLst>
                                  <p:childTnLst>
                                    <p:set>
                                      <p:cBhvr>
                                        <p:cTn id="238" dur="1" fill="hold">
                                          <p:stCondLst>
                                            <p:cond delay="0"/>
                                          </p:stCondLst>
                                        </p:cTn>
                                        <p:tgtEl>
                                          <p:spTgt spid="20528"/>
                                        </p:tgtEl>
                                        <p:attrNameLst>
                                          <p:attrName>style.visibility</p:attrName>
                                        </p:attrNameLst>
                                      </p:cBhvr>
                                      <p:to>
                                        <p:strVal val="visible"/>
                                      </p:to>
                                    </p:set>
                                    <p:anim calcmode="lin" valueType="num">
                                      <p:cBhvr>
                                        <p:cTn id="239" dur="500" fill="hold"/>
                                        <p:tgtEl>
                                          <p:spTgt spid="20528"/>
                                        </p:tgtEl>
                                        <p:attrNameLst>
                                          <p:attrName>ppt_w</p:attrName>
                                        </p:attrNameLst>
                                      </p:cBhvr>
                                      <p:tavLst>
                                        <p:tav tm="0">
                                          <p:val>
                                            <p:fltVal val="0"/>
                                          </p:val>
                                        </p:tav>
                                        <p:tav tm="100000">
                                          <p:val>
                                            <p:strVal val="#ppt_w"/>
                                          </p:val>
                                        </p:tav>
                                      </p:tavLst>
                                    </p:anim>
                                    <p:anim calcmode="lin" valueType="num">
                                      <p:cBhvr>
                                        <p:cTn id="240" dur="500" fill="hold"/>
                                        <p:tgtEl>
                                          <p:spTgt spid="20528"/>
                                        </p:tgtEl>
                                        <p:attrNameLst>
                                          <p:attrName>ppt_h</p:attrName>
                                        </p:attrNameLst>
                                      </p:cBhvr>
                                      <p:tavLst>
                                        <p:tav tm="0">
                                          <p:val>
                                            <p:strVal val="#ppt_h"/>
                                          </p:val>
                                        </p:tav>
                                        <p:tav tm="100000">
                                          <p:val>
                                            <p:strVal val="#ppt_h"/>
                                          </p:val>
                                        </p:tav>
                                      </p:tavLst>
                                    </p:anim>
                                  </p:childTnLst>
                                </p:cTn>
                              </p:par>
                            </p:childTnLst>
                          </p:cTn>
                        </p:par>
                      </p:childTnLst>
                    </p:cTn>
                  </p:par>
                  <p:par>
                    <p:cTn id="241" fill="hold" nodeType="clickPar">
                      <p:stCondLst>
                        <p:cond delay="indefinite"/>
                      </p:stCondLst>
                      <p:childTnLst>
                        <p:par>
                          <p:cTn id="242" fill="hold" nodeType="withGroup">
                            <p:stCondLst>
                              <p:cond delay="0"/>
                            </p:stCondLst>
                            <p:childTnLst>
                              <p:par>
                                <p:cTn id="243" presetID="17" presetClass="entr" presetSubtype="10" fill="hold" grpId="0" nodeType="clickEffect">
                                  <p:stCondLst>
                                    <p:cond delay="0"/>
                                  </p:stCondLst>
                                  <p:childTnLst>
                                    <p:set>
                                      <p:cBhvr>
                                        <p:cTn id="244" dur="1" fill="hold">
                                          <p:stCondLst>
                                            <p:cond delay="0"/>
                                          </p:stCondLst>
                                        </p:cTn>
                                        <p:tgtEl>
                                          <p:spTgt spid="20483"/>
                                        </p:tgtEl>
                                        <p:attrNameLst>
                                          <p:attrName>style.visibility</p:attrName>
                                        </p:attrNameLst>
                                      </p:cBhvr>
                                      <p:to>
                                        <p:strVal val="visible"/>
                                      </p:to>
                                    </p:set>
                                    <p:anim calcmode="lin" valueType="num">
                                      <p:cBhvr>
                                        <p:cTn id="245" dur="500" fill="hold"/>
                                        <p:tgtEl>
                                          <p:spTgt spid="20483"/>
                                        </p:tgtEl>
                                        <p:attrNameLst>
                                          <p:attrName>ppt_w</p:attrName>
                                        </p:attrNameLst>
                                      </p:cBhvr>
                                      <p:tavLst>
                                        <p:tav tm="0">
                                          <p:val>
                                            <p:fltVal val="0"/>
                                          </p:val>
                                        </p:tav>
                                        <p:tav tm="100000">
                                          <p:val>
                                            <p:strVal val="#ppt_w"/>
                                          </p:val>
                                        </p:tav>
                                      </p:tavLst>
                                    </p:anim>
                                    <p:anim calcmode="lin" valueType="num">
                                      <p:cBhvr>
                                        <p:cTn id="246" dur="500" fill="hold"/>
                                        <p:tgtEl>
                                          <p:spTgt spid="20483"/>
                                        </p:tgtEl>
                                        <p:attrNameLst>
                                          <p:attrName>ppt_h</p:attrName>
                                        </p:attrNameLst>
                                      </p:cBhvr>
                                      <p:tavLst>
                                        <p:tav tm="0">
                                          <p:val>
                                            <p:strVal val="#ppt_h"/>
                                          </p:val>
                                        </p:tav>
                                        <p:tav tm="100000">
                                          <p:val>
                                            <p:strVal val="#ppt_h"/>
                                          </p:val>
                                        </p:tav>
                                      </p:tavLst>
                                    </p:anim>
                                  </p:childTnLst>
                                </p:cTn>
                              </p:par>
                            </p:childTnLst>
                          </p:cTn>
                        </p:par>
                      </p:childTnLst>
                    </p:cTn>
                  </p:par>
                  <p:par>
                    <p:cTn id="247" fill="hold" nodeType="clickPar">
                      <p:stCondLst>
                        <p:cond delay="indefinite"/>
                      </p:stCondLst>
                      <p:childTnLst>
                        <p:par>
                          <p:cTn id="248" fill="hold" nodeType="withGroup">
                            <p:stCondLst>
                              <p:cond delay="0"/>
                            </p:stCondLst>
                            <p:childTnLst>
                              <p:par>
                                <p:cTn id="249" presetID="17" presetClass="entr" presetSubtype="10" fill="hold" grpId="0" nodeType="clickEffect">
                                  <p:stCondLst>
                                    <p:cond delay="0"/>
                                  </p:stCondLst>
                                  <p:childTnLst>
                                    <p:set>
                                      <p:cBhvr>
                                        <p:cTn id="250" dur="1" fill="hold">
                                          <p:stCondLst>
                                            <p:cond delay="0"/>
                                          </p:stCondLst>
                                        </p:cTn>
                                        <p:tgtEl>
                                          <p:spTgt spid="20525"/>
                                        </p:tgtEl>
                                        <p:attrNameLst>
                                          <p:attrName>style.visibility</p:attrName>
                                        </p:attrNameLst>
                                      </p:cBhvr>
                                      <p:to>
                                        <p:strVal val="visible"/>
                                      </p:to>
                                    </p:set>
                                    <p:anim calcmode="lin" valueType="num">
                                      <p:cBhvr>
                                        <p:cTn id="251" dur="500" fill="hold"/>
                                        <p:tgtEl>
                                          <p:spTgt spid="20525"/>
                                        </p:tgtEl>
                                        <p:attrNameLst>
                                          <p:attrName>ppt_w</p:attrName>
                                        </p:attrNameLst>
                                      </p:cBhvr>
                                      <p:tavLst>
                                        <p:tav tm="0">
                                          <p:val>
                                            <p:fltVal val="0"/>
                                          </p:val>
                                        </p:tav>
                                        <p:tav tm="100000">
                                          <p:val>
                                            <p:strVal val="#ppt_w"/>
                                          </p:val>
                                        </p:tav>
                                      </p:tavLst>
                                    </p:anim>
                                    <p:anim calcmode="lin" valueType="num">
                                      <p:cBhvr>
                                        <p:cTn id="252" dur="500" fill="hold"/>
                                        <p:tgtEl>
                                          <p:spTgt spid="20525"/>
                                        </p:tgtEl>
                                        <p:attrNameLst>
                                          <p:attrName>ppt_h</p:attrName>
                                        </p:attrNameLst>
                                      </p:cBhvr>
                                      <p:tavLst>
                                        <p:tav tm="0">
                                          <p:val>
                                            <p:strVal val="#ppt_h"/>
                                          </p:val>
                                        </p:tav>
                                        <p:tav tm="100000">
                                          <p:val>
                                            <p:strVal val="#ppt_h"/>
                                          </p:val>
                                        </p:tav>
                                      </p:tavLst>
                                    </p:anim>
                                  </p:childTnLst>
                                </p:cTn>
                              </p:par>
                            </p:childTnLst>
                          </p:cTn>
                        </p:par>
                      </p:childTnLst>
                    </p:cTn>
                  </p:par>
                  <p:par>
                    <p:cTn id="253" fill="hold" nodeType="clickPar">
                      <p:stCondLst>
                        <p:cond delay="indefinite"/>
                      </p:stCondLst>
                      <p:childTnLst>
                        <p:par>
                          <p:cTn id="254" fill="hold" nodeType="withGroup">
                            <p:stCondLst>
                              <p:cond delay="0"/>
                            </p:stCondLst>
                            <p:childTnLst>
                              <p:par>
                                <p:cTn id="255" presetID="17" presetClass="entr" presetSubtype="10" fill="hold" grpId="0" nodeType="clickEffect">
                                  <p:stCondLst>
                                    <p:cond delay="0"/>
                                  </p:stCondLst>
                                  <p:childTnLst>
                                    <p:set>
                                      <p:cBhvr>
                                        <p:cTn id="256" dur="1" fill="hold">
                                          <p:stCondLst>
                                            <p:cond delay="0"/>
                                          </p:stCondLst>
                                        </p:cTn>
                                        <p:tgtEl>
                                          <p:spTgt spid="20527"/>
                                        </p:tgtEl>
                                        <p:attrNameLst>
                                          <p:attrName>style.visibility</p:attrName>
                                        </p:attrNameLst>
                                      </p:cBhvr>
                                      <p:to>
                                        <p:strVal val="visible"/>
                                      </p:to>
                                    </p:set>
                                    <p:anim calcmode="lin" valueType="num">
                                      <p:cBhvr>
                                        <p:cTn id="257" dur="500" fill="hold"/>
                                        <p:tgtEl>
                                          <p:spTgt spid="20527"/>
                                        </p:tgtEl>
                                        <p:attrNameLst>
                                          <p:attrName>ppt_w</p:attrName>
                                        </p:attrNameLst>
                                      </p:cBhvr>
                                      <p:tavLst>
                                        <p:tav tm="0">
                                          <p:val>
                                            <p:fltVal val="0"/>
                                          </p:val>
                                        </p:tav>
                                        <p:tav tm="100000">
                                          <p:val>
                                            <p:strVal val="#ppt_w"/>
                                          </p:val>
                                        </p:tav>
                                      </p:tavLst>
                                    </p:anim>
                                    <p:anim calcmode="lin" valueType="num">
                                      <p:cBhvr>
                                        <p:cTn id="258" dur="500" fill="hold"/>
                                        <p:tgtEl>
                                          <p:spTgt spid="20527"/>
                                        </p:tgtEl>
                                        <p:attrNameLst>
                                          <p:attrName>ppt_h</p:attrName>
                                        </p:attrNameLst>
                                      </p:cBhvr>
                                      <p:tavLst>
                                        <p:tav tm="0">
                                          <p:val>
                                            <p:strVal val="#ppt_h"/>
                                          </p:val>
                                        </p:tav>
                                        <p:tav tm="100000">
                                          <p:val>
                                            <p:strVal val="#ppt_h"/>
                                          </p:val>
                                        </p:tav>
                                      </p:tavLst>
                                    </p:anim>
                                  </p:childTnLst>
                                </p:cTn>
                              </p:par>
                            </p:childTnLst>
                          </p:cTn>
                        </p:par>
                      </p:childTnLst>
                    </p:cTn>
                  </p:par>
                  <p:par>
                    <p:cTn id="259" fill="hold" nodeType="clickPar">
                      <p:stCondLst>
                        <p:cond delay="indefinite"/>
                      </p:stCondLst>
                      <p:childTnLst>
                        <p:par>
                          <p:cTn id="260" fill="hold" nodeType="withGroup">
                            <p:stCondLst>
                              <p:cond delay="0"/>
                            </p:stCondLst>
                            <p:childTnLst>
                              <p:par>
                                <p:cTn id="261" presetID="18" presetClass="entr" presetSubtype="12" fill="hold" grpId="0" nodeType="clickEffect">
                                  <p:stCondLst>
                                    <p:cond delay="0"/>
                                  </p:stCondLst>
                                  <p:childTnLst>
                                    <p:set>
                                      <p:cBhvr>
                                        <p:cTn id="262" dur="1" fill="hold">
                                          <p:stCondLst>
                                            <p:cond delay="0"/>
                                          </p:stCondLst>
                                        </p:cTn>
                                        <p:tgtEl>
                                          <p:spTgt spid="20529"/>
                                        </p:tgtEl>
                                        <p:attrNameLst>
                                          <p:attrName>style.visibility</p:attrName>
                                        </p:attrNameLst>
                                      </p:cBhvr>
                                      <p:to>
                                        <p:strVal val="visible"/>
                                      </p:to>
                                    </p:set>
                                    <p:animEffect transition="in" filter="strips(downLeft)">
                                      <p:cBhvr>
                                        <p:cTn id="263" dur="500"/>
                                        <p:tgtEl>
                                          <p:spTgt spid="20529"/>
                                        </p:tgtEl>
                                      </p:cBhvr>
                                    </p:animEffect>
                                  </p:childTnLst>
                                </p:cTn>
                              </p:par>
                            </p:childTnLst>
                          </p:cTn>
                        </p:par>
                      </p:childTnLst>
                    </p:cTn>
                  </p:par>
                  <p:par>
                    <p:cTn id="264" fill="hold" nodeType="clickPar">
                      <p:stCondLst>
                        <p:cond delay="indefinite"/>
                      </p:stCondLst>
                      <p:childTnLst>
                        <p:par>
                          <p:cTn id="265" fill="hold" nodeType="withGroup">
                            <p:stCondLst>
                              <p:cond delay="0"/>
                            </p:stCondLst>
                            <p:childTnLst>
                              <p:par>
                                <p:cTn id="266" presetID="18" presetClass="entr" presetSubtype="6" fill="hold" grpId="0" nodeType="clickEffect">
                                  <p:stCondLst>
                                    <p:cond delay="0"/>
                                  </p:stCondLst>
                                  <p:childTnLst>
                                    <p:set>
                                      <p:cBhvr>
                                        <p:cTn id="267" dur="1" fill="hold">
                                          <p:stCondLst>
                                            <p:cond delay="0"/>
                                          </p:stCondLst>
                                        </p:cTn>
                                        <p:tgtEl>
                                          <p:spTgt spid="20530"/>
                                        </p:tgtEl>
                                        <p:attrNameLst>
                                          <p:attrName>style.visibility</p:attrName>
                                        </p:attrNameLst>
                                      </p:cBhvr>
                                      <p:to>
                                        <p:strVal val="visible"/>
                                      </p:to>
                                    </p:set>
                                    <p:animEffect transition="in" filter="strips(downRight)">
                                      <p:cBhvr>
                                        <p:cTn id="268" dur="500"/>
                                        <p:tgtEl>
                                          <p:spTgt spid="20530"/>
                                        </p:tgtEl>
                                      </p:cBhvr>
                                    </p:animEffect>
                                  </p:childTnLst>
                                </p:cTn>
                              </p:par>
                            </p:childTnLst>
                          </p:cTn>
                        </p:par>
                      </p:childTnLst>
                    </p:cTn>
                  </p:par>
                  <p:par>
                    <p:cTn id="269" fill="hold" nodeType="clickPar">
                      <p:stCondLst>
                        <p:cond delay="indefinite"/>
                      </p:stCondLst>
                      <p:childTnLst>
                        <p:par>
                          <p:cTn id="270" fill="hold" nodeType="withGroup">
                            <p:stCondLst>
                              <p:cond delay="0"/>
                            </p:stCondLst>
                            <p:childTnLst>
                              <p:par>
                                <p:cTn id="271" presetID="18" presetClass="entr" presetSubtype="3" fill="hold" grpId="0" nodeType="clickEffect">
                                  <p:stCondLst>
                                    <p:cond delay="0"/>
                                  </p:stCondLst>
                                  <p:childTnLst>
                                    <p:set>
                                      <p:cBhvr>
                                        <p:cTn id="272" dur="1" fill="hold">
                                          <p:stCondLst>
                                            <p:cond delay="0"/>
                                          </p:stCondLst>
                                        </p:cTn>
                                        <p:tgtEl>
                                          <p:spTgt spid="20531"/>
                                        </p:tgtEl>
                                        <p:attrNameLst>
                                          <p:attrName>style.visibility</p:attrName>
                                        </p:attrNameLst>
                                      </p:cBhvr>
                                      <p:to>
                                        <p:strVal val="visible"/>
                                      </p:to>
                                    </p:set>
                                    <p:animEffect transition="in" filter="strips(upRight)">
                                      <p:cBhvr>
                                        <p:cTn id="273" dur="500"/>
                                        <p:tgtEl>
                                          <p:spTgt spid="20531"/>
                                        </p:tgtEl>
                                      </p:cBhvr>
                                    </p:animEffect>
                                  </p:childTnLst>
                                </p:cTn>
                              </p:par>
                            </p:childTnLst>
                          </p:cTn>
                        </p:par>
                      </p:childTnLst>
                    </p:cTn>
                  </p:par>
                  <p:par>
                    <p:cTn id="274" fill="hold" nodeType="clickPar">
                      <p:stCondLst>
                        <p:cond delay="indefinite"/>
                      </p:stCondLst>
                      <p:childTnLst>
                        <p:par>
                          <p:cTn id="275" fill="hold" nodeType="withGroup">
                            <p:stCondLst>
                              <p:cond delay="0"/>
                            </p:stCondLst>
                            <p:childTnLst>
                              <p:par>
                                <p:cTn id="276" presetID="18" presetClass="entr" presetSubtype="9" fill="hold" grpId="0" nodeType="clickEffect">
                                  <p:stCondLst>
                                    <p:cond delay="0"/>
                                  </p:stCondLst>
                                  <p:childTnLst>
                                    <p:set>
                                      <p:cBhvr>
                                        <p:cTn id="277" dur="1" fill="hold">
                                          <p:stCondLst>
                                            <p:cond delay="0"/>
                                          </p:stCondLst>
                                        </p:cTn>
                                        <p:tgtEl>
                                          <p:spTgt spid="20532"/>
                                        </p:tgtEl>
                                        <p:attrNameLst>
                                          <p:attrName>style.visibility</p:attrName>
                                        </p:attrNameLst>
                                      </p:cBhvr>
                                      <p:to>
                                        <p:strVal val="visible"/>
                                      </p:to>
                                    </p:set>
                                    <p:animEffect transition="in" filter="strips(upLeft)">
                                      <p:cBhvr>
                                        <p:cTn id="278" dur="500"/>
                                        <p:tgtEl>
                                          <p:spTgt spid="20532"/>
                                        </p:tgtEl>
                                      </p:cBhvr>
                                    </p:animEffect>
                                  </p:childTnLst>
                                </p:cTn>
                              </p:par>
                            </p:childTnLst>
                          </p:cTn>
                        </p:par>
                      </p:childTnLst>
                    </p:cTn>
                  </p:par>
                  <p:par>
                    <p:cTn id="279" fill="hold" nodeType="clickPar">
                      <p:stCondLst>
                        <p:cond delay="indefinite"/>
                      </p:stCondLst>
                      <p:childTnLst>
                        <p:par>
                          <p:cTn id="280" fill="hold" nodeType="withGroup">
                            <p:stCondLst>
                              <p:cond delay="0"/>
                            </p:stCondLst>
                            <p:childTnLst>
                              <p:par>
                                <p:cTn id="281" presetID="17" presetClass="entr" presetSubtype="10" fill="hold" grpId="0" nodeType="clickEffect">
                                  <p:stCondLst>
                                    <p:cond delay="0"/>
                                  </p:stCondLst>
                                  <p:childTnLst>
                                    <p:set>
                                      <p:cBhvr>
                                        <p:cTn id="282" dur="1" fill="hold">
                                          <p:stCondLst>
                                            <p:cond delay="0"/>
                                          </p:stCondLst>
                                        </p:cTn>
                                        <p:tgtEl>
                                          <p:spTgt spid="20533"/>
                                        </p:tgtEl>
                                        <p:attrNameLst>
                                          <p:attrName>style.visibility</p:attrName>
                                        </p:attrNameLst>
                                      </p:cBhvr>
                                      <p:to>
                                        <p:strVal val="visible"/>
                                      </p:to>
                                    </p:set>
                                    <p:anim calcmode="lin" valueType="num">
                                      <p:cBhvr>
                                        <p:cTn id="283" dur="500" fill="hold"/>
                                        <p:tgtEl>
                                          <p:spTgt spid="20533"/>
                                        </p:tgtEl>
                                        <p:attrNameLst>
                                          <p:attrName>ppt_w</p:attrName>
                                        </p:attrNameLst>
                                      </p:cBhvr>
                                      <p:tavLst>
                                        <p:tav tm="0">
                                          <p:val>
                                            <p:fltVal val="0"/>
                                          </p:val>
                                        </p:tav>
                                        <p:tav tm="100000">
                                          <p:val>
                                            <p:strVal val="#ppt_w"/>
                                          </p:val>
                                        </p:tav>
                                      </p:tavLst>
                                    </p:anim>
                                    <p:anim calcmode="lin" valueType="num">
                                      <p:cBhvr>
                                        <p:cTn id="284" dur="500" fill="hold"/>
                                        <p:tgtEl>
                                          <p:spTgt spid="20533"/>
                                        </p:tgtEl>
                                        <p:attrNameLst>
                                          <p:attrName>ppt_h</p:attrName>
                                        </p:attrNameLst>
                                      </p:cBhvr>
                                      <p:tavLst>
                                        <p:tav tm="0">
                                          <p:val>
                                            <p:strVal val="#ppt_h"/>
                                          </p:val>
                                        </p:tav>
                                        <p:tav tm="100000">
                                          <p:val>
                                            <p:strVal val="#ppt_h"/>
                                          </p:val>
                                        </p:tav>
                                      </p:tavLst>
                                    </p:anim>
                                  </p:childTnLst>
                                </p:cTn>
                              </p:par>
                            </p:childTnLst>
                          </p:cTn>
                        </p:par>
                      </p:childTnLst>
                    </p:cTn>
                  </p:par>
                  <p:par>
                    <p:cTn id="285" fill="hold" nodeType="clickPar">
                      <p:stCondLst>
                        <p:cond delay="indefinite"/>
                      </p:stCondLst>
                      <p:childTnLst>
                        <p:par>
                          <p:cTn id="286" fill="hold" nodeType="withGroup">
                            <p:stCondLst>
                              <p:cond delay="0"/>
                            </p:stCondLst>
                            <p:childTnLst>
                              <p:par>
                                <p:cTn id="287" presetID="18" presetClass="entr" presetSubtype="6" fill="hold" nodeType="clickEffect">
                                  <p:stCondLst>
                                    <p:cond delay="0"/>
                                  </p:stCondLst>
                                  <p:childTnLst>
                                    <p:set>
                                      <p:cBhvr>
                                        <p:cTn id="288" dur="1" fill="hold">
                                          <p:stCondLst>
                                            <p:cond delay="0"/>
                                          </p:stCondLst>
                                        </p:cTn>
                                        <p:tgtEl>
                                          <p:spTgt spid="20534"/>
                                        </p:tgtEl>
                                        <p:attrNameLst>
                                          <p:attrName>style.visibility</p:attrName>
                                        </p:attrNameLst>
                                      </p:cBhvr>
                                      <p:to>
                                        <p:strVal val="visible"/>
                                      </p:to>
                                    </p:set>
                                    <p:animEffect transition="in" filter="strips(downRight)">
                                      <p:cBhvr>
                                        <p:cTn id="289" dur="500"/>
                                        <p:tgtEl>
                                          <p:spTgt spid="20534"/>
                                        </p:tgtEl>
                                      </p:cBhvr>
                                    </p:animEffect>
                                  </p:childTnLst>
                                </p:cTn>
                              </p:par>
                            </p:childTnLst>
                          </p:cTn>
                        </p:par>
                      </p:childTnLst>
                    </p:cTn>
                  </p:par>
                  <p:par>
                    <p:cTn id="290" fill="hold" nodeType="clickPar">
                      <p:stCondLst>
                        <p:cond delay="indefinite"/>
                      </p:stCondLst>
                      <p:childTnLst>
                        <p:par>
                          <p:cTn id="291" fill="hold" nodeType="withGroup">
                            <p:stCondLst>
                              <p:cond delay="0"/>
                            </p:stCondLst>
                            <p:childTnLst>
                              <p:par>
                                <p:cTn id="292" presetID="17" presetClass="entr" presetSubtype="4" fill="hold" grpId="0" nodeType="clickEffect">
                                  <p:stCondLst>
                                    <p:cond delay="0"/>
                                  </p:stCondLst>
                                  <p:childTnLst>
                                    <p:set>
                                      <p:cBhvr>
                                        <p:cTn id="293" dur="1" fill="hold">
                                          <p:stCondLst>
                                            <p:cond delay="0"/>
                                          </p:stCondLst>
                                        </p:cTn>
                                        <p:tgtEl>
                                          <p:spTgt spid="20549"/>
                                        </p:tgtEl>
                                        <p:attrNameLst>
                                          <p:attrName>style.visibility</p:attrName>
                                        </p:attrNameLst>
                                      </p:cBhvr>
                                      <p:to>
                                        <p:strVal val="visible"/>
                                      </p:to>
                                    </p:set>
                                    <p:anim calcmode="lin" valueType="num">
                                      <p:cBhvr>
                                        <p:cTn id="294" dur="500" fill="hold"/>
                                        <p:tgtEl>
                                          <p:spTgt spid="20549"/>
                                        </p:tgtEl>
                                        <p:attrNameLst>
                                          <p:attrName>ppt_x</p:attrName>
                                        </p:attrNameLst>
                                      </p:cBhvr>
                                      <p:tavLst>
                                        <p:tav tm="0">
                                          <p:val>
                                            <p:strVal val="#ppt_x"/>
                                          </p:val>
                                        </p:tav>
                                        <p:tav tm="100000">
                                          <p:val>
                                            <p:strVal val="#ppt_x"/>
                                          </p:val>
                                        </p:tav>
                                      </p:tavLst>
                                    </p:anim>
                                    <p:anim calcmode="lin" valueType="num">
                                      <p:cBhvr>
                                        <p:cTn id="295" dur="500" fill="hold"/>
                                        <p:tgtEl>
                                          <p:spTgt spid="20549"/>
                                        </p:tgtEl>
                                        <p:attrNameLst>
                                          <p:attrName>ppt_y</p:attrName>
                                        </p:attrNameLst>
                                      </p:cBhvr>
                                      <p:tavLst>
                                        <p:tav tm="0">
                                          <p:val>
                                            <p:strVal val="#ppt_y+#ppt_h/2"/>
                                          </p:val>
                                        </p:tav>
                                        <p:tav tm="100000">
                                          <p:val>
                                            <p:strVal val="#ppt_y"/>
                                          </p:val>
                                        </p:tav>
                                      </p:tavLst>
                                    </p:anim>
                                    <p:anim calcmode="lin" valueType="num">
                                      <p:cBhvr>
                                        <p:cTn id="296" dur="500" fill="hold"/>
                                        <p:tgtEl>
                                          <p:spTgt spid="20549"/>
                                        </p:tgtEl>
                                        <p:attrNameLst>
                                          <p:attrName>ppt_w</p:attrName>
                                        </p:attrNameLst>
                                      </p:cBhvr>
                                      <p:tavLst>
                                        <p:tav tm="0">
                                          <p:val>
                                            <p:strVal val="#ppt_w"/>
                                          </p:val>
                                        </p:tav>
                                        <p:tav tm="100000">
                                          <p:val>
                                            <p:strVal val="#ppt_w"/>
                                          </p:val>
                                        </p:tav>
                                      </p:tavLst>
                                    </p:anim>
                                    <p:anim calcmode="lin" valueType="num">
                                      <p:cBhvr>
                                        <p:cTn id="297" dur="500" fill="hold"/>
                                        <p:tgtEl>
                                          <p:spTgt spid="20549"/>
                                        </p:tgtEl>
                                        <p:attrNameLst>
                                          <p:attrName>ppt_h</p:attrName>
                                        </p:attrNameLst>
                                      </p:cBhvr>
                                      <p:tavLst>
                                        <p:tav tm="0">
                                          <p:val>
                                            <p:fltVal val="0"/>
                                          </p:val>
                                        </p:tav>
                                        <p:tav tm="100000">
                                          <p:val>
                                            <p:strVal val="#ppt_h"/>
                                          </p:val>
                                        </p:tav>
                                      </p:tavLst>
                                    </p:anim>
                                  </p:childTnLst>
                                </p:cTn>
                              </p:par>
                            </p:childTnLst>
                          </p:cTn>
                        </p:par>
                      </p:childTnLst>
                    </p:cTn>
                  </p:par>
                  <p:par>
                    <p:cTn id="298" fill="hold" nodeType="clickPar">
                      <p:stCondLst>
                        <p:cond delay="indefinite"/>
                      </p:stCondLst>
                      <p:childTnLst>
                        <p:par>
                          <p:cTn id="299" fill="hold" nodeType="withGroup">
                            <p:stCondLst>
                              <p:cond delay="0"/>
                            </p:stCondLst>
                            <p:childTnLst>
                              <p:par>
                                <p:cTn id="300" presetID="17" presetClass="entr" presetSubtype="4" fill="hold" grpId="0" nodeType="clickEffect">
                                  <p:stCondLst>
                                    <p:cond delay="0"/>
                                  </p:stCondLst>
                                  <p:childTnLst>
                                    <p:set>
                                      <p:cBhvr>
                                        <p:cTn id="301" dur="1" fill="hold">
                                          <p:stCondLst>
                                            <p:cond delay="0"/>
                                          </p:stCondLst>
                                        </p:cTn>
                                        <p:tgtEl>
                                          <p:spTgt spid="20550"/>
                                        </p:tgtEl>
                                        <p:attrNameLst>
                                          <p:attrName>style.visibility</p:attrName>
                                        </p:attrNameLst>
                                      </p:cBhvr>
                                      <p:to>
                                        <p:strVal val="visible"/>
                                      </p:to>
                                    </p:set>
                                    <p:anim calcmode="lin" valueType="num">
                                      <p:cBhvr>
                                        <p:cTn id="302" dur="500" fill="hold"/>
                                        <p:tgtEl>
                                          <p:spTgt spid="20550"/>
                                        </p:tgtEl>
                                        <p:attrNameLst>
                                          <p:attrName>ppt_x</p:attrName>
                                        </p:attrNameLst>
                                      </p:cBhvr>
                                      <p:tavLst>
                                        <p:tav tm="0">
                                          <p:val>
                                            <p:strVal val="#ppt_x"/>
                                          </p:val>
                                        </p:tav>
                                        <p:tav tm="100000">
                                          <p:val>
                                            <p:strVal val="#ppt_x"/>
                                          </p:val>
                                        </p:tav>
                                      </p:tavLst>
                                    </p:anim>
                                    <p:anim calcmode="lin" valueType="num">
                                      <p:cBhvr>
                                        <p:cTn id="303" dur="500" fill="hold"/>
                                        <p:tgtEl>
                                          <p:spTgt spid="20550"/>
                                        </p:tgtEl>
                                        <p:attrNameLst>
                                          <p:attrName>ppt_y</p:attrName>
                                        </p:attrNameLst>
                                      </p:cBhvr>
                                      <p:tavLst>
                                        <p:tav tm="0">
                                          <p:val>
                                            <p:strVal val="#ppt_y+#ppt_h/2"/>
                                          </p:val>
                                        </p:tav>
                                        <p:tav tm="100000">
                                          <p:val>
                                            <p:strVal val="#ppt_y"/>
                                          </p:val>
                                        </p:tav>
                                      </p:tavLst>
                                    </p:anim>
                                    <p:anim calcmode="lin" valueType="num">
                                      <p:cBhvr>
                                        <p:cTn id="304" dur="500" fill="hold"/>
                                        <p:tgtEl>
                                          <p:spTgt spid="20550"/>
                                        </p:tgtEl>
                                        <p:attrNameLst>
                                          <p:attrName>ppt_w</p:attrName>
                                        </p:attrNameLst>
                                      </p:cBhvr>
                                      <p:tavLst>
                                        <p:tav tm="0">
                                          <p:val>
                                            <p:strVal val="#ppt_w"/>
                                          </p:val>
                                        </p:tav>
                                        <p:tav tm="100000">
                                          <p:val>
                                            <p:strVal val="#ppt_w"/>
                                          </p:val>
                                        </p:tav>
                                      </p:tavLst>
                                    </p:anim>
                                    <p:anim calcmode="lin" valueType="num">
                                      <p:cBhvr>
                                        <p:cTn id="305" dur="500" fill="hold"/>
                                        <p:tgtEl>
                                          <p:spTgt spid="20550"/>
                                        </p:tgtEl>
                                        <p:attrNameLst>
                                          <p:attrName>ppt_h</p:attrName>
                                        </p:attrNameLst>
                                      </p:cBhvr>
                                      <p:tavLst>
                                        <p:tav tm="0">
                                          <p:val>
                                            <p:fltVal val="0"/>
                                          </p:val>
                                        </p:tav>
                                        <p:tav tm="100000">
                                          <p:val>
                                            <p:strVal val="#ppt_h"/>
                                          </p:val>
                                        </p:tav>
                                      </p:tavLst>
                                    </p:anim>
                                  </p:childTnLst>
                                </p:cTn>
                              </p:par>
                            </p:childTnLst>
                          </p:cTn>
                        </p:par>
                      </p:childTnLst>
                    </p:cTn>
                  </p:par>
                  <p:par>
                    <p:cTn id="306" fill="hold" nodeType="clickPar">
                      <p:stCondLst>
                        <p:cond delay="indefinite"/>
                      </p:stCondLst>
                      <p:childTnLst>
                        <p:par>
                          <p:cTn id="307" fill="hold" nodeType="withGroup">
                            <p:stCondLst>
                              <p:cond delay="0"/>
                            </p:stCondLst>
                            <p:childTnLst>
                              <p:par>
                                <p:cTn id="308" presetID="17" presetClass="entr" presetSubtype="4" fill="hold" grpId="0" nodeType="clickEffect">
                                  <p:stCondLst>
                                    <p:cond delay="0"/>
                                  </p:stCondLst>
                                  <p:childTnLst>
                                    <p:set>
                                      <p:cBhvr>
                                        <p:cTn id="309" dur="1" fill="hold">
                                          <p:stCondLst>
                                            <p:cond delay="0"/>
                                          </p:stCondLst>
                                        </p:cTn>
                                        <p:tgtEl>
                                          <p:spTgt spid="20551"/>
                                        </p:tgtEl>
                                        <p:attrNameLst>
                                          <p:attrName>style.visibility</p:attrName>
                                        </p:attrNameLst>
                                      </p:cBhvr>
                                      <p:to>
                                        <p:strVal val="visible"/>
                                      </p:to>
                                    </p:set>
                                    <p:anim calcmode="lin" valueType="num">
                                      <p:cBhvr>
                                        <p:cTn id="310" dur="500" fill="hold"/>
                                        <p:tgtEl>
                                          <p:spTgt spid="20551"/>
                                        </p:tgtEl>
                                        <p:attrNameLst>
                                          <p:attrName>ppt_x</p:attrName>
                                        </p:attrNameLst>
                                      </p:cBhvr>
                                      <p:tavLst>
                                        <p:tav tm="0">
                                          <p:val>
                                            <p:strVal val="#ppt_x"/>
                                          </p:val>
                                        </p:tav>
                                        <p:tav tm="100000">
                                          <p:val>
                                            <p:strVal val="#ppt_x"/>
                                          </p:val>
                                        </p:tav>
                                      </p:tavLst>
                                    </p:anim>
                                    <p:anim calcmode="lin" valueType="num">
                                      <p:cBhvr>
                                        <p:cTn id="311" dur="500" fill="hold"/>
                                        <p:tgtEl>
                                          <p:spTgt spid="20551"/>
                                        </p:tgtEl>
                                        <p:attrNameLst>
                                          <p:attrName>ppt_y</p:attrName>
                                        </p:attrNameLst>
                                      </p:cBhvr>
                                      <p:tavLst>
                                        <p:tav tm="0">
                                          <p:val>
                                            <p:strVal val="#ppt_y+#ppt_h/2"/>
                                          </p:val>
                                        </p:tav>
                                        <p:tav tm="100000">
                                          <p:val>
                                            <p:strVal val="#ppt_y"/>
                                          </p:val>
                                        </p:tav>
                                      </p:tavLst>
                                    </p:anim>
                                    <p:anim calcmode="lin" valueType="num">
                                      <p:cBhvr>
                                        <p:cTn id="312" dur="500" fill="hold"/>
                                        <p:tgtEl>
                                          <p:spTgt spid="20551"/>
                                        </p:tgtEl>
                                        <p:attrNameLst>
                                          <p:attrName>ppt_w</p:attrName>
                                        </p:attrNameLst>
                                      </p:cBhvr>
                                      <p:tavLst>
                                        <p:tav tm="0">
                                          <p:val>
                                            <p:strVal val="#ppt_w"/>
                                          </p:val>
                                        </p:tav>
                                        <p:tav tm="100000">
                                          <p:val>
                                            <p:strVal val="#ppt_w"/>
                                          </p:val>
                                        </p:tav>
                                      </p:tavLst>
                                    </p:anim>
                                    <p:anim calcmode="lin" valueType="num">
                                      <p:cBhvr>
                                        <p:cTn id="313" dur="500" fill="hold"/>
                                        <p:tgtEl>
                                          <p:spTgt spid="20551"/>
                                        </p:tgtEl>
                                        <p:attrNameLst>
                                          <p:attrName>ppt_h</p:attrName>
                                        </p:attrNameLst>
                                      </p:cBhvr>
                                      <p:tavLst>
                                        <p:tav tm="0">
                                          <p:val>
                                            <p:fltVal val="0"/>
                                          </p:val>
                                        </p:tav>
                                        <p:tav tm="100000">
                                          <p:val>
                                            <p:strVal val="#ppt_h"/>
                                          </p:val>
                                        </p:tav>
                                      </p:tavLst>
                                    </p:anim>
                                  </p:childTnLst>
                                </p:cTn>
                              </p:par>
                            </p:childTnLst>
                          </p:cTn>
                        </p:par>
                      </p:childTnLst>
                    </p:cTn>
                  </p:par>
                  <p:par>
                    <p:cTn id="314" fill="hold" nodeType="clickPar">
                      <p:stCondLst>
                        <p:cond delay="indefinite"/>
                      </p:stCondLst>
                      <p:childTnLst>
                        <p:par>
                          <p:cTn id="315" fill="hold" nodeType="withGroup">
                            <p:stCondLst>
                              <p:cond delay="0"/>
                            </p:stCondLst>
                            <p:childTnLst>
                              <p:par>
                                <p:cTn id="316" presetID="17" presetClass="entr" presetSubtype="8" fill="hold" grpId="0" nodeType="clickEffect">
                                  <p:stCondLst>
                                    <p:cond delay="0"/>
                                  </p:stCondLst>
                                  <p:childTnLst>
                                    <p:set>
                                      <p:cBhvr>
                                        <p:cTn id="317" dur="1" fill="hold">
                                          <p:stCondLst>
                                            <p:cond delay="0"/>
                                          </p:stCondLst>
                                        </p:cTn>
                                        <p:tgtEl>
                                          <p:spTgt spid="20557"/>
                                        </p:tgtEl>
                                        <p:attrNameLst>
                                          <p:attrName>style.visibility</p:attrName>
                                        </p:attrNameLst>
                                      </p:cBhvr>
                                      <p:to>
                                        <p:strVal val="visible"/>
                                      </p:to>
                                    </p:set>
                                    <p:anim calcmode="lin" valueType="num">
                                      <p:cBhvr>
                                        <p:cTn id="318" dur="500" fill="hold"/>
                                        <p:tgtEl>
                                          <p:spTgt spid="20557"/>
                                        </p:tgtEl>
                                        <p:attrNameLst>
                                          <p:attrName>ppt_x</p:attrName>
                                        </p:attrNameLst>
                                      </p:cBhvr>
                                      <p:tavLst>
                                        <p:tav tm="0">
                                          <p:val>
                                            <p:strVal val="#ppt_x-#ppt_w/2"/>
                                          </p:val>
                                        </p:tav>
                                        <p:tav tm="100000">
                                          <p:val>
                                            <p:strVal val="#ppt_x"/>
                                          </p:val>
                                        </p:tav>
                                      </p:tavLst>
                                    </p:anim>
                                    <p:anim calcmode="lin" valueType="num">
                                      <p:cBhvr>
                                        <p:cTn id="319" dur="500" fill="hold"/>
                                        <p:tgtEl>
                                          <p:spTgt spid="20557"/>
                                        </p:tgtEl>
                                        <p:attrNameLst>
                                          <p:attrName>ppt_y</p:attrName>
                                        </p:attrNameLst>
                                      </p:cBhvr>
                                      <p:tavLst>
                                        <p:tav tm="0">
                                          <p:val>
                                            <p:strVal val="#ppt_y"/>
                                          </p:val>
                                        </p:tav>
                                        <p:tav tm="100000">
                                          <p:val>
                                            <p:strVal val="#ppt_y"/>
                                          </p:val>
                                        </p:tav>
                                      </p:tavLst>
                                    </p:anim>
                                    <p:anim calcmode="lin" valueType="num">
                                      <p:cBhvr>
                                        <p:cTn id="320" dur="500" fill="hold"/>
                                        <p:tgtEl>
                                          <p:spTgt spid="20557"/>
                                        </p:tgtEl>
                                        <p:attrNameLst>
                                          <p:attrName>ppt_w</p:attrName>
                                        </p:attrNameLst>
                                      </p:cBhvr>
                                      <p:tavLst>
                                        <p:tav tm="0">
                                          <p:val>
                                            <p:fltVal val="0"/>
                                          </p:val>
                                        </p:tav>
                                        <p:tav tm="100000">
                                          <p:val>
                                            <p:strVal val="#ppt_w"/>
                                          </p:val>
                                        </p:tav>
                                      </p:tavLst>
                                    </p:anim>
                                    <p:anim calcmode="lin" valueType="num">
                                      <p:cBhvr>
                                        <p:cTn id="321" dur="500" fill="hold"/>
                                        <p:tgtEl>
                                          <p:spTgt spid="20557"/>
                                        </p:tgtEl>
                                        <p:attrNameLst>
                                          <p:attrName>ppt_h</p:attrName>
                                        </p:attrNameLst>
                                      </p:cBhvr>
                                      <p:tavLst>
                                        <p:tav tm="0">
                                          <p:val>
                                            <p:strVal val="#ppt_h"/>
                                          </p:val>
                                        </p:tav>
                                        <p:tav tm="100000">
                                          <p:val>
                                            <p:strVal val="#ppt_h"/>
                                          </p:val>
                                        </p:tav>
                                      </p:tavLst>
                                    </p:anim>
                                  </p:childTnLst>
                                </p:cTn>
                              </p:par>
                            </p:childTnLst>
                          </p:cTn>
                        </p:par>
                      </p:childTnLst>
                    </p:cTn>
                  </p:par>
                  <p:par>
                    <p:cTn id="322" fill="hold" nodeType="clickPar">
                      <p:stCondLst>
                        <p:cond delay="indefinite"/>
                      </p:stCondLst>
                      <p:childTnLst>
                        <p:par>
                          <p:cTn id="323" fill="hold" nodeType="withGroup">
                            <p:stCondLst>
                              <p:cond delay="0"/>
                            </p:stCondLst>
                            <p:childTnLst>
                              <p:par>
                                <p:cTn id="324" presetID="17" presetClass="entr" presetSubtype="8" fill="hold" grpId="0" nodeType="clickEffect">
                                  <p:stCondLst>
                                    <p:cond delay="0"/>
                                  </p:stCondLst>
                                  <p:childTnLst>
                                    <p:set>
                                      <p:cBhvr>
                                        <p:cTn id="325" dur="1" fill="hold">
                                          <p:stCondLst>
                                            <p:cond delay="0"/>
                                          </p:stCondLst>
                                        </p:cTn>
                                        <p:tgtEl>
                                          <p:spTgt spid="20558"/>
                                        </p:tgtEl>
                                        <p:attrNameLst>
                                          <p:attrName>style.visibility</p:attrName>
                                        </p:attrNameLst>
                                      </p:cBhvr>
                                      <p:to>
                                        <p:strVal val="visible"/>
                                      </p:to>
                                    </p:set>
                                    <p:anim calcmode="lin" valueType="num">
                                      <p:cBhvr>
                                        <p:cTn id="326" dur="500" fill="hold"/>
                                        <p:tgtEl>
                                          <p:spTgt spid="20558"/>
                                        </p:tgtEl>
                                        <p:attrNameLst>
                                          <p:attrName>ppt_x</p:attrName>
                                        </p:attrNameLst>
                                      </p:cBhvr>
                                      <p:tavLst>
                                        <p:tav tm="0">
                                          <p:val>
                                            <p:strVal val="#ppt_x-#ppt_w/2"/>
                                          </p:val>
                                        </p:tav>
                                        <p:tav tm="100000">
                                          <p:val>
                                            <p:strVal val="#ppt_x"/>
                                          </p:val>
                                        </p:tav>
                                      </p:tavLst>
                                    </p:anim>
                                    <p:anim calcmode="lin" valueType="num">
                                      <p:cBhvr>
                                        <p:cTn id="327" dur="500" fill="hold"/>
                                        <p:tgtEl>
                                          <p:spTgt spid="20558"/>
                                        </p:tgtEl>
                                        <p:attrNameLst>
                                          <p:attrName>ppt_y</p:attrName>
                                        </p:attrNameLst>
                                      </p:cBhvr>
                                      <p:tavLst>
                                        <p:tav tm="0">
                                          <p:val>
                                            <p:strVal val="#ppt_y"/>
                                          </p:val>
                                        </p:tav>
                                        <p:tav tm="100000">
                                          <p:val>
                                            <p:strVal val="#ppt_y"/>
                                          </p:val>
                                        </p:tav>
                                      </p:tavLst>
                                    </p:anim>
                                    <p:anim calcmode="lin" valueType="num">
                                      <p:cBhvr>
                                        <p:cTn id="328" dur="500" fill="hold"/>
                                        <p:tgtEl>
                                          <p:spTgt spid="20558"/>
                                        </p:tgtEl>
                                        <p:attrNameLst>
                                          <p:attrName>ppt_w</p:attrName>
                                        </p:attrNameLst>
                                      </p:cBhvr>
                                      <p:tavLst>
                                        <p:tav tm="0">
                                          <p:val>
                                            <p:fltVal val="0"/>
                                          </p:val>
                                        </p:tav>
                                        <p:tav tm="100000">
                                          <p:val>
                                            <p:strVal val="#ppt_w"/>
                                          </p:val>
                                        </p:tav>
                                      </p:tavLst>
                                    </p:anim>
                                    <p:anim calcmode="lin" valueType="num">
                                      <p:cBhvr>
                                        <p:cTn id="329" dur="500" fill="hold"/>
                                        <p:tgtEl>
                                          <p:spTgt spid="20558"/>
                                        </p:tgtEl>
                                        <p:attrNameLst>
                                          <p:attrName>ppt_h</p:attrName>
                                        </p:attrNameLst>
                                      </p:cBhvr>
                                      <p:tavLst>
                                        <p:tav tm="0">
                                          <p:val>
                                            <p:strVal val="#ppt_h"/>
                                          </p:val>
                                        </p:tav>
                                        <p:tav tm="100000">
                                          <p:val>
                                            <p:strVal val="#ppt_h"/>
                                          </p:val>
                                        </p:tav>
                                      </p:tavLst>
                                    </p:anim>
                                  </p:childTnLst>
                                </p:cTn>
                              </p:par>
                            </p:childTnLst>
                          </p:cTn>
                        </p:par>
                      </p:childTnLst>
                    </p:cTn>
                  </p:par>
                  <p:par>
                    <p:cTn id="330" fill="hold" nodeType="clickPar">
                      <p:stCondLst>
                        <p:cond delay="indefinite"/>
                      </p:stCondLst>
                      <p:childTnLst>
                        <p:par>
                          <p:cTn id="331" fill="hold" nodeType="withGroup">
                            <p:stCondLst>
                              <p:cond delay="0"/>
                            </p:stCondLst>
                            <p:childTnLst>
                              <p:par>
                                <p:cTn id="332" presetID="17" presetClass="entr" presetSubtype="8" fill="hold" grpId="0" nodeType="clickEffect">
                                  <p:stCondLst>
                                    <p:cond delay="0"/>
                                  </p:stCondLst>
                                  <p:childTnLst>
                                    <p:set>
                                      <p:cBhvr>
                                        <p:cTn id="333" dur="1" fill="hold">
                                          <p:stCondLst>
                                            <p:cond delay="0"/>
                                          </p:stCondLst>
                                        </p:cTn>
                                        <p:tgtEl>
                                          <p:spTgt spid="20559"/>
                                        </p:tgtEl>
                                        <p:attrNameLst>
                                          <p:attrName>style.visibility</p:attrName>
                                        </p:attrNameLst>
                                      </p:cBhvr>
                                      <p:to>
                                        <p:strVal val="visible"/>
                                      </p:to>
                                    </p:set>
                                    <p:anim calcmode="lin" valueType="num">
                                      <p:cBhvr>
                                        <p:cTn id="334" dur="500" fill="hold"/>
                                        <p:tgtEl>
                                          <p:spTgt spid="20559"/>
                                        </p:tgtEl>
                                        <p:attrNameLst>
                                          <p:attrName>ppt_x</p:attrName>
                                        </p:attrNameLst>
                                      </p:cBhvr>
                                      <p:tavLst>
                                        <p:tav tm="0">
                                          <p:val>
                                            <p:strVal val="#ppt_x-#ppt_w/2"/>
                                          </p:val>
                                        </p:tav>
                                        <p:tav tm="100000">
                                          <p:val>
                                            <p:strVal val="#ppt_x"/>
                                          </p:val>
                                        </p:tav>
                                      </p:tavLst>
                                    </p:anim>
                                    <p:anim calcmode="lin" valueType="num">
                                      <p:cBhvr>
                                        <p:cTn id="335" dur="500" fill="hold"/>
                                        <p:tgtEl>
                                          <p:spTgt spid="20559"/>
                                        </p:tgtEl>
                                        <p:attrNameLst>
                                          <p:attrName>ppt_y</p:attrName>
                                        </p:attrNameLst>
                                      </p:cBhvr>
                                      <p:tavLst>
                                        <p:tav tm="0">
                                          <p:val>
                                            <p:strVal val="#ppt_y"/>
                                          </p:val>
                                        </p:tav>
                                        <p:tav tm="100000">
                                          <p:val>
                                            <p:strVal val="#ppt_y"/>
                                          </p:val>
                                        </p:tav>
                                      </p:tavLst>
                                    </p:anim>
                                    <p:anim calcmode="lin" valueType="num">
                                      <p:cBhvr>
                                        <p:cTn id="336" dur="500" fill="hold"/>
                                        <p:tgtEl>
                                          <p:spTgt spid="20559"/>
                                        </p:tgtEl>
                                        <p:attrNameLst>
                                          <p:attrName>ppt_w</p:attrName>
                                        </p:attrNameLst>
                                      </p:cBhvr>
                                      <p:tavLst>
                                        <p:tav tm="0">
                                          <p:val>
                                            <p:fltVal val="0"/>
                                          </p:val>
                                        </p:tav>
                                        <p:tav tm="100000">
                                          <p:val>
                                            <p:strVal val="#ppt_w"/>
                                          </p:val>
                                        </p:tav>
                                      </p:tavLst>
                                    </p:anim>
                                    <p:anim calcmode="lin" valueType="num">
                                      <p:cBhvr>
                                        <p:cTn id="337" dur="500" fill="hold"/>
                                        <p:tgtEl>
                                          <p:spTgt spid="20559"/>
                                        </p:tgtEl>
                                        <p:attrNameLst>
                                          <p:attrName>ppt_h</p:attrName>
                                        </p:attrNameLst>
                                      </p:cBhvr>
                                      <p:tavLst>
                                        <p:tav tm="0">
                                          <p:val>
                                            <p:strVal val="#ppt_h"/>
                                          </p:val>
                                        </p:tav>
                                        <p:tav tm="100000">
                                          <p:val>
                                            <p:strVal val="#ppt_h"/>
                                          </p:val>
                                        </p:tav>
                                      </p:tavLst>
                                    </p:anim>
                                  </p:childTnLst>
                                </p:cTn>
                              </p:par>
                            </p:childTnLst>
                          </p:cTn>
                        </p:par>
                      </p:childTnLst>
                    </p:cTn>
                  </p:par>
                  <p:par>
                    <p:cTn id="338" fill="hold" nodeType="clickPar">
                      <p:stCondLst>
                        <p:cond delay="indefinite"/>
                      </p:stCondLst>
                      <p:childTnLst>
                        <p:par>
                          <p:cTn id="339" fill="hold" nodeType="withGroup">
                            <p:stCondLst>
                              <p:cond delay="0"/>
                            </p:stCondLst>
                            <p:childTnLst>
                              <p:par>
                                <p:cTn id="340" presetID="2" presetClass="entr" presetSubtype="1" fill="hold" grpId="0" nodeType="clickEffect">
                                  <p:stCondLst>
                                    <p:cond delay="0"/>
                                  </p:stCondLst>
                                  <p:childTnLst>
                                    <p:set>
                                      <p:cBhvr>
                                        <p:cTn id="341" dur="1" fill="hold">
                                          <p:stCondLst>
                                            <p:cond delay="0"/>
                                          </p:stCondLst>
                                        </p:cTn>
                                        <p:tgtEl>
                                          <p:spTgt spid="20552"/>
                                        </p:tgtEl>
                                        <p:attrNameLst>
                                          <p:attrName>style.visibility</p:attrName>
                                        </p:attrNameLst>
                                      </p:cBhvr>
                                      <p:to>
                                        <p:strVal val="visible"/>
                                      </p:to>
                                    </p:set>
                                    <p:anim calcmode="lin" valueType="num">
                                      <p:cBhvr additive="base">
                                        <p:cTn id="342" dur="500" fill="hold"/>
                                        <p:tgtEl>
                                          <p:spTgt spid="20552"/>
                                        </p:tgtEl>
                                        <p:attrNameLst>
                                          <p:attrName>ppt_x</p:attrName>
                                        </p:attrNameLst>
                                      </p:cBhvr>
                                      <p:tavLst>
                                        <p:tav tm="0">
                                          <p:val>
                                            <p:strVal val="#ppt_x"/>
                                          </p:val>
                                        </p:tav>
                                        <p:tav tm="100000">
                                          <p:val>
                                            <p:strVal val="#ppt_x"/>
                                          </p:val>
                                        </p:tav>
                                      </p:tavLst>
                                    </p:anim>
                                    <p:anim calcmode="lin" valueType="num">
                                      <p:cBhvr additive="base">
                                        <p:cTn id="343" dur="500" fill="hold"/>
                                        <p:tgtEl>
                                          <p:spTgt spid="20552"/>
                                        </p:tgtEl>
                                        <p:attrNameLst>
                                          <p:attrName>ppt_y</p:attrName>
                                        </p:attrNameLst>
                                      </p:cBhvr>
                                      <p:tavLst>
                                        <p:tav tm="0">
                                          <p:val>
                                            <p:strVal val="0-#ppt_h/2"/>
                                          </p:val>
                                        </p:tav>
                                        <p:tav tm="100000">
                                          <p:val>
                                            <p:strVal val="#ppt_y"/>
                                          </p:val>
                                        </p:tav>
                                      </p:tavLst>
                                    </p:anim>
                                  </p:childTnLst>
                                </p:cTn>
                              </p:par>
                            </p:childTnLst>
                          </p:cTn>
                        </p:par>
                      </p:childTnLst>
                    </p:cTn>
                  </p:par>
                  <p:par>
                    <p:cTn id="344" fill="hold" nodeType="clickPar">
                      <p:stCondLst>
                        <p:cond delay="indefinite"/>
                      </p:stCondLst>
                      <p:childTnLst>
                        <p:par>
                          <p:cTn id="345" fill="hold" nodeType="withGroup">
                            <p:stCondLst>
                              <p:cond delay="0"/>
                            </p:stCondLst>
                            <p:childTnLst>
                              <p:par>
                                <p:cTn id="346" presetID="2" presetClass="entr" presetSubtype="1" fill="hold" grpId="0" nodeType="clickEffect">
                                  <p:stCondLst>
                                    <p:cond delay="0"/>
                                  </p:stCondLst>
                                  <p:childTnLst>
                                    <p:set>
                                      <p:cBhvr>
                                        <p:cTn id="347" dur="1" fill="hold">
                                          <p:stCondLst>
                                            <p:cond delay="0"/>
                                          </p:stCondLst>
                                        </p:cTn>
                                        <p:tgtEl>
                                          <p:spTgt spid="20553"/>
                                        </p:tgtEl>
                                        <p:attrNameLst>
                                          <p:attrName>style.visibility</p:attrName>
                                        </p:attrNameLst>
                                      </p:cBhvr>
                                      <p:to>
                                        <p:strVal val="visible"/>
                                      </p:to>
                                    </p:set>
                                    <p:anim calcmode="lin" valueType="num">
                                      <p:cBhvr additive="base">
                                        <p:cTn id="348" dur="500" fill="hold"/>
                                        <p:tgtEl>
                                          <p:spTgt spid="20553"/>
                                        </p:tgtEl>
                                        <p:attrNameLst>
                                          <p:attrName>ppt_x</p:attrName>
                                        </p:attrNameLst>
                                      </p:cBhvr>
                                      <p:tavLst>
                                        <p:tav tm="0">
                                          <p:val>
                                            <p:strVal val="#ppt_x"/>
                                          </p:val>
                                        </p:tav>
                                        <p:tav tm="100000">
                                          <p:val>
                                            <p:strVal val="#ppt_x"/>
                                          </p:val>
                                        </p:tav>
                                      </p:tavLst>
                                    </p:anim>
                                    <p:anim calcmode="lin" valueType="num">
                                      <p:cBhvr additive="base">
                                        <p:cTn id="349" dur="500" fill="hold"/>
                                        <p:tgtEl>
                                          <p:spTgt spid="20553"/>
                                        </p:tgtEl>
                                        <p:attrNameLst>
                                          <p:attrName>ppt_y</p:attrName>
                                        </p:attrNameLst>
                                      </p:cBhvr>
                                      <p:tavLst>
                                        <p:tav tm="0">
                                          <p:val>
                                            <p:strVal val="0-#ppt_h/2"/>
                                          </p:val>
                                        </p:tav>
                                        <p:tav tm="100000">
                                          <p:val>
                                            <p:strVal val="#ppt_y"/>
                                          </p:val>
                                        </p:tav>
                                      </p:tavLst>
                                    </p:anim>
                                  </p:childTnLst>
                                </p:cTn>
                              </p:par>
                            </p:childTnLst>
                          </p:cTn>
                        </p:par>
                      </p:childTnLst>
                    </p:cTn>
                  </p:par>
                  <p:par>
                    <p:cTn id="350" fill="hold" nodeType="clickPar">
                      <p:stCondLst>
                        <p:cond delay="indefinite"/>
                      </p:stCondLst>
                      <p:childTnLst>
                        <p:par>
                          <p:cTn id="351" fill="hold" nodeType="withGroup">
                            <p:stCondLst>
                              <p:cond delay="0"/>
                            </p:stCondLst>
                            <p:childTnLst>
                              <p:par>
                                <p:cTn id="352" presetID="2" presetClass="entr" presetSubtype="1" fill="hold" grpId="0" nodeType="clickEffect">
                                  <p:stCondLst>
                                    <p:cond delay="0"/>
                                  </p:stCondLst>
                                  <p:childTnLst>
                                    <p:set>
                                      <p:cBhvr>
                                        <p:cTn id="353" dur="1" fill="hold">
                                          <p:stCondLst>
                                            <p:cond delay="0"/>
                                          </p:stCondLst>
                                        </p:cTn>
                                        <p:tgtEl>
                                          <p:spTgt spid="20554"/>
                                        </p:tgtEl>
                                        <p:attrNameLst>
                                          <p:attrName>style.visibility</p:attrName>
                                        </p:attrNameLst>
                                      </p:cBhvr>
                                      <p:to>
                                        <p:strVal val="visible"/>
                                      </p:to>
                                    </p:set>
                                    <p:anim calcmode="lin" valueType="num">
                                      <p:cBhvr additive="base">
                                        <p:cTn id="354" dur="500" fill="hold"/>
                                        <p:tgtEl>
                                          <p:spTgt spid="20554"/>
                                        </p:tgtEl>
                                        <p:attrNameLst>
                                          <p:attrName>ppt_x</p:attrName>
                                        </p:attrNameLst>
                                      </p:cBhvr>
                                      <p:tavLst>
                                        <p:tav tm="0">
                                          <p:val>
                                            <p:strVal val="#ppt_x"/>
                                          </p:val>
                                        </p:tav>
                                        <p:tav tm="100000">
                                          <p:val>
                                            <p:strVal val="#ppt_x"/>
                                          </p:val>
                                        </p:tav>
                                      </p:tavLst>
                                    </p:anim>
                                    <p:anim calcmode="lin" valueType="num">
                                      <p:cBhvr additive="base">
                                        <p:cTn id="355" dur="500" fill="hold"/>
                                        <p:tgtEl>
                                          <p:spTgt spid="20554"/>
                                        </p:tgtEl>
                                        <p:attrNameLst>
                                          <p:attrName>ppt_y</p:attrName>
                                        </p:attrNameLst>
                                      </p:cBhvr>
                                      <p:tavLst>
                                        <p:tav tm="0">
                                          <p:val>
                                            <p:strVal val="0-#ppt_h/2"/>
                                          </p:val>
                                        </p:tav>
                                        <p:tav tm="100000">
                                          <p:val>
                                            <p:strVal val="#ppt_y"/>
                                          </p:val>
                                        </p:tav>
                                      </p:tavLst>
                                    </p:anim>
                                  </p:childTnLst>
                                </p:cTn>
                              </p:par>
                            </p:childTnLst>
                          </p:cTn>
                        </p:par>
                      </p:childTnLst>
                    </p:cTn>
                  </p:par>
                  <p:par>
                    <p:cTn id="356" fill="hold" nodeType="clickPar">
                      <p:stCondLst>
                        <p:cond delay="indefinite"/>
                      </p:stCondLst>
                      <p:childTnLst>
                        <p:par>
                          <p:cTn id="357" fill="hold" nodeType="withGroup">
                            <p:stCondLst>
                              <p:cond delay="0"/>
                            </p:stCondLst>
                            <p:childTnLst>
                              <p:par>
                                <p:cTn id="358" presetID="2" presetClass="entr" presetSubtype="1" fill="hold" grpId="0" nodeType="clickEffect">
                                  <p:stCondLst>
                                    <p:cond delay="0"/>
                                  </p:stCondLst>
                                  <p:childTnLst>
                                    <p:set>
                                      <p:cBhvr>
                                        <p:cTn id="359" dur="1" fill="hold">
                                          <p:stCondLst>
                                            <p:cond delay="0"/>
                                          </p:stCondLst>
                                        </p:cTn>
                                        <p:tgtEl>
                                          <p:spTgt spid="20555"/>
                                        </p:tgtEl>
                                        <p:attrNameLst>
                                          <p:attrName>style.visibility</p:attrName>
                                        </p:attrNameLst>
                                      </p:cBhvr>
                                      <p:to>
                                        <p:strVal val="visible"/>
                                      </p:to>
                                    </p:set>
                                    <p:anim calcmode="lin" valueType="num">
                                      <p:cBhvr additive="base">
                                        <p:cTn id="360" dur="500" fill="hold"/>
                                        <p:tgtEl>
                                          <p:spTgt spid="20555"/>
                                        </p:tgtEl>
                                        <p:attrNameLst>
                                          <p:attrName>ppt_x</p:attrName>
                                        </p:attrNameLst>
                                      </p:cBhvr>
                                      <p:tavLst>
                                        <p:tav tm="0">
                                          <p:val>
                                            <p:strVal val="#ppt_x"/>
                                          </p:val>
                                        </p:tav>
                                        <p:tav tm="100000">
                                          <p:val>
                                            <p:strVal val="#ppt_x"/>
                                          </p:val>
                                        </p:tav>
                                      </p:tavLst>
                                    </p:anim>
                                    <p:anim calcmode="lin" valueType="num">
                                      <p:cBhvr additive="base">
                                        <p:cTn id="361" dur="500" fill="hold"/>
                                        <p:tgtEl>
                                          <p:spTgt spid="20555"/>
                                        </p:tgtEl>
                                        <p:attrNameLst>
                                          <p:attrName>ppt_y</p:attrName>
                                        </p:attrNameLst>
                                      </p:cBhvr>
                                      <p:tavLst>
                                        <p:tav tm="0">
                                          <p:val>
                                            <p:strVal val="0-#ppt_h/2"/>
                                          </p:val>
                                        </p:tav>
                                        <p:tav tm="100000">
                                          <p:val>
                                            <p:strVal val="#ppt_y"/>
                                          </p:val>
                                        </p:tav>
                                      </p:tavLst>
                                    </p:anim>
                                  </p:childTnLst>
                                </p:cTn>
                              </p:par>
                            </p:childTnLst>
                          </p:cTn>
                        </p:par>
                      </p:childTnLst>
                    </p:cTn>
                  </p:par>
                  <p:par>
                    <p:cTn id="362" fill="hold" nodeType="clickPar">
                      <p:stCondLst>
                        <p:cond delay="indefinite"/>
                      </p:stCondLst>
                      <p:childTnLst>
                        <p:par>
                          <p:cTn id="363" fill="hold" nodeType="withGroup">
                            <p:stCondLst>
                              <p:cond delay="0"/>
                            </p:stCondLst>
                            <p:childTnLst>
                              <p:par>
                                <p:cTn id="364" presetID="2" presetClass="entr" presetSubtype="1" fill="hold" grpId="0" nodeType="clickEffect">
                                  <p:stCondLst>
                                    <p:cond delay="0"/>
                                  </p:stCondLst>
                                  <p:childTnLst>
                                    <p:set>
                                      <p:cBhvr>
                                        <p:cTn id="365" dur="1" fill="hold">
                                          <p:stCondLst>
                                            <p:cond delay="0"/>
                                          </p:stCondLst>
                                        </p:cTn>
                                        <p:tgtEl>
                                          <p:spTgt spid="20556"/>
                                        </p:tgtEl>
                                        <p:attrNameLst>
                                          <p:attrName>style.visibility</p:attrName>
                                        </p:attrNameLst>
                                      </p:cBhvr>
                                      <p:to>
                                        <p:strVal val="visible"/>
                                      </p:to>
                                    </p:set>
                                    <p:anim calcmode="lin" valueType="num">
                                      <p:cBhvr additive="base">
                                        <p:cTn id="366" dur="500" fill="hold"/>
                                        <p:tgtEl>
                                          <p:spTgt spid="20556"/>
                                        </p:tgtEl>
                                        <p:attrNameLst>
                                          <p:attrName>ppt_x</p:attrName>
                                        </p:attrNameLst>
                                      </p:cBhvr>
                                      <p:tavLst>
                                        <p:tav tm="0">
                                          <p:val>
                                            <p:strVal val="#ppt_x"/>
                                          </p:val>
                                        </p:tav>
                                        <p:tav tm="100000">
                                          <p:val>
                                            <p:strVal val="#ppt_x"/>
                                          </p:val>
                                        </p:tav>
                                      </p:tavLst>
                                    </p:anim>
                                    <p:anim calcmode="lin" valueType="num">
                                      <p:cBhvr additive="base">
                                        <p:cTn id="367" dur="500" fill="hold"/>
                                        <p:tgtEl>
                                          <p:spTgt spid="20556"/>
                                        </p:tgtEl>
                                        <p:attrNameLst>
                                          <p:attrName>ppt_y</p:attrName>
                                        </p:attrNameLst>
                                      </p:cBhvr>
                                      <p:tavLst>
                                        <p:tav tm="0">
                                          <p:val>
                                            <p:strVal val="0-#ppt_h/2"/>
                                          </p:val>
                                        </p:tav>
                                        <p:tav tm="100000">
                                          <p:val>
                                            <p:strVal val="#ppt_y"/>
                                          </p:val>
                                        </p:tav>
                                      </p:tavLst>
                                    </p:anim>
                                  </p:childTnLst>
                                </p:cTn>
                              </p:par>
                            </p:childTnLst>
                          </p:cTn>
                        </p:par>
                      </p:childTnLst>
                    </p:cTn>
                  </p:par>
                  <p:par>
                    <p:cTn id="368" fill="hold" nodeType="clickPar">
                      <p:stCondLst>
                        <p:cond delay="indefinite"/>
                      </p:stCondLst>
                      <p:childTnLst>
                        <p:par>
                          <p:cTn id="369" fill="hold" nodeType="withGroup">
                            <p:stCondLst>
                              <p:cond delay="0"/>
                            </p:stCondLst>
                            <p:childTnLst>
                              <p:par>
                                <p:cTn id="370" presetID="2" presetClass="entr" presetSubtype="1" fill="hold" grpId="0" nodeType="clickEffect">
                                  <p:stCondLst>
                                    <p:cond delay="0"/>
                                  </p:stCondLst>
                                  <p:childTnLst>
                                    <p:set>
                                      <p:cBhvr>
                                        <p:cTn id="371" dur="1" fill="hold">
                                          <p:stCondLst>
                                            <p:cond delay="0"/>
                                          </p:stCondLst>
                                        </p:cTn>
                                        <p:tgtEl>
                                          <p:spTgt spid="20561"/>
                                        </p:tgtEl>
                                        <p:attrNameLst>
                                          <p:attrName>style.visibility</p:attrName>
                                        </p:attrNameLst>
                                      </p:cBhvr>
                                      <p:to>
                                        <p:strVal val="visible"/>
                                      </p:to>
                                    </p:set>
                                    <p:anim calcmode="lin" valueType="num">
                                      <p:cBhvr additive="base">
                                        <p:cTn id="372" dur="500" fill="hold"/>
                                        <p:tgtEl>
                                          <p:spTgt spid="20561"/>
                                        </p:tgtEl>
                                        <p:attrNameLst>
                                          <p:attrName>ppt_x</p:attrName>
                                        </p:attrNameLst>
                                      </p:cBhvr>
                                      <p:tavLst>
                                        <p:tav tm="0">
                                          <p:val>
                                            <p:strVal val="#ppt_x"/>
                                          </p:val>
                                        </p:tav>
                                        <p:tav tm="100000">
                                          <p:val>
                                            <p:strVal val="#ppt_x"/>
                                          </p:val>
                                        </p:tav>
                                      </p:tavLst>
                                    </p:anim>
                                    <p:anim calcmode="lin" valueType="num">
                                      <p:cBhvr additive="base">
                                        <p:cTn id="373" dur="500" fill="hold"/>
                                        <p:tgtEl>
                                          <p:spTgt spid="20561"/>
                                        </p:tgtEl>
                                        <p:attrNameLst>
                                          <p:attrName>ppt_y</p:attrName>
                                        </p:attrNameLst>
                                      </p:cBhvr>
                                      <p:tavLst>
                                        <p:tav tm="0">
                                          <p:val>
                                            <p:strVal val="0-#ppt_h/2"/>
                                          </p:val>
                                        </p:tav>
                                        <p:tav tm="100000">
                                          <p:val>
                                            <p:strVal val="#ppt_y"/>
                                          </p:val>
                                        </p:tav>
                                      </p:tavLst>
                                    </p:anim>
                                  </p:childTnLst>
                                </p:cTn>
                              </p:par>
                            </p:childTnLst>
                          </p:cTn>
                        </p:par>
                      </p:childTnLst>
                    </p:cTn>
                  </p:par>
                  <p:par>
                    <p:cTn id="374" fill="hold" nodeType="clickPar">
                      <p:stCondLst>
                        <p:cond delay="indefinite"/>
                      </p:stCondLst>
                      <p:childTnLst>
                        <p:par>
                          <p:cTn id="375" fill="hold" nodeType="withGroup">
                            <p:stCondLst>
                              <p:cond delay="0"/>
                            </p:stCondLst>
                            <p:childTnLst>
                              <p:par>
                                <p:cTn id="376" presetID="2" presetClass="entr" presetSubtype="1" fill="hold" grpId="0" nodeType="clickEffect">
                                  <p:stCondLst>
                                    <p:cond delay="0"/>
                                  </p:stCondLst>
                                  <p:childTnLst>
                                    <p:set>
                                      <p:cBhvr>
                                        <p:cTn id="377" dur="1" fill="hold">
                                          <p:stCondLst>
                                            <p:cond delay="0"/>
                                          </p:stCondLst>
                                        </p:cTn>
                                        <p:tgtEl>
                                          <p:spTgt spid="20562"/>
                                        </p:tgtEl>
                                        <p:attrNameLst>
                                          <p:attrName>style.visibility</p:attrName>
                                        </p:attrNameLst>
                                      </p:cBhvr>
                                      <p:to>
                                        <p:strVal val="visible"/>
                                      </p:to>
                                    </p:set>
                                    <p:anim calcmode="lin" valueType="num">
                                      <p:cBhvr additive="base">
                                        <p:cTn id="378" dur="500" fill="hold"/>
                                        <p:tgtEl>
                                          <p:spTgt spid="20562"/>
                                        </p:tgtEl>
                                        <p:attrNameLst>
                                          <p:attrName>ppt_x</p:attrName>
                                        </p:attrNameLst>
                                      </p:cBhvr>
                                      <p:tavLst>
                                        <p:tav tm="0">
                                          <p:val>
                                            <p:strVal val="#ppt_x"/>
                                          </p:val>
                                        </p:tav>
                                        <p:tav tm="100000">
                                          <p:val>
                                            <p:strVal val="#ppt_x"/>
                                          </p:val>
                                        </p:tav>
                                      </p:tavLst>
                                    </p:anim>
                                    <p:anim calcmode="lin" valueType="num">
                                      <p:cBhvr additive="base">
                                        <p:cTn id="379" dur="500" fill="hold"/>
                                        <p:tgtEl>
                                          <p:spTgt spid="20562"/>
                                        </p:tgtEl>
                                        <p:attrNameLst>
                                          <p:attrName>ppt_y</p:attrName>
                                        </p:attrNameLst>
                                      </p:cBhvr>
                                      <p:tavLst>
                                        <p:tav tm="0">
                                          <p:val>
                                            <p:strVal val="0-#ppt_h/2"/>
                                          </p:val>
                                        </p:tav>
                                        <p:tav tm="100000">
                                          <p:val>
                                            <p:strVal val="#ppt_y"/>
                                          </p:val>
                                        </p:tav>
                                      </p:tavLst>
                                    </p:anim>
                                  </p:childTnLst>
                                </p:cTn>
                              </p:par>
                            </p:childTnLst>
                          </p:cTn>
                        </p:par>
                      </p:childTnLst>
                    </p:cTn>
                  </p:par>
                  <p:par>
                    <p:cTn id="380" fill="hold" nodeType="clickPar">
                      <p:stCondLst>
                        <p:cond delay="indefinite"/>
                      </p:stCondLst>
                      <p:childTnLst>
                        <p:par>
                          <p:cTn id="381" fill="hold" nodeType="withGroup">
                            <p:stCondLst>
                              <p:cond delay="0"/>
                            </p:stCondLst>
                            <p:childTnLst>
                              <p:par>
                                <p:cTn id="382" presetID="2" presetClass="entr" presetSubtype="1" fill="hold" grpId="0" nodeType="clickEffect">
                                  <p:stCondLst>
                                    <p:cond delay="0"/>
                                  </p:stCondLst>
                                  <p:childTnLst>
                                    <p:set>
                                      <p:cBhvr>
                                        <p:cTn id="383" dur="1" fill="hold">
                                          <p:stCondLst>
                                            <p:cond delay="0"/>
                                          </p:stCondLst>
                                        </p:cTn>
                                        <p:tgtEl>
                                          <p:spTgt spid="20563"/>
                                        </p:tgtEl>
                                        <p:attrNameLst>
                                          <p:attrName>style.visibility</p:attrName>
                                        </p:attrNameLst>
                                      </p:cBhvr>
                                      <p:to>
                                        <p:strVal val="visible"/>
                                      </p:to>
                                    </p:set>
                                    <p:anim calcmode="lin" valueType="num">
                                      <p:cBhvr additive="base">
                                        <p:cTn id="384" dur="500" fill="hold"/>
                                        <p:tgtEl>
                                          <p:spTgt spid="20563"/>
                                        </p:tgtEl>
                                        <p:attrNameLst>
                                          <p:attrName>ppt_x</p:attrName>
                                        </p:attrNameLst>
                                      </p:cBhvr>
                                      <p:tavLst>
                                        <p:tav tm="0">
                                          <p:val>
                                            <p:strVal val="#ppt_x"/>
                                          </p:val>
                                        </p:tav>
                                        <p:tav tm="100000">
                                          <p:val>
                                            <p:strVal val="#ppt_x"/>
                                          </p:val>
                                        </p:tav>
                                      </p:tavLst>
                                    </p:anim>
                                    <p:anim calcmode="lin" valueType="num">
                                      <p:cBhvr additive="base">
                                        <p:cTn id="385" dur="500" fill="hold"/>
                                        <p:tgtEl>
                                          <p:spTgt spid="20563"/>
                                        </p:tgtEl>
                                        <p:attrNameLst>
                                          <p:attrName>ppt_y</p:attrName>
                                        </p:attrNameLst>
                                      </p:cBhvr>
                                      <p:tavLst>
                                        <p:tav tm="0">
                                          <p:val>
                                            <p:strVal val="0-#ppt_h/2"/>
                                          </p:val>
                                        </p:tav>
                                        <p:tav tm="100000">
                                          <p:val>
                                            <p:strVal val="#ppt_y"/>
                                          </p:val>
                                        </p:tav>
                                      </p:tavLst>
                                    </p:anim>
                                  </p:childTnLst>
                                </p:cTn>
                              </p:par>
                            </p:childTnLst>
                          </p:cTn>
                        </p:par>
                      </p:childTnLst>
                    </p:cTn>
                  </p:par>
                  <p:par>
                    <p:cTn id="386" fill="hold" nodeType="clickPar">
                      <p:stCondLst>
                        <p:cond delay="indefinite"/>
                      </p:stCondLst>
                      <p:childTnLst>
                        <p:par>
                          <p:cTn id="387" fill="hold" nodeType="withGroup">
                            <p:stCondLst>
                              <p:cond delay="0"/>
                            </p:stCondLst>
                            <p:childTnLst>
                              <p:par>
                                <p:cTn id="388" presetID="2" presetClass="entr" presetSubtype="1" fill="hold" grpId="0" nodeType="clickEffect">
                                  <p:stCondLst>
                                    <p:cond delay="0"/>
                                  </p:stCondLst>
                                  <p:childTnLst>
                                    <p:set>
                                      <p:cBhvr>
                                        <p:cTn id="389" dur="1" fill="hold">
                                          <p:stCondLst>
                                            <p:cond delay="0"/>
                                          </p:stCondLst>
                                        </p:cTn>
                                        <p:tgtEl>
                                          <p:spTgt spid="20564"/>
                                        </p:tgtEl>
                                        <p:attrNameLst>
                                          <p:attrName>style.visibility</p:attrName>
                                        </p:attrNameLst>
                                      </p:cBhvr>
                                      <p:to>
                                        <p:strVal val="visible"/>
                                      </p:to>
                                    </p:set>
                                    <p:anim calcmode="lin" valueType="num">
                                      <p:cBhvr additive="base">
                                        <p:cTn id="390" dur="500" fill="hold"/>
                                        <p:tgtEl>
                                          <p:spTgt spid="20564"/>
                                        </p:tgtEl>
                                        <p:attrNameLst>
                                          <p:attrName>ppt_x</p:attrName>
                                        </p:attrNameLst>
                                      </p:cBhvr>
                                      <p:tavLst>
                                        <p:tav tm="0">
                                          <p:val>
                                            <p:strVal val="#ppt_x"/>
                                          </p:val>
                                        </p:tav>
                                        <p:tav tm="100000">
                                          <p:val>
                                            <p:strVal val="#ppt_x"/>
                                          </p:val>
                                        </p:tav>
                                      </p:tavLst>
                                    </p:anim>
                                    <p:anim calcmode="lin" valueType="num">
                                      <p:cBhvr additive="base">
                                        <p:cTn id="391" dur="500" fill="hold"/>
                                        <p:tgtEl>
                                          <p:spTgt spid="20564"/>
                                        </p:tgtEl>
                                        <p:attrNameLst>
                                          <p:attrName>ppt_y</p:attrName>
                                        </p:attrNameLst>
                                      </p:cBhvr>
                                      <p:tavLst>
                                        <p:tav tm="0">
                                          <p:val>
                                            <p:strVal val="0-#ppt_h/2"/>
                                          </p:val>
                                        </p:tav>
                                        <p:tav tm="100000">
                                          <p:val>
                                            <p:strVal val="#ppt_y"/>
                                          </p:val>
                                        </p:tav>
                                      </p:tavLst>
                                    </p:anim>
                                  </p:childTnLst>
                                </p:cTn>
                              </p:par>
                            </p:childTnLst>
                          </p:cTn>
                        </p:par>
                      </p:childTnLst>
                    </p:cTn>
                  </p:par>
                  <p:par>
                    <p:cTn id="392" fill="hold" nodeType="clickPar">
                      <p:stCondLst>
                        <p:cond delay="indefinite"/>
                      </p:stCondLst>
                      <p:childTnLst>
                        <p:par>
                          <p:cTn id="393" fill="hold" nodeType="withGroup">
                            <p:stCondLst>
                              <p:cond delay="0"/>
                            </p:stCondLst>
                            <p:childTnLst>
                              <p:par>
                                <p:cTn id="394" presetID="2" presetClass="entr" presetSubtype="1" fill="hold" grpId="0" nodeType="clickEffect">
                                  <p:stCondLst>
                                    <p:cond delay="0"/>
                                  </p:stCondLst>
                                  <p:childTnLst>
                                    <p:set>
                                      <p:cBhvr>
                                        <p:cTn id="395" dur="1" fill="hold">
                                          <p:stCondLst>
                                            <p:cond delay="0"/>
                                          </p:stCondLst>
                                        </p:cTn>
                                        <p:tgtEl>
                                          <p:spTgt spid="20560"/>
                                        </p:tgtEl>
                                        <p:attrNameLst>
                                          <p:attrName>style.visibility</p:attrName>
                                        </p:attrNameLst>
                                      </p:cBhvr>
                                      <p:to>
                                        <p:strVal val="visible"/>
                                      </p:to>
                                    </p:set>
                                    <p:anim calcmode="lin" valueType="num">
                                      <p:cBhvr additive="base">
                                        <p:cTn id="396" dur="500" fill="hold"/>
                                        <p:tgtEl>
                                          <p:spTgt spid="20560"/>
                                        </p:tgtEl>
                                        <p:attrNameLst>
                                          <p:attrName>ppt_x</p:attrName>
                                        </p:attrNameLst>
                                      </p:cBhvr>
                                      <p:tavLst>
                                        <p:tav tm="0">
                                          <p:val>
                                            <p:strVal val="#ppt_x"/>
                                          </p:val>
                                        </p:tav>
                                        <p:tav tm="100000">
                                          <p:val>
                                            <p:strVal val="#ppt_x"/>
                                          </p:val>
                                        </p:tav>
                                      </p:tavLst>
                                    </p:anim>
                                    <p:anim calcmode="lin" valueType="num">
                                      <p:cBhvr additive="base">
                                        <p:cTn id="397" dur="500" fill="hold"/>
                                        <p:tgtEl>
                                          <p:spTgt spid="20560"/>
                                        </p:tgtEl>
                                        <p:attrNameLst>
                                          <p:attrName>ppt_y</p:attrName>
                                        </p:attrNameLst>
                                      </p:cBhvr>
                                      <p:tavLst>
                                        <p:tav tm="0">
                                          <p:val>
                                            <p:strVal val="0-#ppt_h/2"/>
                                          </p:val>
                                        </p:tav>
                                        <p:tav tm="100000">
                                          <p:val>
                                            <p:strVal val="#ppt_y"/>
                                          </p:val>
                                        </p:tav>
                                      </p:tavLst>
                                    </p:anim>
                                  </p:childTnLst>
                                </p:cTn>
                              </p:par>
                            </p:childTnLst>
                          </p:cTn>
                        </p:par>
                      </p:childTnLst>
                    </p:cTn>
                  </p:par>
                  <p:par>
                    <p:cTn id="398" fill="hold" nodeType="clickPar">
                      <p:stCondLst>
                        <p:cond delay="indefinite"/>
                      </p:stCondLst>
                      <p:childTnLst>
                        <p:par>
                          <p:cTn id="399" fill="hold" nodeType="withGroup">
                            <p:stCondLst>
                              <p:cond delay="0"/>
                            </p:stCondLst>
                            <p:childTnLst>
                              <p:par>
                                <p:cTn id="400" presetID="17" presetClass="entr" presetSubtype="1" fill="hold" grpId="0" nodeType="clickEffect">
                                  <p:stCondLst>
                                    <p:cond delay="0"/>
                                  </p:stCondLst>
                                  <p:childTnLst>
                                    <p:set>
                                      <p:cBhvr>
                                        <p:cTn id="401" dur="1" fill="hold">
                                          <p:stCondLst>
                                            <p:cond delay="0"/>
                                          </p:stCondLst>
                                        </p:cTn>
                                        <p:tgtEl>
                                          <p:spTgt spid="20565"/>
                                        </p:tgtEl>
                                        <p:attrNameLst>
                                          <p:attrName>style.visibility</p:attrName>
                                        </p:attrNameLst>
                                      </p:cBhvr>
                                      <p:to>
                                        <p:strVal val="visible"/>
                                      </p:to>
                                    </p:set>
                                    <p:anim calcmode="lin" valueType="num">
                                      <p:cBhvr>
                                        <p:cTn id="402" dur="500" fill="hold"/>
                                        <p:tgtEl>
                                          <p:spTgt spid="20565"/>
                                        </p:tgtEl>
                                        <p:attrNameLst>
                                          <p:attrName>ppt_x</p:attrName>
                                        </p:attrNameLst>
                                      </p:cBhvr>
                                      <p:tavLst>
                                        <p:tav tm="0">
                                          <p:val>
                                            <p:strVal val="#ppt_x"/>
                                          </p:val>
                                        </p:tav>
                                        <p:tav tm="100000">
                                          <p:val>
                                            <p:strVal val="#ppt_x"/>
                                          </p:val>
                                        </p:tav>
                                      </p:tavLst>
                                    </p:anim>
                                    <p:anim calcmode="lin" valueType="num">
                                      <p:cBhvr>
                                        <p:cTn id="403" dur="500" fill="hold"/>
                                        <p:tgtEl>
                                          <p:spTgt spid="20565"/>
                                        </p:tgtEl>
                                        <p:attrNameLst>
                                          <p:attrName>ppt_y</p:attrName>
                                        </p:attrNameLst>
                                      </p:cBhvr>
                                      <p:tavLst>
                                        <p:tav tm="0">
                                          <p:val>
                                            <p:strVal val="#ppt_y-#ppt_h/2"/>
                                          </p:val>
                                        </p:tav>
                                        <p:tav tm="100000">
                                          <p:val>
                                            <p:strVal val="#ppt_y"/>
                                          </p:val>
                                        </p:tav>
                                      </p:tavLst>
                                    </p:anim>
                                    <p:anim calcmode="lin" valueType="num">
                                      <p:cBhvr>
                                        <p:cTn id="404" dur="500" fill="hold"/>
                                        <p:tgtEl>
                                          <p:spTgt spid="20565"/>
                                        </p:tgtEl>
                                        <p:attrNameLst>
                                          <p:attrName>ppt_w</p:attrName>
                                        </p:attrNameLst>
                                      </p:cBhvr>
                                      <p:tavLst>
                                        <p:tav tm="0">
                                          <p:val>
                                            <p:strVal val="#ppt_w"/>
                                          </p:val>
                                        </p:tav>
                                        <p:tav tm="100000">
                                          <p:val>
                                            <p:strVal val="#ppt_w"/>
                                          </p:val>
                                        </p:tav>
                                      </p:tavLst>
                                    </p:anim>
                                    <p:anim calcmode="lin" valueType="num">
                                      <p:cBhvr>
                                        <p:cTn id="405" dur="500" fill="hold"/>
                                        <p:tgtEl>
                                          <p:spTgt spid="20565"/>
                                        </p:tgtEl>
                                        <p:attrNameLst>
                                          <p:attrName>ppt_h</p:attrName>
                                        </p:attrNameLst>
                                      </p:cBhvr>
                                      <p:tavLst>
                                        <p:tav tm="0">
                                          <p:val>
                                            <p:fltVal val="0"/>
                                          </p:val>
                                        </p:tav>
                                        <p:tav tm="100000">
                                          <p:val>
                                            <p:strVal val="#ppt_h"/>
                                          </p:val>
                                        </p:tav>
                                      </p:tavLst>
                                    </p:anim>
                                  </p:childTnLst>
                                </p:cTn>
                              </p:par>
                            </p:childTnLst>
                          </p:cTn>
                        </p:par>
                      </p:childTnLst>
                    </p:cTn>
                  </p:par>
                  <p:par>
                    <p:cTn id="406" fill="hold" nodeType="clickPar">
                      <p:stCondLst>
                        <p:cond delay="indefinite"/>
                      </p:stCondLst>
                      <p:childTnLst>
                        <p:par>
                          <p:cTn id="407" fill="hold" nodeType="withGroup">
                            <p:stCondLst>
                              <p:cond delay="0"/>
                            </p:stCondLst>
                            <p:childTnLst>
                              <p:par>
                                <p:cTn id="408" presetID="18" presetClass="entr" presetSubtype="3" fill="hold" grpId="0" nodeType="clickEffect">
                                  <p:stCondLst>
                                    <p:cond delay="0"/>
                                  </p:stCondLst>
                                  <p:childTnLst>
                                    <p:set>
                                      <p:cBhvr>
                                        <p:cTn id="409" dur="1" fill="hold">
                                          <p:stCondLst>
                                            <p:cond delay="0"/>
                                          </p:stCondLst>
                                        </p:cTn>
                                        <p:tgtEl>
                                          <p:spTgt spid="20566"/>
                                        </p:tgtEl>
                                        <p:attrNameLst>
                                          <p:attrName>style.visibility</p:attrName>
                                        </p:attrNameLst>
                                      </p:cBhvr>
                                      <p:to>
                                        <p:strVal val="visible"/>
                                      </p:to>
                                    </p:set>
                                    <p:animEffect transition="in" filter="strips(upRight)">
                                      <p:cBhvr>
                                        <p:cTn id="410" dur="500"/>
                                        <p:tgtEl>
                                          <p:spTgt spid="20566"/>
                                        </p:tgtEl>
                                      </p:cBhvr>
                                    </p:animEffect>
                                  </p:childTnLst>
                                </p:cTn>
                              </p:par>
                            </p:childTnLst>
                          </p:cTn>
                        </p:par>
                      </p:childTnLst>
                    </p:cTn>
                  </p:par>
                  <p:par>
                    <p:cTn id="411" fill="hold" nodeType="clickPar">
                      <p:stCondLst>
                        <p:cond delay="indefinite"/>
                      </p:stCondLst>
                      <p:childTnLst>
                        <p:par>
                          <p:cTn id="412" fill="hold" nodeType="withGroup">
                            <p:stCondLst>
                              <p:cond delay="0"/>
                            </p:stCondLst>
                            <p:childTnLst>
                              <p:par>
                                <p:cTn id="413" presetID="18" presetClass="entr" presetSubtype="3" fill="hold" grpId="0" nodeType="clickEffect">
                                  <p:stCondLst>
                                    <p:cond delay="0"/>
                                  </p:stCondLst>
                                  <p:childTnLst>
                                    <p:set>
                                      <p:cBhvr>
                                        <p:cTn id="414" dur="1" fill="hold">
                                          <p:stCondLst>
                                            <p:cond delay="0"/>
                                          </p:stCondLst>
                                        </p:cTn>
                                        <p:tgtEl>
                                          <p:spTgt spid="20567"/>
                                        </p:tgtEl>
                                        <p:attrNameLst>
                                          <p:attrName>style.visibility</p:attrName>
                                        </p:attrNameLst>
                                      </p:cBhvr>
                                      <p:to>
                                        <p:strVal val="visible"/>
                                      </p:to>
                                    </p:set>
                                    <p:animEffect transition="in" filter="strips(upRight)">
                                      <p:cBhvr>
                                        <p:cTn id="415" dur="500"/>
                                        <p:tgtEl>
                                          <p:spTgt spid="20567"/>
                                        </p:tgtEl>
                                      </p:cBhvr>
                                    </p:animEffect>
                                  </p:childTnLst>
                                </p:cTn>
                              </p:par>
                            </p:childTnLst>
                          </p:cTn>
                        </p:par>
                      </p:childTnLst>
                    </p:cTn>
                  </p:par>
                  <p:par>
                    <p:cTn id="416" fill="hold" nodeType="clickPar">
                      <p:stCondLst>
                        <p:cond delay="indefinite"/>
                      </p:stCondLst>
                      <p:childTnLst>
                        <p:par>
                          <p:cTn id="417" fill="hold" nodeType="withGroup">
                            <p:stCondLst>
                              <p:cond delay="0"/>
                            </p:stCondLst>
                            <p:childTnLst>
                              <p:par>
                                <p:cTn id="418" presetID="18" presetClass="entr" presetSubtype="9" fill="hold" grpId="0" nodeType="clickEffect">
                                  <p:stCondLst>
                                    <p:cond delay="0"/>
                                  </p:stCondLst>
                                  <p:childTnLst>
                                    <p:set>
                                      <p:cBhvr>
                                        <p:cTn id="419" dur="1" fill="hold">
                                          <p:stCondLst>
                                            <p:cond delay="0"/>
                                          </p:stCondLst>
                                        </p:cTn>
                                        <p:tgtEl>
                                          <p:spTgt spid="20568"/>
                                        </p:tgtEl>
                                        <p:attrNameLst>
                                          <p:attrName>style.visibility</p:attrName>
                                        </p:attrNameLst>
                                      </p:cBhvr>
                                      <p:to>
                                        <p:strVal val="visible"/>
                                      </p:to>
                                    </p:set>
                                    <p:animEffect transition="in" filter="strips(upLeft)">
                                      <p:cBhvr>
                                        <p:cTn id="420" dur="500"/>
                                        <p:tgtEl>
                                          <p:spTgt spid="20568"/>
                                        </p:tgtEl>
                                      </p:cBhvr>
                                    </p:animEffect>
                                  </p:childTnLst>
                                </p:cTn>
                              </p:par>
                            </p:childTnLst>
                          </p:cTn>
                        </p:par>
                      </p:childTnLst>
                    </p:cTn>
                  </p:par>
                  <p:par>
                    <p:cTn id="421" fill="hold" nodeType="clickPar">
                      <p:stCondLst>
                        <p:cond delay="indefinite"/>
                      </p:stCondLst>
                      <p:childTnLst>
                        <p:par>
                          <p:cTn id="422" fill="hold" nodeType="withGroup">
                            <p:stCondLst>
                              <p:cond delay="0"/>
                            </p:stCondLst>
                            <p:childTnLst>
                              <p:par>
                                <p:cTn id="423" presetID="18" presetClass="entr" presetSubtype="6" fill="hold" grpId="0" nodeType="clickEffect">
                                  <p:stCondLst>
                                    <p:cond delay="0"/>
                                  </p:stCondLst>
                                  <p:childTnLst>
                                    <p:set>
                                      <p:cBhvr>
                                        <p:cTn id="424" dur="1" fill="hold">
                                          <p:stCondLst>
                                            <p:cond delay="0"/>
                                          </p:stCondLst>
                                        </p:cTn>
                                        <p:tgtEl>
                                          <p:spTgt spid="20569"/>
                                        </p:tgtEl>
                                        <p:attrNameLst>
                                          <p:attrName>style.visibility</p:attrName>
                                        </p:attrNameLst>
                                      </p:cBhvr>
                                      <p:to>
                                        <p:strVal val="visible"/>
                                      </p:to>
                                    </p:set>
                                    <p:animEffect transition="in" filter="strips(downRight)">
                                      <p:cBhvr>
                                        <p:cTn id="425" dur="500"/>
                                        <p:tgtEl>
                                          <p:spTgt spid="20569"/>
                                        </p:tgtEl>
                                      </p:cBhvr>
                                    </p:animEffect>
                                  </p:childTnLst>
                                </p:cTn>
                              </p:par>
                            </p:childTnLst>
                          </p:cTn>
                        </p:par>
                      </p:childTnLst>
                    </p:cTn>
                  </p:par>
                  <p:par>
                    <p:cTn id="426" fill="hold" nodeType="clickPar">
                      <p:stCondLst>
                        <p:cond delay="indefinite"/>
                      </p:stCondLst>
                      <p:childTnLst>
                        <p:par>
                          <p:cTn id="427" fill="hold" nodeType="withGroup">
                            <p:stCondLst>
                              <p:cond delay="0"/>
                            </p:stCondLst>
                            <p:childTnLst>
                              <p:par>
                                <p:cTn id="428" presetID="2" presetClass="entr" presetSubtype="8" fill="hold" grpId="0" nodeType="clickEffect">
                                  <p:stCondLst>
                                    <p:cond delay="0"/>
                                  </p:stCondLst>
                                  <p:childTnLst>
                                    <p:set>
                                      <p:cBhvr>
                                        <p:cTn id="429" dur="1" fill="hold">
                                          <p:stCondLst>
                                            <p:cond delay="0"/>
                                          </p:stCondLst>
                                        </p:cTn>
                                        <p:tgtEl>
                                          <p:spTgt spid="20570"/>
                                        </p:tgtEl>
                                        <p:attrNameLst>
                                          <p:attrName>style.visibility</p:attrName>
                                        </p:attrNameLst>
                                      </p:cBhvr>
                                      <p:to>
                                        <p:strVal val="visible"/>
                                      </p:to>
                                    </p:set>
                                    <p:anim calcmode="lin" valueType="num">
                                      <p:cBhvr additive="base">
                                        <p:cTn id="430" dur="500" fill="hold"/>
                                        <p:tgtEl>
                                          <p:spTgt spid="20570"/>
                                        </p:tgtEl>
                                        <p:attrNameLst>
                                          <p:attrName>ppt_x</p:attrName>
                                        </p:attrNameLst>
                                      </p:cBhvr>
                                      <p:tavLst>
                                        <p:tav tm="0">
                                          <p:val>
                                            <p:strVal val="0-#ppt_w/2"/>
                                          </p:val>
                                        </p:tav>
                                        <p:tav tm="100000">
                                          <p:val>
                                            <p:strVal val="#ppt_x"/>
                                          </p:val>
                                        </p:tav>
                                      </p:tavLst>
                                    </p:anim>
                                    <p:anim calcmode="lin" valueType="num">
                                      <p:cBhvr additive="base">
                                        <p:cTn id="431" dur="500" fill="hold"/>
                                        <p:tgtEl>
                                          <p:spTgt spid="205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utoUpdateAnimBg="0"/>
      <p:bldP spid="20483" grpId="0" autoUpdateAnimBg="0"/>
      <p:bldP spid="20484" grpId="0" autoUpdateAnimBg="0"/>
      <p:bldP spid="20485" grpId="0" animBg="1"/>
      <p:bldP spid="20486" grpId="0" autoUpdateAnimBg="0"/>
      <p:bldP spid="20487" grpId="0" animBg="1"/>
      <p:bldP spid="20488" grpId="0" autoUpdateAnimBg="0"/>
      <p:bldP spid="20489" grpId="0" autoUpdateAnimBg="0"/>
      <p:bldP spid="20490" grpId="0" autoUpdateAnimBg="0"/>
      <p:bldP spid="20491" grpId="0" animBg="1"/>
      <p:bldP spid="20492" grpId="0" animBg="1"/>
      <p:bldP spid="20493" grpId="0" animBg="1"/>
      <p:bldP spid="20494" grpId="0" animBg="1"/>
      <p:bldP spid="20495" grpId="0" animBg="1"/>
      <p:bldP spid="20496" grpId="0" animBg="1"/>
      <p:bldP spid="20497" grpId="0" animBg="1"/>
      <p:bldP spid="20498" grpId="0" animBg="1"/>
      <p:bldP spid="20499" grpId="0" autoUpdateAnimBg="0"/>
      <p:bldP spid="20500" grpId="0" autoUpdateAnimBg="0"/>
      <p:bldP spid="20501" grpId="0" autoUpdateAnimBg="0"/>
      <p:bldP spid="20502" grpId="0" autoUpdateAnimBg="0"/>
      <p:bldP spid="20503" grpId="0" autoUpdateAnimBg="0"/>
      <p:bldP spid="20504" grpId="0" autoUpdateAnimBg="0"/>
      <p:bldP spid="20515" grpId="0" animBg="1"/>
      <p:bldP spid="20516" grpId="0" animBg="1"/>
      <p:bldP spid="20517" grpId="0" animBg="1"/>
      <p:bldP spid="20518" grpId="0" animBg="1"/>
      <p:bldP spid="20519" grpId="0" animBg="1"/>
      <p:bldP spid="20520" grpId="0" animBg="1"/>
      <p:bldP spid="20521" grpId="0" animBg="1"/>
      <p:bldP spid="20522" grpId="0" animBg="1"/>
      <p:bldP spid="20523" grpId="0" animBg="1"/>
      <p:bldP spid="20524" grpId="0" animBg="1"/>
      <p:bldP spid="20525" grpId="0" autoUpdateAnimBg="0"/>
      <p:bldP spid="20526" grpId="0" autoUpdateAnimBg="0"/>
      <p:bldP spid="20527" grpId="0" autoUpdateAnimBg="0"/>
      <p:bldP spid="20528" grpId="0" autoUpdateAnimBg="0"/>
      <p:bldP spid="20529" grpId="0" animBg="1"/>
      <p:bldP spid="20530" grpId="0" animBg="1"/>
      <p:bldP spid="20531" grpId="0" animBg="1"/>
      <p:bldP spid="20532" grpId="0" animBg="1"/>
      <p:bldP spid="20533" grpId="0" animBg="1"/>
      <p:bldP spid="20549" grpId="0" animBg="1"/>
      <p:bldP spid="20550" grpId="0" animBg="1"/>
      <p:bldP spid="20551" grpId="0" animBg="1"/>
      <p:bldP spid="20552" grpId="0" animBg="1"/>
      <p:bldP spid="20553" grpId="0" animBg="1"/>
      <p:bldP spid="20554" grpId="0" animBg="1"/>
      <p:bldP spid="20555" grpId="0" animBg="1"/>
      <p:bldP spid="20556" grpId="0" animBg="1"/>
      <p:bldP spid="20557" grpId="0" animBg="1"/>
      <p:bldP spid="20558" grpId="0" animBg="1"/>
      <p:bldP spid="20559" grpId="0" animBg="1"/>
      <p:bldP spid="20560" grpId="0" autoUpdateAnimBg="0"/>
      <p:bldP spid="20561" grpId="0" autoUpdateAnimBg="0"/>
      <p:bldP spid="20562" grpId="0" autoUpdateAnimBg="0"/>
      <p:bldP spid="20563" grpId="0" autoUpdateAnimBg="0"/>
      <p:bldP spid="20564" grpId="0" autoUpdateAnimBg="0"/>
      <p:bldP spid="20565" grpId="0" animBg="1"/>
      <p:bldP spid="20566" grpId="0" animBg="1"/>
      <p:bldP spid="20567" grpId="0" animBg="1"/>
      <p:bldP spid="20568" grpId="0" animBg="1"/>
      <p:bldP spid="20569" grpId="0" animBg="1"/>
      <p:bldP spid="2057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Group 2"/>
          <p:cNvGrpSpPr>
            <a:grpSpLocks/>
          </p:cNvGrpSpPr>
          <p:nvPr/>
        </p:nvGrpSpPr>
        <p:grpSpPr bwMode="auto">
          <a:xfrm>
            <a:off x="0" y="0"/>
            <a:ext cx="3128963" cy="1524000"/>
            <a:chOff x="0" y="0"/>
            <a:chExt cx="1971" cy="960"/>
          </a:xfrm>
        </p:grpSpPr>
        <p:sp>
          <p:nvSpPr>
            <p:cNvPr id="22659" name="AutoShape 3"/>
            <p:cNvSpPr>
              <a:spLocks noChangeArrowheads="1"/>
            </p:cNvSpPr>
            <p:nvPr/>
          </p:nvSpPr>
          <p:spPr bwMode="auto">
            <a:xfrm>
              <a:off x="0" y="0"/>
              <a:ext cx="1920" cy="960"/>
            </a:xfrm>
            <a:prstGeom prst="wedgeRoundRectCallout">
              <a:avLst>
                <a:gd name="adj1" fmla="val 55625"/>
                <a:gd name="adj2" fmla="val 67190"/>
                <a:gd name="adj3" fmla="val 16667"/>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1600">
                <a:latin typeface="Times New Roman" panose="02020603050405020304" pitchFamily="18" charset="0"/>
              </a:endParaRPr>
            </a:p>
          </p:txBody>
        </p:sp>
        <p:sp>
          <p:nvSpPr>
            <p:cNvPr id="2" name="Text Box 4"/>
            <p:cNvSpPr txBox="1">
              <a:spLocks noChangeArrowheads="1"/>
            </p:cNvSpPr>
            <p:nvPr/>
          </p:nvSpPr>
          <p:spPr bwMode="auto">
            <a:xfrm>
              <a:off x="24" y="86"/>
              <a:ext cx="1947" cy="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dirty="0">
                  <a:solidFill>
                    <a:srgbClr val="FF0000"/>
                  </a:solidFill>
                  <a:latin typeface="Times New Roman" panose="02020603050405020304" pitchFamily="18" charset="0"/>
                </a:rPr>
                <a:t>Problem 5: </a:t>
              </a:r>
              <a:r>
                <a:rPr lang="en-US" altLang="en-US" sz="1600" dirty="0">
                  <a:latin typeface="Times New Roman" panose="02020603050405020304" pitchFamily="18" charset="0"/>
                </a:rPr>
                <a:t>A cube of 50 mm long edges is so placed on </a:t>
              </a:r>
              <a:r>
                <a:rPr lang="en-US" altLang="en-US" sz="1600" dirty="0" err="1">
                  <a:latin typeface="Times New Roman" panose="02020603050405020304" pitchFamily="18" charset="0"/>
                </a:rPr>
                <a:t>Hp</a:t>
              </a:r>
              <a:r>
                <a:rPr lang="en-US" altLang="en-US" sz="1600" dirty="0">
                  <a:latin typeface="Times New Roman" panose="02020603050405020304" pitchFamily="18" charset="0"/>
                </a:rPr>
                <a:t> on one corner that a body diagonal is</a:t>
              </a:r>
            </a:p>
            <a:p>
              <a:pPr eaLnBrk="1" hangingPunct="1"/>
              <a:r>
                <a:rPr lang="en-US" altLang="en-US" sz="1600" dirty="0">
                  <a:latin typeface="Times New Roman" panose="02020603050405020304" pitchFamily="18" charset="0"/>
                </a:rPr>
                <a:t> parallel to </a:t>
              </a:r>
              <a:r>
                <a:rPr lang="en-US" altLang="en-US" sz="1600" dirty="0" err="1">
                  <a:latin typeface="Times New Roman" panose="02020603050405020304" pitchFamily="18" charset="0"/>
                </a:rPr>
                <a:t>Hp</a:t>
              </a:r>
              <a:r>
                <a:rPr lang="en-US" altLang="en-US" sz="1600" dirty="0">
                  <a:latin typeface="Times New Roman" panose="02020603050405020304" pitchFamily="18" charset="0"/>
                </a:rPr>
                <a:t> and perpendicular to    </a:t>
              </a:r>
            </a:p>
            <a:p>
              <a:pPr eaLnBrk="1" hangingPunct="1"/>
              <a:r>
                <a:rPr lang="en-US" altLang="en-US" sz="1600" dirty="0" err="1">
                  <a:latin typeface="Times New Roman" panose="02020603050405020304" pitchFamily="18" charset="0"/>
                </a:rPr>
                <a:t>Vp</a:t>
              </a:r>
              <a:r>
                <a:rPr lang="en-US" altLang="en-US" sz="1600" dirty="0">
                  <a:latin typeface="Times New Roman" panose="02020603050405020304" pitchFamily="18" charset="0"/>
                </a:rPr>
                <a:t>  Draw it’s projections.</a:t>
              </a:r>
            </a:p>
          </p:txBody>
        </p:sp>
      </p:grpSp>
      <p:sp>
        <p:nvSpPr>
          <p:cNvPr id="22533" name="Line 5"/>
          <p:cNvSpPr>
            <a:spLocks noChangeShapeType="1"/>
          </p:cNvSpPr>
          <p:nvPr/>
        </p:nvSpPr>
        <p:spPr bwMode="auto">
          <a:xfrm>
            <a:off x="687388" y="4208463"/>
            <a:ext cx="71723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34" name="Rectangle 6"/>
          <p:cNvSpPr>
            <a:spLocks noChangeArrowheads="1"/>
          </p:cNvSpPr>
          <p:nvPr/>
        </p:nvSpPr>
        <p:spPr bwMode="auto">
          <a:xfrm rot="13483386" flipH="1">
            <a:off x="1204913" y="4660900"/>
            <a:ext cx="1357312" cy="13573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2535" name="Line 7"/>
          <p:cNvSpPr>
            <a:spLocks noChangeShapeType="1"/>
          </p:cNvSpPr>
          <p:nvPr/>
        </p:nvSpPr>
        <p:spPr bwMode="auto">
          <a:xfrm flipV="1">
            <a:off x="946150" y="2916238"/>
            <a:ext cx="0" cy="23907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36" name="Line 8"/>
          <p:cNvSpPr>
            <a:spLocks noChangeShapeType="1"/>
          </p:cNvSpPr>
          <p:nvPr/>
        </p:nvSpPr>
        <p:spPr bwMode="auto">
          <a:xfrm flipV="1">
            <a:off x="2819400" y="2916238"/>
            <a:ext cx="0" cy="23907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37" name="Line 9"/>
          <p:cNvSpPr>
            <a:spLocks noChangeShapeType="1"/>
          </p:cNvSpPr>
          <p:nvPr/>
        </p:nvSpPr>
        <p:spPr bwMode="auto">
          <a:xfrm flipV="1">
            <a:off x="946150" y="3044825"/>
            <a:ext cx="0" cy="11636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38" name="Line 10"/>
          <p:cNvSpPr>
            <a:spLocks noChangeShapeType="1"/>
          </p:cNvSpPr>
          <p:nvPr/>
        </p:nvSpPr>
        <p:spPr bwMode="auto">
          <a:xfrm>
            <a:off x="2819400" y="3078163"/>
            <a:ext cx="0" cy="10985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39" name="Line 11"/>
          <p:cNvSpPr>
            <a:spLocks noChangeShapeType="1"/>
          </p:cNvSpPr>
          <p:nvPr/>
        </p:nvSpPr>
        <p:spPr bwMode="auto">
          <a:xfrm>
            <a:off x="946150" y="4208463"/>
            <a:ext cx="18732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40" name="Line 12"/>
          <p:cNvSpPr>
            <a:spLocks noChangeShapeType="1"/>
          </p:cNvSpPr>
          <p:nvPr/>
        </p:nvSpPr>
        <p:spPr bwMode="auto">
          <a:xfrm>
            <a:off x="1882775" y="3044825"/>
            <a:ext cx="0" cy="14224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41" name="Line 13"/>
          <p:cNvSpPr>
            <a:spLocks noChangeShapeType="1"/>
          </p:cNvSpPr>
          <p:nvPr/>
        </p:nvSpPr>
        <p:spPr bwMode="auto">
          <a:xfrm>
            <a:off x="1882775" y="3044825"/>
            <a:ext cx="0" cy="11636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42" name="Line 14"/>
          <p:cNvSpPr>
            <a:spLocks noChangeShapeType="1"/>
          </p:cNvSpPr>
          <p:nvPr/>
        </p:nvSpPr>
        <p:spPr bwMode="auto">
          <a:xfrm flipV="1">
            <a:off x="946150" y="3044825"/>
            <a:ext cx="1873250" cy="116363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22543" name="Group 15"/>
          <p:cNvGrpSpPr>
            <a:grpSpLocks/>
          </p:cNvGrpSpPr>
          <p:nvPr/>
        </p:nvGrpSpPr>
        <p:grpSpPr bwMode="auto">
          <a:xfrm rot="1861729">
            <a:off x="3402013" y="2652713"/>
            <a:ext cx="1873250" cy="1162050"/>
            <a:chOff x="2304" y="1248"/>
            <a:chExt cx="1392" cy="864"/>
          </a:xfrm>
        </p:grpSpPr>
        <p:sp>
          <p:nvSpPr>
            <p:cNvPr id="22654" name="Line 16"/>
            <p:cNvSpPr>
              <a:spLocks noChangeShapeType="1"/>
            </p:cNvSpPr>
            <p:nvPr/>
          </p:nvSpPr>
          <p:spPr bwMode="auto">
            <a:xfrm flipV="1">
              <a:off x="2304" y="1248"/>
              <a:ext cx="0" cy="8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55" name="Line 17"/>
            <p:cNvSpPr>
              <a:spLocks noChangeShapeType="1"/>
            </p:cNvSpPr>
            <p:nvPr/>
          </p:nvSpPr>
          <p:spPr bwMode="auto">
            <a:xfrm>
              <a:off x="2304" y="1248"/>
              <a:ext cx="1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56" name="Line 18"/>
            <p:cNvSpPr>
              <a:spLocks noChangeShapeType="1"/>
            </p:cNvSpPr>
            <p:nvPr/>
          </p:nvSpPr>
          <p:spPr bwMode="auto">
            <a:xfrm>
              <a:off x="3696" y="1272"/>
              <a:ext cx="0" cy="8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57" name="Line 19"/>
            <p:cNvSpPr>
              <a:spLocks noChangeShapeType="1"/>
            </p:cNvSpPr>
            <p:nvPr/>
          </p:nvSpPr>
          <p:spPr bwMode="auto">
            <a:xfrm>
              <a:off x="2304" y="2112"/>
              <a:ext cx="1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 name="Line 20"/>
            <p:cNvSpPr>
              <a:spLocks noChangeShapeType="1"/>
            </p:cNvSpPr>
            <p:nvPr/>
          </p:nvSpPr>
          <p:spPr bwMode="auto">
            <a:xfrm>
              <a:off x="3000" y="1248"/>
              <a:ext cx="0" cy="8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22549" name="Line 21"/>
          <p:cNvSpPr>
            <a:spLocks noChangeShapeType="1"/>
          </p:cNvSpPr>
          <p:nvPr/>
        </p:nvSpPr>
        <p:spPr bwMode="auto">
          <a:xfrm>
            <a:off x="3240088" y="3238500"/>
            <a:ext cx="0" cy="3167063"/>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50" name="Line 22"/>
          <p:cNvSpPr>
            <a:spLocks noChangeShapeType="1"/>
          </p:cNvSpPr>
          <p:nvPr/>
        </p:nvSpPr>
        <p:spPr bwMode="auto">
          <a:xfrm>
            <a:off x="3854450" y="2270125"/>
            <a:ext cx="0" cy="413543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51" name="Line 23"/>
          <p:cNvSpPr>
            <a:spLocks noChangeShapeType="1"/>
          </p:cNvSpPr>
          <p:nvPr/>
        </p:nvSpPr>
        <p:spPr bwMode="auto">
          <a:xfrm>
            <a:off x="4645025" y="2706688"/>
            <a:ext cx="0" cy="37480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52" name="Line 24"/>
          <p:cNvSpPr>
            <a:spLocks noChangeShapeType="1"/>
          </p:cNvSpPr>
          <p:nvPr/>
        </p:nvSpPr>
        <p:spPr bwMode="auto">
          <a:xfrm>
            <a:off x="5437188" y="3175000"/>
            <a:ext cx="0" cy="3230563"/>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53" name="Line 25"/>
          <p:cNvSpPr>
            <a:spLocks noChangeShapeType="1"/>
          </p:cNvSpPr>
          <p:nvPr/>
        </p:nvSpPr>
        <p:spPr bwMode="auto">
          <a:xfrm>
            <a:off x="4048125" y="3756025"/>
            <a:ext cx="0" cy="264953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54" name="Line 26"/>
          <p:cNvSpPr>
            <a:spLocks noChangeShapeType="1"/>
          </p:cNvSpPr>
          <p:nvPr/>
        </p:nvSpPr>
        <p:spPr bwMode="auto">
          <a:xfrm>
            <a:off x="4822825" y="4208463"/>
            <a:ext cx="0" cy="22621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55" name="Line 27"/>
          <p:cNvSpPr>
            <a:spLocks noChangeShapeType="1"/>
          </p:cNvSpPr>
          <p:nvPr/>
        </p:nvSpPr>
        <p:spPr bwMode="auto">
          <a:xfrm>
            <a:off x="1851025" y="4386263"/>
            <a:ext cx="374808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56" name="Line 28"/>
          <p:cNvSpPr>
            <a:spLocks noChangeShapeType="1"/>
          </p:cNvSpPr>
          <p:nvPr/>
        </p:nvSpPr>
        <p:spPr bwMode="auto">
          <a:xfrm>
            <a:off x="2819400" y="5338763"/>
            <a:ext cx="2779713"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57" name="Line 29"/>
          <p:cNvSpPr>
            <a:spLocks noChangeShapeType="1"/>
          </p:cNvSpPr>
          <p:nvPr/>
        </p:nvSpPr>
        <p:spPr bwMode="auto">
          <a:xfrm>
            <a:off x="1851025" y="6292850"/>
            <a:ext cx="374808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22558" name="Group 30"/>
          <p:cNvGrpSpPr>
            <a:grpSpLocks/>
          </p:cNvGrpSpPr>
          <p:nvPr/>
        </p:nvGrpSpPr>
        <p:grpSpPr bwMode="auto">
          <a:xfrm>
            <a:off x="3263900" y="4402138"/>
            <a:ext cx="2205038" cy="1890712"/>
            <a:chOff x="2202" y="2160"/>
            <a:chExt cx="1638" cy="1404"/>
          </a:xfrm>
        </p:grpSpPr>
        <p:sp>
          <p:nvSpPr>
            <p:cNvPr id="22642" name="Line 31"/>
            <p:cNvSpPr>
              <a:spLocks noChangeShapeType="1"/>
            </p:cNvSpPr>
            <p:nvPr/>
          </p:nvSpPr>
          <p:spPr bwMode="auto">
            <a:xfrm flipH="1">
              <a:off x="2640" y="2160"/>
              <a:ext cx="576"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43" name="Line 32"/>
            <p:cNvSpPr>
              <a:spLocks noChangeShapeType="1"/>
            </p:cNvSpPr>
            <p:nvPr/>
          </p:nvSpPr>
          <p:spPr bwMode="auto">
            <a:xfrm>
              <a:off x="2640" y="2832"/>
              <a:ext cx="576" cy="7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44" name="Line 33"/>
            <p:cNvSpPr>
              <a:spLocks noChangeShapeType="1"/>
            </p:cNvSpPr>
            <p:nvPr/>
          </p:nvSpPr>
          <p:spPr bwMode="auto">
            <a:xfrm flipV="1">
              <a:off x="3216" y="2832"/>
              <a:ext cx="624" cy="7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45" name="Line 34"/>
            <p:cNvSpPr>
              <a:spLocks noChangeShapeType="1"/>
            </p:cNvSpPr>
            <p:nvPr/>
          </p:nvSpPr>
          <p:spPr bwMode="auto">
            <a:xfrm>
              <a:off x="3216" y="2160"/>
              <a:ext cx="624" cy="7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4" name="Line 35"/>
            <p:cNvSpPr>
              <a:spLocks noChangeShapeType="1"/>
            </p:cNvSpPr>
            <p:nvPr/>
          </p:nvSpPr>
          <p:spPr bwMode="auto">
            <a:xfrm flipH="1">
              <a:off x="2202" y="2172"/>
              <a:ext cx="576"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 name="Line 36"/>
            <p:cNvSpPr>
              <a:spLocks noChangeShapeType="1"/>
            </p:cNvSpPr>
            <p:nvPr/>
          </p:nvSpPr>
          <p:spPr bwMode="auto">
            <a:xfrm>
              <a:off x="2202" y="2844"/>
              <a:ext cx="576" cy="72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 name="Line 37"/>
            <p:cNvSpPr>
              <a:spLocks noChangeShapeType="1"/>
            </p:cNvSpPr>
            <p:nvPr/>
          </p:nvSpPr>
          <p:spPr bwMode="auto">
            <a:xfrm flipV="1">
              <a:off x="2778" y="2820"/>
              <a:ext cx="588" cy="744"/>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7" name="Line 38"/>
            <p:cNvSpPr>
              <a:spLocks noChangeShapeType="1"/>
            </p:cNvSpPr>
            <p:nvPr/>
          </p:nvSpPr>
          <p:spPr bwMode="auto">
            <a:xfrm>
              <a:off x="2778" y="2172"/>
              <a:ext cx="588" cy="648"/>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50" name="Line 39"/>
            <p:cNvSpPr>
              <a:spLocks noChangeShapeType="1"/>
            </p:cNvSpPr>
            <p:nvPr/>
          </p:nvSpPr>
          <p:spPr bwMode="auto">
            <a:xfrm>
              <a:off x="3360" y="2850"/>
              <a:ext cx="480" cy="0"/>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51" name="Line 40"/>
            <p:cNvSpPr>
              <a:spLocks noChangeShapeType="1"/>
            </p:cNvSpPr>
            <p:nvPr/>
          </p:nvSpPr>
          <p:spPr bwMode="auto">
            <a:xfrm>
              <a:off x="2208" y="2850"/>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8" name="Line 41"/>
            <p:cNvSpPr>
              <a:spLocks noChangeShapeType="1"/>
            </p:cNvSpPr>
            <p:nvPr/>
          </p:nvSpPr>
          <p:spPr bwMode="auto">
            <a:xfrm>
              <a:off x="2784" y="2160"/>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53" name="Line 42"/>
            <p:cNvSpPr>
              <a:spLocks noChangeShapeType="1"/>
            </p:cNvSpPr>
            <p:nvPr/>
          </p:nvSpPr>
          <p:spPr bwMode="auto">
            <a:xfrm>
              <a:off x="2784" y="3552"/>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22571" name="Line 43"/>
          <p:cNvSpPr>
            <a:spLocks noChangeShapeType="1"/>
          </p:cNvSpPr>
          <p:nvPr/>
        </p:nvSpPr>
        <p:spPr bwMode="auto">
          <a:xfrm rot="-5400000">
            <a:off x="6428581" y="6234907"/>
            <a:ext cx="5826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22572" name="Group 44"/>
          <p:cNvGrpSpPr>
            <a:grpSpLocks/>
          </p:cNvGrpSpPr>
          <p:nvPr/>
        </p:nvGrpSpPr>
        <p:grpSpPr bwMode="auto">
          <a:xfrm>
            <a:off x="5791200" y="4329113"/>
            <a:ext cx="1892300" cy="2214562"/>
            <a:chOff x="4079" y="2105"/>
            <a:chExt cx="1405" cy="1646"/>
          </a:xfrm>
        </p:grpSpPr>
        <p:sp>
          <p:nvSpPr>
            <p:cNvPr id="9" name="Line 45"/>
            <p:cNvSpPr>
              <a:spLocks noChangeShapeType="1"/>
            </p:cNvSpPr>
            <p:nvPr/>
          </p:nvSpPr>
          <p:spPr bwMode="auto">
            <a:xfrm rot="-5400000">
              <a:off x="4529" y="2345"/>
              <a:ext cx="480" cy="0"/>
            </a:xfrm>
            <a:prstGeom prst="line">
              <a:avLst/>
            </a:prstGeom>
            <a:noFill/>
            <a:ln w="285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30" name="Line 46"/>
            <p:cNvSpPr>
              <a:spLocks noChangeShapeType="1"/>
            </p:cNvSpPr>
            <p:nvPr/>
          </p:nvSpPr>
          <p:spPr bwMode="auto">
            <a:xfrm rot="-5400000">
              <a:off x="3863" y="2945"/>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31" name="Line 47"/>
            <p:cNvSpPr>
              <a:spLocks noChangeShapeType="1"/>
            </p:cNvSpPr>
            <p:nvPr/>
          </p:nvSpPr>
          <p:spPr bwMode="auto">
            <a:xfrm rot="-5400000">
              <a:off x="5255" y="2945"/>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22632" name="Group 48"/>
            <p:cNvGrpSpPr>
              <a:grpSpLocks/>
            </p:cNvGrpSpPr>
            <p:nvPr/>
          </p:nvGrpSpPr>
          <p:grpSpPr bwMode="auto">
            <a:xfrm>
              <a:off x="4080" y="2112"/>
              <a:ext cx="1404" cy="1639"/>
              <a:chOff x="4079" y="2105"/>
              <a:chExt cx="1404" cy="1639"/>
            </a:xfrm>
          </p:grpSpPr>
          <p:sp>
            <p:nvSpPr>
              <p:cNvPr id="22633" name="Line 49"/>
              <p:cNvSpPr>
                <a:spLocks noChangeShapeType="1"/>
              </p:cNvSpPr>
              <p:nvPr/>
            </p:nvSpPr>
            <p:spPr bwMode="auto">
              <a:xfrm rot="16200000" flipH="1">
                <a:off x="4127" y="2681"/>
                <a:ext cx="576" cy="6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0" name="Line 50"/>
              <p:cNvSpPr>
                <a:spLocks noChangeShapeType="1"/>
              </p:cNvSpPr>
              <p:nvPr/>
            </p:nvSpPr>
            <p:spPr bwMode="auto">
              <a:xfrm rot="-5400000">
                <a:off x="4823" y="2657"/>
                <a:ext cx="576" cy="7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1" name="Line 51"/>
              <p:cNvSpPr>
                <a:spLocks noChangeShapeType="1"/>
              </p:cNvSpPr>
              <p:nvPr/>
            </p:nvSpPr>
            <p:spPr bwMode="auto">
              <a:xfrm rot="16200000" flipV="1">
                <a:off x="4799" y="2057"/>
                <a:ext cx="624" cy="7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2" name="Line 52"/>
              <p:cNvSpPr>
                <a:spLocks noChangeShapeType="1"/>
              </p:cNvSpPr>
              <p:nvPr/>
            </p:nvSpPr>
            <p:spPr bwMode="auto">
              <a:xfrm rot="-5400000">
                <a:off x="4128" y="2064"/>
                <a:ext cx="624" cy="7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 name="Line 53"/>
              <p:cNvSpPr>
                <a:spLocks noChangeShapeType="1"/>
              </p:cNvSpPr>
              <p:nvPr/>
            </p:nvSpPr>
            <p:spPr bwMode="auto">
              <a:xfrm rot="16200000" flipH="1">
                <a:off x="4139" y="3119"/>
                <a:ext cx="576" cy="6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 name="Line 54"/>
              <p:cNvSpPr>
                <a:spLocks noChangeShapeType="1"/>
              </p:cNvSpPr>
              <p:nvPr/>
            </p:nvSpPr>
            <p:spPr bwMode="auto">
              <a:xfrm rot="-5400000">
                <a:off x="4835" y="3095"/>
                <a:ext cx="576" cy="7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5" name="Line 55"/>
              <p:cNvSpPr>
                <a:spLocks noChangeShapeType="1"/>
              </p:cNvSpPr>
              <p:nvPr/>
            </p:nvSpPr>
            <p:spPr bwMode="auto">
              <a:xfrm rot="16200000" flipV="1">
                <a:off x="4806" y="2490"/>
                <a:ext cx="623" cy="731"/>
              </a:xfrm>
              <a:prstGeom prst="line">
                <a:avLst/>
              </a:prstGeom>
              <a:noFill/>
              <a:ln w="285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40" name="Line 56"/>
              <p:cNvSpPr>
                <a:spLocks noChangeShapeType="1"/>
              </p:cNvSpPr>
              <p:nvPr/>
            </p:nvSpPr>
            <p:spPr bwMode="auto">
              <a:xfrm rot="-5400000">
                <a:off x="4121" y="2549"/>
                <a:ext cx="588" cy="648"/>
              </a:xfrm>
              <a:prstGeom prst="line">
                <a:avLst/>
              </a:prstGeom>
              <a:noFill/>
              <a:ln w="285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41" name="Line 57"/>
              <p:cNvSpPr>
                <a:spLocks noChangeShapeType="1"/>
              </p:cNvSpPr>
              <p:nvPr/>
            </p:nvSpPr>
            <p:spPr bwMode="auto">
              <a:xfrm>
                <a:off x="4764" y="2112"/>
                <a:ext cx="0" cy="163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sp>
        <p:nvSpPr>
          <p:cNvPr id="22586" name="Line 58"/>
          <p:cNvSpPr>
            <a:spLocks noChangeShapeType="1"/>
          </p:cNvSpPr>
          <p:nvPr/>
        </p:nvSpPr>
        <p:spPr bwMode="auto">
          <a:xfrm flipV="1">
            <a:off x="5792788" y="2139950"/>
            <a:ext cx="0" cy="31019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87" name="Line 59"/>
          <p:cNvSpPr>
            <a:spLocks noChangeShapeType="1"/>
          </p:cNvSpPr>
          <p:nvPr/>
        </p:nvSpPr>
        <p:spPr bwMode="auto">
          <a:xfrm flipV="1">
            <a:off x="6726238" y="2139950"/>
            <a:ext cx="0" cy="22621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88" name="Line 60"/>
          <p:cNvSpPr>
            <a:spLocks noChangeShapeType="1"/>
          </p:cNvSpPr>
          <p:nvPr/>
        </p:nvSpPr>
        <p:spPr bwMode="auto">
          <a:xfrm flipV="1">
            <a:off x="7666038" y="2139950"/>
            <a:ext cx="0" cy="3038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89" name="Line 61"/>
          <p:cNvSpPr>
            <a:spLocks noChangeShapeType="1"/>
          </p:cNvSpPr>
          <p:nvPr/>
        </p:nvSpPr>
        <p:spPr bwMode="auto">
          <a:xfrm>
            <a:off x="4629150" y="2722563"/>
            <a:ext cx="3167063"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90" name="Line 62"/>
          <p:cNvSpPr>
            <a:spLocks noChangeShapeType="1"/>
          </p:cNvSpPr>
          <p:nvPr/>
        </p:nvSpPr>
        <p:spPr bwMode="auto">
          <a:xfrm>
            <a:off x="5405438" y="3238500"/>
            <a:ext cx="2325687"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91" name="Line 63"/>
          <p:cNvSpPr>
            <a:spLocks noChangeShapeType="1"/>
          </p:cNvSpPr>
          <p:nvPr/>
        </p:nvSpPr>
        <p:spPr bwMode="auto">
          <a:xfrm>
            <a:off x="4048125" y="3732213"/>
            <a:ext cx="374808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92" name="Line 64"/>
          <p:cNvSpPr>
            <a:spLocks noChangeShapeType="1"/>
          </p:cNvSpPr>
          <p:nvPr/>
        </p:nvSpPr>
        <p:spPr bwMode="auto">
          <a:xfrm>
            <a:off x="5792788" y="3756025"/>
            <a:ext cx="968375" cy="4524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93" name="Line 65"/>
          <p:cNvSpPr>
            <a:spLocks noChangeShapeType="1"/>
          </p:cNvSpPr>
          <p:nvPr/>
        </p:nvSpPr>
        <p:spPr bwMode="auto">
          <a:xfrm flipV="1">
            <a:off x="6761163" y="3756025"/>
            <a:ext cx="904875" cy="4524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94" name="Line 66"/>
          <p:cNvSpPr>
            <a:spLocks noChangeShapeType="1"/>
          </p:cNvSpPr>
          <p:nvPr/>
        </p:nvSpPr>
        <p:spPr bwMode="auto">
          <a:xfrm flipV="1">
            <a:off x="5792788" y="2270125"/>
            <a:ext cx="968375" cy="4524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95" name="Line 67"/>
          <p:cNvSpPr>
            <a:spLocks noChangeShapeType="1"/>
          </p:cNvSpPr>
          <p:nvPr/>
        </p:nvSpPr>
        <p:spPr bwMode="auto">
          <a:xfrm>
            <a:off x="6761163" y="2270125"/>
            <a:ext cx="904875" cy="4524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96" name="Line 68"/>
          <p:cNvSpPr>
            <a:spLocks noChangeShapeType="1"/>
          </p:cNvSpPr>
          <p:nvPr/>
        </p:nvSpPr>
        <p:spPr bwMode="auto">
          <a:xfrm>
            <a:off x="5792788" y="2722563"/>
            <a:ext cx="0" cy="10334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597" name="Line 69"/>
          <p:cNvSpPr>
            <a:spLocks noChangeShapeType="1"/>
          </p:cNvSpPr>
          <p:nvPr/>
        </p:nvSpPr>
        <p:spPr bwMode="auto">
          <a:xfrm>
            <a:off x="7666038" y="2722563"/>
            <a:ext cx="0" cy="10334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22598" name="Group 70"/>
          <p:cNvGrpSpPr>
            <a:grpSpLocks/>
          </p:cNvGrpSpPr>
          <p:nvPr/>
        </p:nvGrpSpPr>
        <p:grpSpPr bwMode="auto">
          <a:xfrm>
            <a:off x="5792788" y="2270125"/>
            <a:ext cx="1938337" cy="1485900"/>
            <a:chOff x="4080" y="576"/>
            <a:chExt cx="1440" cy="1104"/>
          </a:xfrm>
        </p:grpSpPr>
        <p:sp>
          <p:nvSpPr>
            <p:cNvPr id="22626" name="Line 71"/>
            <p:cNvSpPr>
              <a:spLocks noChangeShapeType="1"/>
            </p:cNvSpPr>
            <p:nvPr/>
          </p:nvSpPr>
          <p:spPr bwMode="auto">
            <a:xfrm flipV="1">
              <a:off x="4080" y="1296"/>
              <a:ext cx="72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27" name="Line 72"/>
            <p:cNvSpPr>
              <a:spLocks noChangeShapeType="1"/>
            </p:cNvSpPr>
            <p:nvPr/>
          </p:nvSpPr>
          <p:spPr bwMode="auto">
            <a:xfrm flipH="1" flipV="1">
              <a:off x="4752" y="1296"/>
              <a:ext cx="768"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28" name="Line 73"/>
            <p:cNvSpPr>
              <a:spLocks noChangeShapeType="1"/>
            </p:cNvSpPr>
            <p:nvPr/>
          </p:nvSpPr>
          <p:spPr bwMode="auto">
            <a:xfrm>
              <a:off x="4770" y="576"/>
              <a:ext cx="0" cy="7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22602" name="Group 74"/>
          <p:cNvGrpSpPr>
            <a:grpSpLocks/>
          </p:cNvGrpSpPr>
          <p:nvPr/>
        </p:nvGrpSpPr>
        <p:grpSpPr bwMode="auto">
          <a:xfrm>
            <a:off x="5792788" y="2722563"/>
            <a:ext cx="1873250" cy="1420812"/>
            <a:chOff x="4080" y="912"/>
            <a:chExt cx="1392" cy="1056"/>
          </a:xfrm>
        </p:grpSpPr>
        <p:sp>
          <p:nvSpPr>
            <p:cNvPr id="22623" name="Line 75"/>
            <p:cNvSpPr>
              <a:spLocks noChangeShapeType="1"/>
            </p:cNvSpPr>
            <p:nvPr/>
          </p:nvSpPr>
          <p:spPr bwMode="auto">
            <a:xfrm>
              <a:off x="4080" y="912"/>
              <a:ext cx="720" cy="43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 name="Line 76"/>
            <p:cNvSpPr>
              <a:spLocks noChangeShapeType="1"/>
            </p:cNvSpPr>
            <p:nvPr/>
          </p:nvSpPr>
          <p:spPr bwMode="auto">
            <a:xfrm flipH="1">
              <a:off x="4800" y="912"/>
              <a:ext cx="672" cy="384"/>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25" name="Line 77"/>
            <p:cNvSpPr>
              <a:spLocks noChangeShapeType="1"/>
            </p:cNvSpPr>
            <p:nvPr/>
          </p:nvSpPr>
          <p:spPr bwMode="auto">
            <a:xfrm>
              <a:off x="4773" y="1344"/>
              <a:ext cx="0" cy="624"/>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22606" name="Text Box 78"/>
          <p:cNvSpPr txBox="1">
            <a:spLocks noChangeArrowheads="1"/>
          </p:cNvSpPr>
          <p:nvPr/>
        </p:nvSpPr>
        <p:spPr bwMode="auto">
          <a:xfrm>
            <a:off x="333375" y="3962400"/>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X</a:t>
            </a:r>
          </a:p>
        </p:txBody>
      </p:sp>
      <p:sp>
        <p:nvSpPr>
          <p:cNvPr id="22607" name="Text Box 79"/>
          <p:cNvSpPr txBox="1">
            <a:spLocks noChangeArrowheads="1"/>
          </p:cNvSpPr>
          <p:nvPr/>
        </p:nvSpPr>
        <p:spPr bwMode="auto">
          <a:xfrm>
            <a:off x="7735888" y="3984625"/>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Y</a:t>
            </a:r>
          </a:p>
        </p:txBody>
      </p:sp>
      <p:grpSp>
        <p:nvGrpSpPr>
          <p:cNvPr id="22608" name="Group 80"/>
          <p:cNvGrpSpPr>
            <a:grpSpLocks/>
          </p:cNvGrpSpPr>
          <p:nvPr/>
        </p:nvGrpSpPr>
        <p:grpSpPr bwMode="auto">
          <a:xfrm>
            <a:off x="752475" y="4208463"/>
            <a:ext cx="2353675" cy="2389749"/>
            <a:chOff x="336" y="2016"/>
            <a:chExt cx="1749" cy="1775"/>
          </a:xfrm>
        </p:grpSpPr>
        <p:sp>
          <p:nvSpPr>
            <p:cNvPr id="17" name="Text Box 81"/>
            <p:cNvSpPr txBox="1">
              <a:spLocks noChangeArrowheads="1"/>
            </p:cNvSpPr>
            <p:nvPr/>
          </p:nvSpPr>
          <p:spPr bwMode="auto">
            <a:xfrm>
              <a:off x="1008" y="3517"/>
              <a:ext cx="223"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t>
              </a:r>
            </a:p>
          </p:txBody>
        </p:sp>
        <p:sp>
          <p:nvSpPr>
            <p:cNvPr id="22620" name="Text Box 82"/>
            <p:cNvSpPr txBox="1">
              <a:spLocks noChangeArrowheads="1"/>
            </p:cNvSpPr>
            <p:nvPr/>
          </p:nvSpPr>
          <p:spPr bwMode="auto">
            <a:xfrm>
              <a:off x="1872" y="2736"/>
              <a:ext cx="213"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p>
          </p:txBody>
        </p:sp>
        <p:sp>
          <p:nvSpPr>
            <p:cNvPr id="22621" name="Text Box 83"/>
            <p:cNvSpPr txBox="1">
              <a:spLocks noChangeArrowheads="1"/>
            </p:cNvSpPr>
            <p:nvPr/>
          </p:nvSpPr>
          <p:spPr bwMode="auto">
            <a:xfrm>
              <a:off x="1008" y="2016"/>
              <a:ext cx="223"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p>
          </p:txBody>
        </p:sp>
        <p:sp>
          <p:nvSpPr>
            <p:cNvPr id="22622" name="Text Box 84"/>
            <p:cNvSpPr txBox="1">
              <a:spLocks noChangeArrowheads="1"/>
            </p:cNvSpPr>
            <p:nvPr/>
          </p:nvSpPr>
          <p:spPr bwMode="auto">
            <a:xfrm>
              <a:off x="336" y="2736"/>
              <a:ext cx="213"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p>
          </p:txBody>
        </p:sp>
      </p:grpSp>
      <p:sp>
        <p:nvSpPr>
          <p:cNvPr id="22613" name="Line 85"/>
          <p:cNvSpPr>
            <a:spLocks noChangeShapeType="1"/>
          </p:cNvSpPr>
          <p:nvPr/>
        </p:nvSpPr>
        <p:spPr bwMode="auto">
          <a:xfrm>
            <a:off x="946150" y="3044825"/>
            <a:ext cx="18732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22614" name="Group 86"/>
          <p:cNvGrpSpPr>
            <a:grpSpLocks/>
          </p:cNvGrpSpPr>
          <p:nvPr/>
        </p:nvGrpSpPr>
        <p:grpSpPr bwMode="auto">
          <a:xfrm>
            <a:off x="881063" y="2786062"/>
            <a:ext cx="2174190" cy="371682"/>
            <a:chOff x="432" y="959"/>
            <a:chExt cx="1615" cy="277"/>
          </a:xfrm>
        </p:grpSpPr>
        <p:sp>
          <p:nvSpPr>
            <p:cNvPr id="22615" name="Text Box 87"/>
            <p:cNvSpPr txBox="1">
              <a:spLocks noChangeArrowheads="1"/>
            </p:cNvSpPr>
            <p:nvPr/>
          </p:nvSpPr>
          <p:spPr bwMode="auto">
            <a:xfrm>
              <a:off x="432" y="961"/>
              <a:ext cx="27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p>
          </p:txBody>
        </p:sp>
        <p:sp>
          <p:nvSpPr>
            <p:cNvPr id="22616" name="Text Box 88"/>
            <p:cNvSpPr txBox="1">
              <a:spLocks noChangeArrowheads="1"/>
            </p:cNvSpPr>
            <p:nvPr/>
          </p:nvSpPr>
          <p:spPr bwMode="auto">
            <a:xfrm>
              <a:off x="1104" y="961"/>
              <a:ext cx="280"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p>
          </p:txBody>
        </p:sp>
        <p:sp>
          <p:nvSpPr>
            <p:cNvPr id="22617" name="Text Box 89"/>
            <p:cNvSpPr txBox="1">
              <a:spLocks noChangeArrowheads="1"/>
            </p:cNvSpPr>
            <p:nvPr/>
          </p:nvSpPr>
          <p:spPr bwMode="auto">
            <a:xfrm>
              <a:off x="1776" y="961"/>
              <a:ext cx="27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p>
          </p:txBody>
        </p:sp>
        <p:sp>
          <p:nvSpPr>
            <p:cNvPr id="22618" name="Text Box 90"/>
            <p:cNvSpPr txBox="1">
              <a:spLocks noChangeArrowheads="1"/>
            </p:cNvSpPr>
            <p:nvPr/>
          </p:nvSpPr>
          <p:spPr bwMode="auto">
            <a:xfrm>
              <a:off x="1007" y="959"/>
              <a:ext cx="280"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t>
              </a:r>
            </a:p>
          </p:txBody>
        </p:sp>
      </p:grpSp>
      <p:grpSp>
        <p:nvGrpSpPr>
          <p:cNvPr id="22619" name="Group 91"/>
          <p:cNvGrpSpPr>
            <a:grpSpLocks/>
          </p:cNvGrpSpPr>
          <p:nvPr/>
        </p:nvGrpSpPr>
        <p:grpSpPr bwMode="auto">
          <a:xfrm>
            <a:off x="3823039" y="2028540"/>
            <a:ext cx="1929964" cy="1275335"/>
            <a:chOff x="2617" y="397"/>
            <a:chExt cx="1433" cy="947"/>
          </a:xfrm>
        </p:grpSpPr>
        <p:sp>
          <p:nvSpPr>
            <p:cNvPr id="22611" name="Text Box 92"/>
            <p:cNvSpPr txBox="1">
              <a:spLocks noChangeArrowheads="1"/>
            </p:cNvSpPr>
            <p:nvPr/>
          </p:nvSpPr>
          <p:spPr bwMode="auto">
            <a:xfrm rot="1804588">
              <a:off x="2617" y="397"/>
              <a:ext cx="27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p>
          </p:txBody>
        </p:sp>
        <p:sp>
          <p:nvSpPr>
            <p:cNvPr id="22612" name="Text Box 93"/>
            <p:cNvSpPr txBox="1">
              <a:spLocks noChangeArrowheads="1"/>
            </p:cNvSpPr>
            <p:nvPr/>
          </p:nvSpPr>
          <p:spPr bwMode="auto">
            <a:xfrm rot="1804588">
              <a:off x="3198" y="736"/>
              <a:ext cx="28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p>
          </p:txBody>
        </p:sp>
        <p:sp>
          <p:nvSpPr>
            <p:cNvPr id="18" name="Text Box 94"/>
            <p:cNvSpPr txBox="1">
              <a:spLocks noChangeArrowheads="1"/>
            </p:cNvSpPr>
            <p:nvPr/>
          </p:nvSpPr>
          <p:spPr bwMode="auto">
            <a:xfrm rot="1804588">
              <a:off x="3780" y="1070"/>
              <a:ext cx="27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p>
          </p:txBody>
        </p:sp>
        <p:sp>
          <p:nvSpPr>
            <p:cNvPr id="19" name="Text Box 95"/>
            <p:cNvSpPr txBox="1">
              <a:spLocks noChangeArrowheads="1"/>
            </p:cNvSpPr>
            <p:nvPr/>
          </p:nvSpPr>
          <p:spPr bwMode="auto">
            <a:xfrm rot="1804588">
              <a:off x="3115" y="687"/>
              <a:ext cx="28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t>
              </a:r>
            </a:p>
          </p:txBody>
        </p:sp>
      </p:grpSp>
      <p:grpSp>
        <p:nvGrpSpPr>
          <p:cNvPr id="22624" name="Group 96"/>
          <p:cNvGrpSpPr>
            <a:grpSpLocks/>
          </p:cNvGrpSpPr>
          <p:nvPr/>
        </p:nvGrpSpPr>
        <p:grpSpPr bwMode="auto">
          <a:xfrm>
            <a:off x="3660775" y="4237037"/>
            <a:ext cx="2111175" cy="2343708"/>
            <a:chOff x="2497" y="2037"/>
            <a:chExt cx="1568" cy="1741"/>
          </a:xfrm>
        </p:grpSpPr>
        <p:sp>
          <p:nvSpPr>
            <p:cNvPr id="20" name="Text Box 97"/>
            <p:cNvSpPr txBox="1">
              <a:spLocks noChangeArrowheads="1"/>
            </p:cNvSpPr>
            <p:nvPr/>
          </p:nvSpPr>
          <p:spPr bwMode="auto">
            <a:xfrm>
              <a:off x="2497" y="2688"/>
              <a:ext cx="27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r>
                <a:rPr lang="en-US" altLang="en-US" baseline="-25000">
                  <a:latin typeface="Times New Roman" panose="02020603050405020304" pitchFamily="18" charset="0"/>
                </a:rPr>
                <a:t>1</a:t>
              </a:r>
            </a:p>
          </p:txBody>
        </p:sp>
        <p:sp>
          <p:nvSpPr>
            <p:cNvPr id="21" name="Text Box 98"/>
            <p:cNvSpPr txBox="1">
              <a:spLocks noChangeArrowheads="1"/>
            </p:cNvSpPr>
            <p:nvPr/>
          </p:nvSpPr>
          <p:spPr bwMode="auto">
            <a:xfrm>
              <a:off x="3169" y="3504"/>
              <a:ext cx="28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t>
              </a:r>
              <a:r>
                <a:rPr lang="en-US" altLang="en-US" baseline="-25000">
                  <a:latin typeface="Times New Roman" panose="02020603050405020304" pitchFamily="18" charset="0"/>
                </a:rPr>
                <a:t>1</a:t>
              </a:r>
            </a:p>
          </p:txBody>
        </p:sp>
        <p:sp>
          <p:nvSpPr>
            <p:cNvPr id="22609" name="Text Box 99"/>
            <p:cNvSpPr txBox="1">
              <a:spLocks noChangeArrowheads="1"/>
            </p:cNvSpPr>
            <p:nvPr/>
          </p:nvSpPr>
          <p:spPr bwMode="auto">
            <a:xfrm>
              <a:off x="3216" y="2037"/>
              <a:ext cx="28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r>
                <a:rPr lang="en-US" altLang="en-US" baseline="-25000">
                  <a:latin typeface="Times New Roman" panose="02020603050405020304" pitchFamily="18" charset="0"/>
                </a:rPr>
                <a:t>1</a:t>
              </a:r>
            </a:p>
          </p:txBody>
        </p:sp>
        <p:sp>
          <p:nvSpPr>
            <p:cNvPr id="22610" name="Text Box 100"/>
            <p:cNvSpPr txBox="1">
              <a:spLocks noChangeArrowheads="1"/>
            </p:cNvSpPr>
            <p:nvPr/>
          </p:nvSpPr>
          <p:spPr bwMode="auto">
            <a:xfrm>
              <a:off x="3795" y="2721"/>
              <a:ext cx="27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r>
                <a:rPr lang="en-US" altLang="en-US" baseline="-25000">
                  <a:latin typeface="Times New Roman" panose="02020603050405020304" pitchFamily="18" charset="0"/>
                </a:rPr>
                <a:t>1</a:t>
              </a:r>
            </a:p>
          </p:txBody>
        </p:sp>
      </p:grpSp>
      <p:grpSp>
        <p:nvGrpSpPr>
          <p:cNvPr id="22629" name="Group 101"/>
          <p:cNvGrpSpPr>
            <a:grpSpLocks/>
          </p:cNvGrpSpPr>
          <p:nvPr/>
        </p:nvGrpSpPr>
        <p:grpSpPr bwMode="auto">
          <a:xfrm rot="-5514464">
            <a:off x="5633344" y="3939105"/>
            <a:ext cx="2112764" cy="2340527"/>
            <a:chOff x="2485" y="1985"/>
            <a:chExt cx="1569" cy="1739"/>
          </a:xfrm>
        </p:grpSpPr>
        <p:sp>
          <p:nvSpPr>
            <p:cNvPr id="22603" name="Text Box 102"/>
            <p:cNvSpPr txBox="1">
              <a:spLocks noChangeArrowheads="1"/>
            </p:cNvSpPr>
            <p:nvPr/>
          </p:nvSpPr>
          <p:spPr bwMode="auto">
            <a:xfrm>
              <a:off x="2485" y="2634"/>
              <a:ext cx="27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r>
                <a:rPr lang="en-US" altLang="en-US" baseline="-25000">
                  <a:latin typeface="Times New Roman" panose="02020603050405020304" pitchFamily="18" charset="0"/>
                </a:rPr>
                <a:t>1</a:t>
              </a:r>
            </a:p>
          </p:txBody>
        </p:sp>
        <p:sp>
          <p:nvSpPr>
            <p:cNvPr id="22604" name="Text Box 103"/>
            <p:cNvSpPr txBox="1">
              <a:spLocks noChangeArrowheads="1"/>
            </p:cNvSpPr>
            <p:nvPr/>
          </p:nvSpPr>
          <p:spPr bwMode="auto">
            <a:xfrm>
              <a:off x="3156" y="3450"/>
              <a:ext cx="28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t>
              </a:r>
              <a:r>
                <a:rPr lang="en-US" altLang="en-US" baseline="-25000">
                  <a:latin typeface="Times New Roman" panose="02020603050405020304" pitchFamily="18" charset="0"/>
                </a:rPr>
                <a:t>1</a:t>
              </a:r>
            </a:p>
          </p:txBody>
        </p:sp>
        <p:sp>
          <p:nvSpPr>
            <p:cNvPr id="22605" name="Text Box 104"/>
            <p:cNvSpPr txBox="1">
              <a:spLocks noChangeArrowheads="1"/>
            </p:cNvSpPr>
            <p:nvPr/>
          </p:nvSpPr>
          <p:spPr bwMode="auto">
            <a:xfrm>
              <a:off x="3205" y="1985"/>
              <a:ext cx="28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r>
                <a:rPr lang="en-US" altLang="en-US" baseline="-25000">
                  <a:latin typeface="Times New Roman" panose="02020603050405020304" pitchFamily="18" charset="0"/>
                </a:rPr>
                <a:t>1</a:t>
              </a:r>
            </a:p>
          </p:txBody>
        </p:sp>
        <p:sp>
          <p:nvSpPr>
            <p:cNvPr id="22" name="Text Box 105"/>
            <p:cNvSpPr txBox="1">
              <a:spLocks noChangeArrowheads="1"/>
            </p:cNvSpPr>
            <p:nvPr/>
          </p:nvSpPr>
          <p:spPr bwMode="auto">
            <a:xfrm>
              <a:off x="3784" y="2668"/>
              <a:ext cx="270"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r>
                <a:rPr lang="en-US" altLang="en-US" baseline="-25000">
                  <a:latin typeface="Times New Roman" panose="02020603050405020304" pitchFamily="18" charset="0"/>
                </a:rPr>
                <a:t>1</a:t>
              </a:r>
            </a:p>
          </p:txBody>
        </p:sp>
      </p:grpSp>
      <p:sp>
        <p:nvSpPr>
          <p:cNvPr id="22634" name="Text Box 106"/>
          <p:cNvSpPr txBox="1">
            <a:spLocks noChangeArrowheads="1"/>
          </p:cNvSpPr>
          <p:nvPr/>
        </p:nvSpPr>
        <p:spPr bwMode="auto">
          <a:xfrm>
            <a:off x="6697663" y="3910013"/>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latin typeface="Times New Roman" panose="02020603050405020304" pitchFamily="18" charset="0"/>
              </a:rPr>
              <a:t>1’</a:t>
            </a:r>
          </a:p>
        </p:txBody>
      </p:sp>
      <p:sp>
        <p:nvSpPr>
          <p:cNvPr id="22635" name="Line 107"/>
          <p:cNvSpPr>
            <a:spLocks noChangeShapeType="1"/>
          </p:cNvSpPr>
          <p:nvPr/>
        </p:nvSpPr>
        <p:spPr bwMode="auto">
          <a:xfrm flipH="1" flipV="1">
            <a:off x="2303463" y="3368675"/>
            <a:ext cx="515937" cy="839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36" name="Rectangle 108"/>
          <p:cNvSpPr>
            <a:spLocks noChangeArrowheads="1"/>
          </p:cNvSpPr>
          <p:nvPr/>
        </p:nvSpPr>
        <p:spPr bwMode="auto">
          <a:xfrm rot="8905940">
            <a:off x="2320925" y="3303588"/>
            <a:ext cx="165100" cy="1492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2637" name="Text Box 109"/>
          <p:cNvSpPr txBox="1">
            <a:spLocks noChangeArrowheads="1"/>
          </p:cNvSpPr>
          <p:nvPr/>
        </p:nvSpPr>
        <p:spPr bwMode="auto">
          <a:xfrm rot="-1521823">
            <a:off x="2106219" y="3087172"/>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p’</a:t>
            </a:r>
          </a:p>
        </p:txBody>
      </p:sp>
      <p:sp>
        <p:nvSpPr>
          <p:cNvPr id="22638" name="Text Box 110"/>
          <p:cNvSpPr txBox="1">
            <a:spLocks noChangeArrowheads="1"/>
          </p:cNvSpPr>
          <p:nvPr/>
        </p:nvSpPr>
        <p:spPr bwMode="auto">
          <a:xfrm rot="-105009">
            <a:off x="4682731" y="2964934"/>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p’</a:t>
            </a:r>
          </a:p>
        </p:txBody>
      </p:sp>
      <p:grpSp>
        <p:nvGrpSpPr>
          <p:cNvPr id="22639" name="Group 111"/>
          <p:cNvGrpSpPr>
            <a:grpSpLocks/>
          </p:cNvGrpSpPr>
          <p:nvPr/>
        </p:nvGrpSpPr>
        <p:grpSpPr bwMode="auto">
          <a:xfrm>
            <a:off x="5534026" y="2011363"/>
            <a:ext cx="2623590" cy="1645212"/>
            <a:chOff x="3888" y="384"/>
            <a:chExt cx="1949" cy="1222"/>
          </a:xfrm>
        </p:grpSpPr>
        <p:grpSp>
          <p:nvGrpSpPr>
            <p:cNvPr id="23" name="Group 112"/>
            <p:cNvGrpSpPr>
              <a:grpSpLocks/>
            </p:cNvGrpSpPr>
            <p:nvPr/>
          </p:nvGrpSpPr>
          <p:grpSpPr bwMode="auto">
            <a:xfrm>
              <a:off x="3888" y="384"/>
              <a:ext cx="1949" cy="1222"/>
              <a:chOff x="3888" y="384"/>
              <a:chExt cx="1949" cy="1222"/>
            </a:xfrm>
          </p:grpSpPr>
          <p:sp>
            <p:nvSpPr>
              <p:cNvPr id="22599" name="Text Box 113"/>
              <p:cNvSpPr txBox="1">
                <a:spLocks noChangeArrowheads="1"/>
              </p:cNvSpPr>
              <p:nvPr/>
            </p:nvSpPr>
            <p:spPr bwMode="auto">
              <a:xfrm>
                <a:off x="4609" y="384"/>
                <a:ext cx="328"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r>
                  <a:rPr lang="en-US" altLang="en-US" baseline="-25000">
                    <a:latin typeface="Times New Roman" panose="02020603050405020304" pitchFamily="18" charset="0"/>
                  </a:rPr>
                  <a:t>1</a:t>
                </a:r>
              </a:p>
            </p:txBody>
          </p:sp>
          <p:sp>
            <p:nvSpPr>
              <p:cNvPr id="22600" name="Text Box 114"/>
              <p:cNvSpPr txBox="1">
                <a:spLocks noChangeArrowheads="1"/>
              </p:cNvSpPr>
              <p:nvPr/>
            </p:nvSpPr>
            <p:spPr bwMode="auto">
              <a:xfrm>
                <a:off x="3888" y="720"/>
                <a:ext cx="337"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r>
                  <a:rPr lang="en-US" altLang="en-US" baseline="-25000">
                    <a:latin typeface="Times New Roman" panose="02020603050405020304" pitchFamily="18" charset="0"/>
                  </a:rPr>
                  <a:t>1</a:t>
                </a:r>
              </a:p>
            </p:txBody>
          </p:sp>
          <p:sp>
            <p:nvSpPr>
              <p:cNvPr id="22601" name="Text Box 115"/>
              <p:cNvSpPr txBox="1">
                <a:spLocks noChangeArrowheads="1"/>
              </p:cNvSpPr>
              <p:nvPr/>
            </p:nvSpPr>
            <p:spPr bwMode="auto">
              <a:xfrm>
                <a:off x="4755" y="1332"/>
                <a:ext cx="328"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r>
                  <a:rPr lang="en-US" altLang="en-US" baseline="-25000">
                    <a:latin typeface="Times New Roman" panose="02020603050405020304" pitchFamily="18" charset="0"/>
                  </a:rPr>
                  <a:t>1</a:t>
                </a:r>
              </a:p>
            </p:txBody>
          </p:sp>
          <p:sp>
            <p:nvSpPr>
              <p:cNvPr id="24" name="Text Box 116"/>
              <p:cNvSpPr txBox="1">
                <a:spLocks noChangeArrowheads="1"/>
              </p:cNvSpPr>
              <p:nvPr/>
            </p:nvSpPr>
            <p:spPr bwMode="auto">
              <a:xfrm>
                <a:off x="5500" y="816"/>
                <a:ext cx="337"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r>
                  <a:rPr lang="en-US" altLang="en-US" baseline="-25000">
                    <a:latin typeface="Times New Roman" panose="02020603050405020304" pitchFamily="18" charset="0"/>
                  </a:rPr>
                  <a:t>1</a:t>
                </a:r>
              </a:p>
            </p:txBody>
          </p:sp>
        </p:grpSp>
        <p:sp>
          <p:nvSpPr>
            <p:cNvPr id="25" name="Oval 117"/>
            <p:cNvSpPr>
              <a:spLocks noChangeArrowheads="1"/>
            </p:cNvSpPr>
            <p:nvPr/>
          </p:nvSpPr>
          <p:spPr bwMode="auto">
            <a:xfrm>
              <a:off x="4752" y="129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sp>
        <p:nvSpPr>
          <p:cNvPr id="22646" name="Line 118"/>
          <p:cNvSpPr>
            <a:spLocks noChangeShapeType="1"/>
          </p:cNvSpPr>
          <p:nvPr/>
        </p:nvSpPr>
        <p:spPr bwMode="auto">
          <a:xfrm flipV="1">
            <a:off x="6697663" y="6599238"/>
            <a:ext cx="0" cy="25876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47" name="Oval 119"/>
          <p:cNvSpPr>
            <a:spLocks noChangeArrowheads="1"/>
          </p:cNvSpPr>
          <p:nvPr/>
        </p:nvSpPr>
        <p:spPr bwMode="auto">
          <a:xfrm>
            <a:off x="6697663" y="4168775"/>
            <a:ext cx="63500" cy="635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2648" name="Line 120"/>
          <p:cNvSpPr>
            <a:spLocks noChangeShapeType="1"/>
          </p:cNvSpPr>
          <p:nvPr/>
        </p:nvSpPr>
        <p:spPr bwMode="auto">
          <a:xfrm>
            <a:off x="3854450" y="2270125"/>
            <a:ext cx="3941763"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22649" name="Group 121"/>
          <p:cNvGrpSpPr>
            <a:grpSpLocks/>
          </p:cNvGrpSpPr>
          <p:nvPr/>
        </p:nvGrpSpPr>
        <p:grpSpPr bwMode="auto">
          <a:xfrm>
            <a:off x="3209925" y="0"/>
            <a:ext cx="6048375" cy="2133600"/>
            <a:chOff x="2022" y="0"/>
            <a:chExt cx="3810" cy="1344"/>
          </a:xfrm>
        </p:grpSpPr>
        <p:sp>
          <p:nvSpPr>
            <p:cNvPr id="26" name="Rectangle 122"/>
            <p:cNvSpPr>
              <a:spLocks noChangeArrowheads="1"/>
            </p:cNvSpPr>
            <p:nvPr/>
          </p:nvSpPr>
          <p:spPr bwMode="auto">
            <a:xfrm>
              <a:off x="2022" y="0"/>
              <a:ext cx="3738" cy="134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7" name="Text Box 123"/>
            <p:cNvSpPr txBox="1">
              <a:spLocks noChangeArrowheads="1"/>
            </p:cNvSpPr>
            <p:nvPr/>
          </p:nvSpPr>
          <p:spPr bwMode="auto">
            <a:xfrm>
              <a:off x="2039" y="0"/>
              <a:ext cx="3793"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dirty="0" smtClean="0">
                  <a:latin typeface="Times New Roman" panose="02020603050405020304" pitchFamily="18" charset="0"/>
                </a:rPr>
                <a:t>1.Assuming </a:t>
              </a:r>
              <a:r>
                <a:rPr lang="en-US" altLang="en-US" sz="1600" dirty="0">
                  <a:latin typeface="Times New Roman" panose="02020603050405020304" pitchFamily="18" charset="0"/>
                </a:rPr>
                <a:t>standing on </a:t>
              </a:r>
              <a:r>
                <a:rPr lang="en-US" altLang="en-US" sz="1600" dirty="0" err="1">
                  <a:latin typeface="Times New Roman" panose="02020603050405020304" pitchFamily="18" charset="0"/>
                </a:rPr>
                <a:t>Hp</a:t>
              </a:r>
              <a:r>
                <a:rPr lang="en-US" altLang="en-US" sz="1600" dirty="0">
                  <a:latin typeface="Times New Roman" panose="02020603050405020304" pitchFamily="18" charset="0"/>
                </a:rPr>
                <a:t>, begin with </a:t>
              </a:r>
              <a:r>
                <a:rPr lang="en-US" altLang="en-US" sz="1600" dirty="0" err="1">
                  <a:latin typeface="Times New Roman" panose="02020603050405020304" pitchFamily="18" charset="0"/>
                </a:rPr>
                <a:t>Tv,a</a:t>
              </a:r>
              <a:r>
                <a:rPr lang="en-US" altLang="en-US" sz="1600" dirty="0">
                  <a:latin typeface="Times New Roman" panose="02020603050405020304" pitchFamily="18" charset="0"/>
                </a:rPr>
                <a:t> square with all sides</a:t>
              </a:r>
            </a:p>
            <a:p>
              <a:pPr eaLnBrk="1" hangingPunct="1"/>
              <a:r>
                <a:rPr lang="en-US" altLang="en-US" sz="1600" dirty="0">
                  <a:latin typeface="Times New Roman" panose="02020603050405020304" pitchFamily="18" charset="0"/>
                </a:rPr>
                <a:t>equally inclined to </a:t>
              </a:r>
              <a:r>
                <a:rPr lang="en-US" altLang="en-US" sz="1600" dirty="0" err="1">
                  <a:latin typeface="Times New Roman" panose="02020603050405020304" pitchFamily="18" charset="0"/>
                </a:rPr>
                <a:t>xy.Project</a:t>
              </a:r>
              <a:r>
                <a:rPr lang="en-US" altLang="en-US" sz="1600" dirty="0">
                  <a:latin typeface="Times New Roman" panose="02020603050405020304" pitchFamily="18" charset="0"/>
                </a:rPr>
                <a:t> </a:t>
              </a:r>
              <a:r>
                <a:rPr lang="en-US" altLang="en-US" sz="1600" dirty="0" err="1">
                  <a:latin typeface="Times New Roman" panose="02020603050405020304" pitchFamily="18" charset="0"/>
                </a:rPr>
                <a:t>Fv</a:t>
              </a:r>
              <a:r>
                <a:rPr lang="en-US" altLang="en-US" sz="1600" dirty="0">
                  <a:latin typeface="Times New Roman" panose="02020603050405020304" pitchFamily="18" charset="0"/>
                </a:rPr>
                <a:t> and name all points of FV &amp; TV.</a:t>
              </a:r>
            </a:p>
            <a:p>
              <a:pPr eaLnBrk="1" hangingPunct="1"/>
              <a:r>
                <a:rPr lang="en-US" altLang="en-US" sz="1600" dirty="0">
                  <a:latin typeface="Times New Roman" panose="02020603050405020304" pitchFamily="18" charset="0"/>
                </a:rPr>
                <a:t>2.Draw a body-diagonal joining c’ with 3’( This can become // to </a:t>
              </a:r>
              <a:r>
                <a:rPr lang="en-US" altLang="en-US" sz="1600" dirty="0" err="1">
                  <a:latin typeface="Times New Roman" panose="02020603050405020304" pitchFamily="18" charset="0"/>
                </a:rPr>
                <a:t>xy</a:t>
              </a:r>
              <a:r>
                <a:rPr lang="en-US" altLang="en-US" sz="1600" dirty="0">
                  <a:latin typeface="Times New Roman" panose="02020603050405020304" pitchFamily="18" charset="0"/>
                </a:rPr>
                <a:t>)</a:t>
              </a:r>
            </a:p>
            <a:p>
              <a:pPr eaLnBrk="1" hangingPunct="1"/>
              <a:r>
                <a:rPr lang="en-US" altLang="en-US" sz="1600" dirty="0">
                  <a:latin typeface="Times New Roman" panose="02020603050405020304" pitchFamily="18" charset="0"/>
                </a:rPr>
                <a:t>3.From 1’ drop a perpendicular on this and name it p’</a:t>
              </a:r>
            </a:p>
            <a:p>
              <a:pPr eaLnBrk="1" hangingPunct="1"/>
              <a:r>
                <a:rPr lang="en-US" altLang="en-US" sz="1600" dirty="0">
                  <a:latin typeface="Times New Roman" panose="02020603050405020304" pitchFamily="18" charset="0"/>
                </a:rPr>
                <a:t>4.Draw 2</a:t>
              </a:r>
              <a:r>
                <a:rPr lang="en-US" altLang="en-US" sz="1600" baseline="30000" dirty="0">
                  <a:latin typeface="Times New Roman" panose="02020603050405020304" pitchFamily="18" charset="0"/>
                </a:rPr>
                <a:t>nd</a:t>
              </a:r>
              <a:r>
                <a:rPr lang="en-US" altLang="en-US" sz="1600" dirty="0">
                  <a:latin typeface="Times New Roman" panose="02020603050405020304" pitchFamily="18" charset="0"/>
                </a:rPr>
                <a:t> </a:t>
              </a:r>
              <a:r>
                <a:rPr lang="en-US" altLang="en-US" sz="1600" dirty="0" err="1">
                  <a:latin typeface="Times New Roman" panose="02020603050405020304" pitchFamily="18" charset="0"/>
                </a:rPr>
                <a:t>Fv</a:t>
              </a:r>
              <a:r>
                <a:rPr lang="en-US" altLang="en-US" sz="1600" dirty="0">
                  <a:latin typeface="Times New Roman" panose="02020603050405020304" pitchFamily="18" charset="0"/>
                </a:rPr>
                <a:t> in which 1’-p’ line is vertical  </a:t>
              </a:r>
              <a:r>
                <a:rPr lang="en-US" altLang="en-US" sz="1600" b="1" i="1" dirty="0">
                  <a:latin typeface="Times New Roman" panose="02020603050405020304" pitchFamily="18" charset="0"/>
                </a:rPr>
                <a:t>means </a:t>
              </a:r>
              <a:r>
                <a:rPr lang="en-US" altLang="en-US" sz="1600" dirty="0">
                  <a:latin typeface="Times New Roman" panose="02020603050405020304" pitchFamily="18" charset="0"/>
                </a:rPr>
                <a:t>c’-3’ diagonal </a:t>
              </a:r>
            </a:p>
            <a:p>
              <a:pPr eaLnBrk="1" hangingPunct="1"/>
              <a:r>
                <a:rPr lang="en-US" altLang="en-US" sz="1600" dirty="0">
                  <a:latin typeface="Times New Roman" panose="02020603050405020304" pitchFamily="18" charset="0"/>
                </a:rPr>
                <a:t>   must be horizontal. .Now as usual project </a:t>
              </a:r>
              <a:r>
                <a:rPr lang="en-US" altLang="en-US" sz="1600" dirty="0" err="1">
                  <a:latin typeface="Times New Roman" panose="02020603050405020304" pitchFamily="18" charset="0"/>
                </a:rPr>
                <a:t>Tv</a:t>
              </a:r>
              <a:r>
                <a:rPr lang="en-US" altLang="en-US" sz="1600" dirty="0" smtClean="0">
                  <a:latin typeface="Times New Roman" panose="02020603050405020304" pitchFamily="18" charset="0"/>
                </a:rPr>
                <a:t>.</a:t>
              </a:r>
              <a:endParaRPr lang="en-US" altLang="en-US" sz="1600" dirty="0">
                <a:latin typeface="Times New Roman" panose="02020603050405020304" pitchFamily="18" charset="0"/>
              </a:endParaRPr>
            </a:p>
            <a:p>
              <a:pPr eaLnBrk="1" hangingPunct="1"/>
              <a:r>
                <a:rPr lang="en-US" altLang="en-US" sz="1600" dirty="0">
                  <a:latin typeface="Times New Roman" panose="02020603050405020304" pitchFamily="18" charset="0"/>
                </a:rPr>
                <a:t>6.In final </a:t>
              </a:r>
              <a:r>
                <a:rPr lang="en-US" altLang="en-US" sz="1600" dirty="0" err="1">
                  <a:latin typeface="Times New Roman" panose="02020603050405020304" pitchFamily="18" charset="0"/>
                </a:rPr>
                <a:t>Tv</a:t>
              </a:r>
              <a:r>
                <a:rPr lang="en-US" altLang="en-US" sz="1600" dirty="0">
                  <a:latin typeface="Times New Roman" panose="02020603050405020304" pitchFamily="18" charset="0"/>
                </a:rPr>
                <a:t> draw same diagonal is perpendicular to </a:t>
              </a:r>
              <a:r>
                <a:rPr lang="en-US" altLang="en-US" sz="1600" dirty="0" err="1">
                  <a:latin typeface="Times New Roman" panose="02020603050405020304" pitchFamily="18" charset="0"/>
                </a:rPr>
                <a:t>Vp</a:t>
              </a:r>
              <a:r>
                <a:rPr lang="en-US" altLang="en-US" sz="1600" dirty="0">
                  <a:latin typeface="Times New Roman" panose="02020603050405020304" pitchFamily="18" charset="0"/>
                </a:rPr>
                <a:t> as said in </a:t>
              </a:r>
              <a:r>
                <a:rPr lang="en-US" altLang="en-US" sz="1600" dirty="0" smtClean="0">
                  <a:latin typeface="Times New Roman" panose="02020603050405020304" pitchFamily="18" charset="0"/>
                </a:rPr>
                <a:t>problem. Then </a:t>
              </a:r>
              <a:r>
                <a:rPr lang="en-US" altLang="en-US" sz="1600" dirty="0">
                  <a:latin typeface="Times New Roman" panose="02020603050405020304" pitchFamily="18" charset="0"/>
                </a:rPr>
                <a:t>as usual project final FV.</a:t>
              </a:r>
            </a:p>
          </p:txBody>
        </p:sp>
      </p:grpSp>
      <p:grpSp>
        <p:nvGrpSpPr>
          <p:cNvPr id="22652" name="Group 124"/>
          <p:cNvGrpSpPr>
            <a:grpSpLocks/>
          </p:cNvGrpSpPr>
          <p:nvPr/>
        </p:nvGrpSpPr>
        <p:grpSpPr bwMode="auto">
          <a:xfrm>
            <a:off x="685800" y="3949705"/>
            <a:ext cx="2509838" cy="369888"/>
            <a:chOff x="432" y="2488"/>
            <a:chExt cx="1581" cy="233"/>
          </a:xfrm>
        </p:grpSpPr>
        <p:sp>
          <p:nvSpPr>
            <p:cNvPr id="28" name="Text Box 125"/>
            <p:cNvSpPr txBox="1">
              <a:spLocks noChangeArrowheads="1"/>
            </p:cNvSpPr>
            <p:nvPr/>
          </p:nvSpPr>
          <p:spPr bwMode="auto">
            <a:xfrm>
              <a:off x="1776" y="2488"/>
              <a:ext cx="23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latin typeface="Times New Roman" panose="02020603050405020304" pitchFamily="18" charset="0"/>
                </a:rPr>
                <a:t>1’</a:t>
              </a:r>
            </a:p>
          </p:txBody>
        </p:sp>
        <p:sp>
          <p:nvSpPr>
            <p:cNvPr id="29" name="Text Box 126"/>
            <p:cNvSpPr txBox="1">
              <a:spLocks noChangeArrowheads="1"/>
            </p:cNvSpPr>
            <p:nvPr/>
          </p:nvSpPr>
          <p:spPr bwMode="auto">
            <a:xfrm>
              <a:off x="432" y="2493"/>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3’</a:t>
              </a:r>
            </a:p>
          </p:txBody>
        </p:sp>
      </p:grpSp>
      <p:sp>
        <p:nvSpPr>
          <p:cNvPr id="30" name="Line 129"/>
          <p:cNvSpPr>
            <a:spLocks noChangeShapeType="1"/>
          </p:cNvSpPr>
          <p:nvPr/>
        </p:nvSpPr>
        <p:spPr bwMode="auto">
          <a:xfrm>
            <a:off x="3276600" y="3249613"/>
            <a:ext cx="21336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2658" name="Text Box 130"/>
          <p:cNvSpPr txBox="1">
            <a:spLocks noChangeArrowheads="1"/>
          </p:cNvSpPr>
          <p:nvPr/>
        </p:nvSpPr>
        <p:spPr bwMode="auto">
          <a:xfrm>
            <a:off x="4892675" y="3983038"/>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latin typeface="Times New Roman" panose="02020603050405020304" pitchFamily="18" charset="0"/>
              </a:rPr>
              <a:t>1’</a:t>
            </a:r>
          </a:p>
        </p:txBody>
      </p:sp>
      <p:sp>
        <p:nvSpPr>
          <p:cNvPr id="22660" name="Line 132"/>
          <p:cNvSpPr>
            <a:spLocks noChangeShapeType="1"/>
          </p:cNvSpPr>
          <p:nvPr/>
        </p:nvSpPr>
        <p:spPr bwMode="auto">
          <a:xfrm rot="1884463" flipV="1">
            <a:off x="3402013" y="2667000"/>
            <a:ext cx="1874837" cy="1163638"/>
          </a:xfrm>
          <a:prstGeom prst="line">
            <a:avLst/>
          </a:prstGeom>
          <a:noFill/>
          <a:ln w="9525">
            <a:solidFill>
              <a:srgbClr val="99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1" name="Line 133"/>
          <p:cNvSpPr>
            <a:spLocks noChangeShapeType="1"/>
          </p:cNvSpPr>
          <p:nvPr/>
        </p:nvSpPr>
        <p:spPr bwMode="auto">
          <a:xfrm rot="1884463" flipH="1" flipV="1">
            <a:off x="4575175" y="3319463"/>
            <a:ext cx="517525" cy="8397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 name="Rectangle 134"/>
          <p:cNvSpPr>
            <a:spLocks noChangeArrowheads="1"/>
          </p:cNvSpPr>
          <p:nvPr/>
        </p:nvSpPr>
        <p:spPr bwMode="auto">
          <a:xfrm rot="10790403">
            <a:off x="4829175" y="3232150"/>
            <a:ext cx="166688" cy="1492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2663" name="Text Box 135"/>
          <p:cNvSpPr txBox="1">
            <a:spLocks noChangeArrowheads="1"/>
          </p:cNvSpPr>
          <p:nvPr/>
        </p:nvSpPr>
        <p:spPr bwMode="auto">
          <a:xfrm>
            <a:off x="3048000" y="3024188"/>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3’</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530"/>
                                        </p:tgtEl>
                                        <p:attrNameLst>
                                          <p:attrName>style.visibility</p:attrName>
                                        </p:attrNameLst>
                                      </p:cBhvr>
                                      <p:to>
                                        <p:strVal val="visible"/>
                                      </p:to>
                                    </p:set>
                                    <p:anim calcmode="lin" valueType="num">
                                      <p:cBhvr additive="base">
                                        <p:cTn id="7" dur="500" fill="hold"/>
                                        <p:tgtEl>
                                          <p:spTgt spid="22530"/>
                                        </p:tgtEl>
                                        <p:attrNameLst>
                                          <p:attrName>ppt_x</p:attrName>
                                        </p:attrNameLst>
                                      </p:cBhvr>
                                      <p:tavLst>
                                        <p:tav tm="0">
                                          <p:val>
                                            <p:strVal val="0-#ppt_w/2"/>
                                          </p:val>
                                        </p:tav>
                                        <p:tav tm="100000">
                                          <p:val>
                                            <p:strVal val="#ppt_x"/>
                                          </p:val>
                                        </p:tav>
                                      </p:tavLst>
                                    </p:anim>
                                    <p:anim calcmode="lin" valueType="num">
                                      <p:cBhvr additive="base">
                                        <p:cTn id="8" dur="500" fill="hold"/>
                                        <p:tgtEl>
                                          <p:spTgt spid="2253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22649"/>
                                        </p:tgtEl>
                                        <p:attrNameLst>
                                          <p:attrName>style.visibility</p:attrName>
                                        </p:attrNameLst>
                                      </p:cBhvr>
                                      <p:to>
                                        <p:strVal val="visible"/>
                                      </p:to>
                                    </p:set>
                                    <p:anim calcmode="lin" valueType="num">
                                      <p:cBhvr additive="base">
                                        <p:cTn id="13" dur="500" fill="hold"/>
                                        <p:tgtEl>
                                          <p:spTgt spid="22649"/>
                                        </p:tgtEl>
                                        <p:attrNameLst>
                                          <p:attrName>ppt_x</p:attrName>
                                        </p:attrNameLst>
                                      </p:cBhvr>
                                      <p:tavLst>
                                        <p:tav tm="0">
                                          <p:val>
                                            <p:strVal val="1+#ppt_w/2"/>
                                          </p:val>
                                        </p:tav>
                                        <p:tav tm="100000">
                                          <p:val>
                                            <p:strVal val="#ppt_x"/>
                                          </p:val>
                                        </p:tav>
                                      </p:tavLst>
                                    </p:anim>
                                    <p:anim calcmode="lin" valueType="num">
                                      <p:cBhvr additive="base">
                                        <p:cTn id="14" dur="500" fill="hold"/>
                                        <p:tgtEl>
                                          <p:spTgt spid="2264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33"/>
                                        </p:tgtEl>
                                        <p:attrNameLst>
                                          <p:attrName>style.visibility</p:attrName>
                                        </p:attrNameLst>
                                      </p:cBhvr>
                                      <p:to>
                                        <p:strVal val="visible"/>
                                      </p:to>
                                    </p:set>
                                    <p:anim calcmode="lin" valueType="num">
                                      <p:cBhvr additive="base">
                                        <p:cTn id="19" dur="500" fill="hold"/>
                                        <p:tgtEl>
                                          <p:spTgt spid="22533"/>
                                        </p:tgtEl>
                                        <p:attrNameLst>
                                          <p:attrName>ppt_x</p:attrName>
                                        </p:attrNameLst>
                                      </p:cBhvr>
                                      <p:tavLst>
                                        <p:tav tm="0">
                                          <p:val>
                                            <p:strVal val="0-#ppt_w/2"/>
                                          </p:val>
                                        </p:tav>
                                        <p:tav tm="100000">
                                          <p:val>
                                            <p:strVal val="#ppt_x"/>
                                          </p:val>
                                        </p:tav>
                                      </p:tavLst>
                                    </p:anim>
                                    <p:anim calcmode="lin" valueType="num">
                                      <p:cBhvr additive="base">
                                        <p:cTn id="20" dur="500" fill="hold"/>
                                        <p:tgtEl>
                                          <p:spTgt spid="2253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606"/>
                                        </p:tgtEl>
                                        <p:attrNameLst>
                                          <p:attrName>style.visibility</p:attrName>
                                        </p:attrNameLst>
                                      </p:cBhvr>
                                      <p:to>
                                        <p:strVal val="visible"/>
                                      </p:to>
                                    </p:set>
                                    <p:anim calcmode="lin" valueType="num">
                                      <p:cBhvr additive="base">
                                        <p:cTn id="25" dur="500" fill="hold"/>
                                        <p:tgtEl>
                                          <p:spTgt spid="22606"/>
                                        </p:tgtEl>
                                        <p:attrNameLst>
                                          <p:attrName>ppt_x</p:attrName>
                                        </p:attrNameLst>
                                      </p:cBhvr>
                                      <p:tavLst>
                                        <p:tav tm="0">
                                          <p:val>
                                            <p:strVal val="0-#ppt_w/2"/>
                                          </p:val>
                                        </p:tav>
                                        <p:tav tm="100000">
                                          <p:val>
                                            <p:strVal val="#ppt_x"/>
                                          </p:val>
                                        </p:tav>
                                      </p:tavLst>
                                    </p:anim>
                                    <p:anim calcmode="lin" valueType="num">
                                      <p:cBhvr additive="base">
                                        <p:cTn id="26" dur="500" fill="hold"/>
                                        <p:tgtEl>
                                          <p:spTgt spid="2260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2607"/>
                                        </p:tgtEl>
                                        <p:attrNameLst>
                                          <p:attrName>style.visibility</p:attrName>
                                        </p:attrNameLst>
                                      </p:cBhvr>
                                      <p:to>
                                        <p:strVal val="visible"/>
                                      </p:to>
                                    </p:set>
                                    <p:anim calcmode="lin" valueType="num">
                                      <p:cBhvr additive="base">
                                        <p:cTn id="31" dur="500" fill="hold"/>
                                        <p:tgtEl>
                                          <p:spTgt spid="22607"/>
                                        </p:tgtEl>
                                        <p:attrNameLst>
                                          <p:attrName>ppt_x</p:attrName>
                                        </p:attrNameLst>
                                      </p:cBhvr>
                                      <p:tavLst>
                                        <p:tav tm="0">
                                          <p:val>
                                            <p:strVal val="1+#ppt_w/2"/>
                                          </p:val>
                                        </p:tav>
                                        <p:tav tm="100000">
                                          <p:val>
                                            <p:strVal val="#ppt_x"/>
                                          </p:val>
                                        </p:tav>
                                      </p:tavLst>
                                    </p:anim>
                                    <p:anim calcmode="lin" valueType="num">
                                      <p:cBhvr additive="base">
                                        <p:cTn id="32" dur="500" fill="hold"/>
                                        <p:tgtEl>
                                          <p:spTgt spid="2260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22534"/>
                                        </p:tgtEl>
                                        <p:attrNameLst>
                                          <p:attrName>style.visibility</p:attrName>
                                        </p:attrNameLst>
                                      </p:cBhvr>
                                      <p:to>
                                        <p:strVal val="visible"/>
                                      </p:to>
                                    </p:set>
                                    <p:anim calcmode="lin" valueType="num">
                                      <p:cBhvr>
                                        <p:cTn id="37" dur="500" fill="hold"/>
                                        <p:tgtEl>
                                          <p:spTgt spid="22534"/>
                                        </p:tgtEl>
                                        <p:attrNameLst>
                                          <p:attrName>ppt_w</p:attrName>
                                        </p:attrNameLst>
                                      </p:cBhvr>
                                      <p:tavLst>
                                        <p:tav tm="0">
                                          <p:val>
                                            <p:fltVal val="0"/>
                                          </p:val>
                                        </p:tav>
                                        <p:tav tm="100000">
                                          <p:val>
                                            <p:strVal val="#ppt_w"/>
                                          </p:val>
                                        </p:tav>
                                      </p:tavLst>
                                    </p:anim>
                                    <p:anim calcmode="lin" valueType="num">
                                      <p:cBhvr>
                                        <p:cTn id="38" dur="500" fill="hold"/>
                                        <p:tgtEl>
                                          <p:spTgt spid="22534"/>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22608"/>
                                        </p:tgtEl>
                                        <p:attrNameLst>
                                          <p:attrName>style.visibility</p:attrName>
                                        </p:attrNameLst>
                                      </p:cBhvr>
                                      <p:to>
                                        <p:strVal val="visible"/>
                                      </p:to>
                                    </p:set>
                                    <p:anim calcmode="lin" valueType="num">
                                      <p:cBhvr>
                                        <p:cTn id="43" dur="500" fill="hold"/>
                                        <p:tgtEl>
                                          <p:spTgt spid="22608"/>
                                        </p:tgtEl>
                                        <p:attrNameLst>
                                          <p:attrName>ppt_w</p:attrName>
                                        </p:attrNameLst>
                                      </p:cBhvr>
                                      <p:tavLst>
                                        <p:tav tm="0">
                                          <p:val>
                                            <p:fltVal val="0"/>
                                          </p:val>
                                        </p:tav>
                                        <p:tav tm="100000">
                                          <p:val>
                                            <p:strVal val="#ppt_w"/>
                                          </p:val>
                                        </p:tav>
                                      </p:tavLst>
                                    </p:anim>
                                    <p:anim calcmode="lin" valueType="num">
                                      <p:cBhvr>
                                        <p:cTn id="44" dur="500" fill="hold"/>
                                        <p:tgtEl>
                                          <p:spTgt spid="22608"/>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4" fill="hold" grpId="0" nodeType="clickEffect">
                                  <p:stCondLst>
                                    <p:cond delay="0"/>
                                  </p:stCondLst>
                                  <p:childTnLst>
                                    <p:set>
                                      <p:cBhvr>
                                        <p:cTn id="48" dur="1" fill="hold">
                                          <p:stCondLst>
                                            <p:cond delay="0"/>
                                          </p:stCondLst>
                                        </p:cTn>
                                        <p:tgtEl>
                                          <p:spTgt spid="22535"/>
                                        </p:tgtEl>
                                        <p:attrNameLst>
                                          <p:attrName>style.visibility</p:attrName>
                                        </p:attrNameLst>
                                      </p:cBhvr>
                                      <p:to>
                                        <p:strVal val="visible"/>
                                      </p:to>
                                    </p:set>
                                    <p:anim calcmode="lin" valueType="num">
                                      <p:cBhvr>
                                        <p:cTn id="49" dur="500" fill="hold"/>
                                        <p:tgtEl>
                                          <p:spTgt spid="22535"/>
                                        </p:tgtEl>
                                        <p:attrNameLst>
                                          <p:attrName>ppt_x</p:attrName>
                                        </p:attrNameLst>
                                      </p:cBhvr>
                                      <p:tavLst>
                                        <p:tav tm="0">
                                          <p:val>
                                            <p:strVal val="#ppt_x"/>
                                          </p:val>
                                        </p:tav>
                                        <p:tav tm="100000">
                                          <p:val>
                                            <p:strVal val="#ppt_x"/>
                                          </p:val>
                                        </p:tav>
                                      </p:tavLst>
                                    </p:anim>
                                    <p:anim calcmode="lin" valueType="num">
                                      <p:cBhvr>
                                        <p:cTn id="50" dur="500" fill="hold"/>
                                        <p:tgtEl>
                                          <p:spTgt spid="22535"/>
                                        </p:tgtEl>
                                        <p:attrNameLst>
                                          <p:attrName>ppt_y</p:attrName>
                                        </p:attrNameLst>
                                      </p:cBhvr>
                                      <p:tavLst>
                                        <p:tav tm="0">
                                          <p:val>
                                            <p:strVal val="#ppt_y+#ppt_h/2"/>
                                          </p:val>
                                        </p:tav>
                                        <p:tav tm="100000">
                                          <p:val>
                                            <p:strVal val="#ppt_y"/>
                                          </p:val>
                                        </p:tav>
                                      </p:tavLst>
                                    </p:anim>
                                    <p:anim calcmode="lin" valueType="num">
                                      <p:cBhvr>
                                        <p:cTn id="51" dur="500" fill="hold"/>
                                        <p:tgtEl>
                                          <p:spTgt spid="22535"/>
                                        </p:tgtEl>
                                        <p:attrNameLst>
                                          <p:attrName>ppt_w</p:attrName>
                                        </p:attrNameLst>
                                      </p:cBhvr>
                                      <p:tavLst>
                                        <p:tav tm="0">
                                          <p:val>
                                            <p:strVal val="#ppt_w"/>
                                          </p:val>
                                        </p:tav>
                                        <p:tav tm="100000">
                                          <p:val>
                                            <p:strVal val="#ppt_w"/>
                                          </p:val>
                                        </p:tav>
                                      </p:tavLst>
                                    </p:anim>
                                    <p:anim calcmode="lin" valueType="num">
                                      <p:cBhvr>
                                        <p:cTn id="52" dur="500" fill="hold"/>
                                        <p:tgtEl>
                                          <p:spTgt spid="22535"/>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4" fill="hold" grpId="0" nodeType="clickEffect">
                                  <p:stCondLst>
                                    <p:cond delay="0"/>
                                  </p:stCondLst>
                                  <p:childTnLst>
                                    <p:set>
                                      <p:cBhvr>
                                        <p:cTn id="56" dur="1" fill="hold">
                                          <p:stCondLst>
                                            <p:cond delay="0"/>
                                          </p:stCondLst>
                                        </p:cTn>
                                        <p:tgtEl>
                                          <p:spTgt spid="22540"/>
                                        </p:tgtEl>
                                        <p:attrNameLst>
                                          <p:attrName>style.visibility</p:attrName>
                                        </p:attrNameLst>
                                      </p:cBhvr>
                                      <p:to>
                                        <p:strVal val="visible"/>
                                      </p:to>
                                    </p:set>
                                    <p:anim calcmode="lin" valueType="num">
                                      <p:cBhvr>
                                        <p:cTn id="57" dur="500" fill="hold"/>
                                        <p:tgtEl>
                                          <p:spTgt spid="22540"/>
                                        </p:tgtEl>
                                        <p:attrNameLst>
                                          <p:attrName>ppt_x</p:attrName>
                                        </p:attrNameLst>
                                      </p:cBhvr>
                                      <p:tavLst>
                                        <p:tav tm="0">
                                          <p:val>
                                            <p:strVal val="#ppt_x"/>
                                          </p:val>
                                        </p:tav>
                                        <p:tav tm="100000">
                                          <p:val>
                                            <p:strVal val="#ppt_x"/>
                                          </p:val>
                                        </p:tav>
                                      </p:tavLst>
                                    </p:anim>
                                    <p:anim calcmode="lin" valueType="num">
                                      <p:cBhvr>
                                        <p:cTn id="58" dur="500" fill="hold"/>
                                        <p:tgtEl>
                                          <p:spTgt spid="22540"/>
                                        </p:tgtEl>
                                        <p:attrNameLst>
                                          <p:attrName>ppt_y</p:attrName>
                                        </p:attrNameLst>
                                      </p:cBhvr>
                                      <p:tavLst>
                                        <p:tav tm="0">
                                          <p:val>
                                            <p:strVal val="#ppt_y+#ppt_h/2"/>
                                          </p:val>
                                        </p:tav>
                                        <p:tav tm="100000">
                                          <p:val>
                                            <p:strVal val="#ppt_y"/>
                                          </p:val>
                                        </p:tav>
                                      </p:tavLst>
                                    </p:anim>
                                    <p:anim calcmode="lin" valueType="num">
                                      <p:cBhvr>
                                        <p:cTn id="59" dur="500" fill="hold"/>
                                        <p:tgtEl>
                                          <p:spTgt spid="22540"/>
                                        </p:tgtEl>
                                        <p:attrNameLst>
                                          <p:attrName>ppt_w</p:attrName>
                                        </p:attrNameLst>
                                      </p:cBhvr>
                                      <p:tavLst>
                                        <p:tav tm="0">
                                          <p:val>
                                            <p:strVal val="#ppt_w"/>
                                          </p:val>
                                        </p:tav>
                                        <p:tav tm="100000">
                                          <p:val>
                                            <p:strVal val="#ppt_w"/>
                                          </p:val>
                                        </p:tav>
                                      </p:tavLst>
                                    </p:anim>
                                    <p:anim calcmode="lin" valueType="num">
                                      <p:cBhvr>
                                        <p:cTn id="60" dur="500" fill="hold"/>
                                        <p:tgtEl>
                                          <p:spTgt spid="22540"/>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4" fill="hold" grpId="0" nodeType="clickEffect">
                                  <p:stCondLst>
                                    <p:cond delay="0"/>
                                  </p:stCondLst>
                                  <p:childTnLst>
                                    <p:set>
                                      <p:cBhvr>
                                        <p:cTn id="64" dur="1" fill="hold">
                                          <p:stCondLst>
                                            <p:cond delay="0"/>
                                          </p:stCondLst>
                                        </p:cTn>
                                        <p:tgtEl>
                                          <p:spTgt spid="22536"/>
                                        </p:tgtEl>
                                        <p:attrNameLst>
                                          <p:attrName>style.visibility</p:attrName>
                                        </p:attrNameLst>
                                      </p:cBhvr>
                                      <p:to>
                                        <p:strVal val="visible"/>
                                      </p:to>
                                    </p:set>
                                    <p:anim calcmode="lin" valueType="num">
                                      <p:cBhvr>
                                        <p:cTn id="65" dur="500" fill="hold"/>
                                        <p:tgtEl>
                                          <p:spTgt spid="22536"/>
                                        </p:tgtEl>
                                        <p:attrNameLst>
                                          <p:attrName>ppt_x</p:attrName>
                                        </p:attrNameLst>
                                      </p:cBhvr>
                                      <p:tavLst>
                                        <p:tav tm="0">
                                          <p:val>
                                            <p:strVal val="#ppt_x"/>
                                          </p:val>
                                        </p:tav>
                                        <p:tav tm="100000">
                                          <p:val>
                                            <p:strVal val="#ppt_x"/>
                                          </p:val>
                                        </p:tav>
                                      </p:tavLst>
                                    </p:anim>
                                    <p:anim calcmode="lin" valueType="num">
                                      <p:cBhvr>
                                        <p:cTn id="66" dur="500" fill="hold"/>
                                        <p:tgtEl>
                                          <p:spTgt spid="22536"/>
                                        </p:tgtEl>
                                        <p:attrNameLst>
                                          <p:attrName>ppt_y</p:attrName>
                                        </p:attrNameLst>
                                      </p:cBhvr>
                                      <p:tavLst>
                                        <p:tav tm="0">
                                          <p:val>
                                            <p:strVal val="#ppt_y+#ppt_h/2"/>
                                          </p:val>
                                        </p:tav>
                                        <p:tav tm="100000">
                                          <p:val>
                                            <p:strVal val="#ppt_y"/>
                                          </p:val>
                                        </p:tav>
                                      </p:tavLst>
                                    </p:anim>
                                    <p:anim calcmode="lin" valueType="num">
                                      <p:cBhvr>
                                        <p:cTn id="67" dur="500" fill="hold"/>
                                        <p:tgtEl>
                                          <p:spTgt spid="22536"/>
                                        </p:tgtEl>
                                        <p:attrNameLst>
                                          <p:attrName>ppt_w</p:attrName>
                                        </p:attrNameLst>
                                      </p:cBhvr>
                                      <p:tavLst>
                                        <p:tav tm="0">
                                          <p:val>
                                            <p:strVal val="#ppt_w"/>
                                          </p:val>
                                        </p:tav>
                                        <p:tav tm="100000">
                                          <p:val>
                                            <p:strVal val="#ppt_w"/>
                                          </p:val>
                                        </p:tav>
                                      </p:tavLst>
                                    </p:anim>
                                    <p:anim calcmode="lin" valueType="num">
                                      <p:cBhvr>
                                        <p:cTn id="68" dur="500" fill="hold"/>
                                        <p:tgtEl>
                                          <p:spTgt spid="22536"/>
                                        </p:tgtEl>
                                        <p:attrNameLst>
                                          <p:attrName>ppt_h</p:attrName>
                                        </p:attrNameLst>
                                      </p:cBhvr>
                                      <p:tavLst>
                                        <p:tav tm="0">
                                          <p:val>
                                            <p:fltVal val="0"/>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7" presetClass="entr" presetSubtype="4" fill="hold" grpId="0" nodeType="clickEffect">
                                  <p:stCondLst>
                                    <p:cond delay="0"/>
                                  </p:stCondLst>
                                  <p:childTnLst>
                                    <p:set>
                                      <p:cBhvr>
                                        <p:cTn id="72" dur="1" fill="hold">
                                          <p:stCondLst>
                                            <p:cond delay="0"/>
                                          </p:stCondLst>
                                        </p:cTn>
                                        <p:tgtEl>
                                          <p:spTgt spid="22537"/>
                                        </p:tgtEl>
                                        <p:attrNameLst>
                                          <p:attrName>style.visibility</p:attrName>
                                        </p:attrNameLst>
                                      </p:cBhvr>
                                      <p:to>
                                        <p:strVal val="visible"/>
                                      </p:to>
                                    </p:set>
                                    <p:anim calcmode="lin" valueType="num">
                                      <p:cBhvr>
                                        <p:cTn id="73" dur="500" fill="hold"/>
                                        <p:tgtEl>
                                          <p:spTgt spid="22537"/>
                                        </p:tgtEl>
                                        <p:attrNameLst>
                                          <p:attrName>ppt_x</p:attrName>
                                        </p:attrNameLst>
                                      </p:cBhvr>
                                      <p:tavLst>
                                        <p:tav tm="0">
                                          <p:val>
                                            <p:strVal val="#ppt_x"/>
                                          </p:val>
                                        </p:tav>
                                        <p:tav tm="100000">
                                          <p:val>
                                            <p:strVal val="#ppt_x"/>
                                          </p:val>
                                        </p:tav>
                                      </p:tavLst>
                                    </p:anim>
                                    <p:anim calcmode="lin" valueType="num">
                                      <p:cBhvr>
                                        <p:cTn id="74" dur="500" fill="hold"/>
                                        <p:tgtEl>
                                          <p:spTgt spid="22537"/>
                                        </p:tgtEl>
                                        <p:attrNameLst>
                                          <p:attrName>ppt_y</p:attrName>
                                        </p:attrNameLst>
                                      </p:cBhvr>
                                      <p:tavLst>
                                        <p:tav tm="0">
                                          <p:val>
                                            <p:strVal val="#ppt_y+#ppt_h/2"/>
                                          </p:val>
                                        </p:tav>
                                        <p:tav tm="100000">
                                          <p:val>
                                            <p:strVal val="#ppt_y"/>
                                          </p:val>
                                        </p:tav>
                                      </p:tavLst>
                                    </p:anim>
                                    <p:anim calcmode="lin" valueType="num">
                                      <p:cBhvr>
                                        <p:cTn id="75" dur="500" fill="hold"/>
                                        <p:tgtEl>
                                          <p:spTgt spid="22537"/>
                                        </p:tgtEl>
                                        <p:attrNameLst>
                                          <p:attrName>ppt_w</p:attrName>
                                        </p:attrNameLst>
                                      </p:cBhvr>
                                      <p:tavLst>
                                        <p:tav tm="0">
                                          <p:val>
                                            <p:strVal val="#ppt_w"/>
                                          </p:val>
                                        </p:tav>
                                        <p:tav tm="100000">
                                          <p:val>
                                            <p:strVal val="#ppt_w"/>
                                          </p:val>
                                        </p:tav>
                                      </p:tavLst>
                                    </p:anim>
                                    <p:anim calcmode="lin" valueType="num">
                                      <p:cBhvr>
                                        <p:cTn id="76" dur="500" fill="hold"/>
                                        <p:tgtEl>
                                          <p:spTgt spid="22537"/>
                                        </p:tgtEl>
                                        <p:attrNameLst>
                                          <p:attrName>ppt_h</p:attrName>
                                        </p:attrNameLst>
                                      </p:cBhvr>
                                      <p:tavLst>
                                        <p:tav tm="0">
                                          <p:val>
                                            <p:fltVal val="0"/>
                                          </p:val>
                                        </p:tav>
                                        <p:tav tm="100000">
                                          <p:val>
                                            <p:strVal val="#ppt_h"/>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17" presetClass="entr" presetSubtype="8" fill="hold" grpId="0" nodeType="clickEffect">
                                  <p:stCondLst>
                                    <p:cond delay="0"/>
                                  </p:stCondLst>
                                  <p:childTnLst>
                                    <p:set>
                                      <p:cBhvr>
                                        <p:cTn id="80" dur="1" fill="hold">
                                          <p:stCondLst>
                                            <p:cond delay="0"/>
                                          </p:stCondLst>
                                        </p:cTn>
                                        <p:tgtEl>
                                          <p:spTgt spid="22613"/>
                                        </p:tgtEl>
                                        <p:attrNameLst>
                                          <p:attrName>style.visibility</p:attrName>
                                        </p:attrNameLst>
                                      </p:cBhvr>
                                      <p:to>
                                        <p:strVal val="visible"/>
                                      </p:to>
                                    </p:set>
                                    <p:anim calcmode="lin" valueType="num">
                                      <p:cBhvr>
                                        <p:cTn id="81" dur="500" fill="hold"/>
                                        <p:tgtEl>
                                          <p:spTgt spid="22613"/>
                                        </p:tgtEl>
                                        <p:attrNameLst>
                                          <p:attrName>ppt_x</p:attrName>
                                        </p:attrNameLst>
                                      </p:cBhvr>
                                      <p:tavLst>
                                        <p:tav tm="0">
                                          <p:val>
                                            <p:strVal val="#ppt_x-#ppt_w/2"/>
                                          </p:val>
                                        </p:tav>
                                        <p:tav tm="100000">
                                          <p:val>
                                            <p:strVal val="#ppt_x"/>
                                          </p:val>
                                        </p:tav>
                                      </p:tavLst>
                                    </p:anim>
                                    <p:anim calcmode="lin" valueType="num">
                                      <p:cBhvr>
                                        <p:cTn id="82" dur="500" fill="hold"/>
                                        <p:tgtEl>
                                          <p:spTgt spid="22613"/>
                                        </p:tgtEl>
                                        <p:attrNameLst>
                                          <p:attrName>ppt_y</p:attrName>
                                        </p:attrNameLst>
                                      </p:cBhvr>
                                      <p:tavLst>
                                        <p:tav tm="0">
                                          <p:val>
                                            <p:strVal val="#ppt_y"/>
                                          </p:val>
                                        </p:tav>
                                        <p:tav tm="100000">
                                          <p:val>
                                            <p:strVal val="#ppt_y"/>
                                          </p:val>
                                        </p:tav>
                                      </p:tavLst>
                                    </p:anim>
                                    <p:anim calcmode="lin" valueType="num">
                                      <p:cBhvr>
                                        <p:cTn id="83" dur="500" fill="hold"/>
                                        <p:tgtEl>
                                          <p:spTgt spid="22613"/>
                                        </p:tgtEl>
                                        <p:attrNameLst>
                                          <p:attrName>ppt_w</p:attrName>
                                        </p:attrNameLst>
                                      </p:cBhvr>
                                      <p:tavLst>
                                        <p:tav tm="0">
                                          <p:val>
                                            <p:fltVal val="0"/>
                                          </p:val>
                                        </p:tav>
                                        <p:tav tm="100000">
                                          <p:val>
                                            <p:strVal val="#ppt_w"/>
                                          </p:val>
                                        </p:tav>
                                      </p:tavLst>
                                    </p:anim>
                                    <p:anim calcmode="lin" valueType="num">
                                      <p:cBhvr>
                                        <p:cTn id="84" dur="500" fill="hold"/>
                                        <p:tgtEl>
                                          <p:spTgt spid="22613"/>
                                        </p:tgtEl>
                                        <p:attrNameLst>
                                          <p:attrName>ppt_h</p:attrName>
                                        </p:attrNameLst>
                                      </p:cBhvr>
                                      <p:tavLst>
                                        <p:tav tm="0">
                                          <p:val>
                                            <p:strVal val="#ppt_h"/>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17" presetClass="entr" presetSubtype="1" fill="hold" grpId="0" nodeType="clickEffect">
                                  <p:stCondLst>
                                    <p:cond delay="0"/>
                                  </p:stCondLst>
                                  <p:childTnLst>
                                    <p:set>
                                      <p:cBhvr>
                                        <p:cTn id="88" dur="1" fill="hold">
                                          <p:stCondLst>
                                            <p:cond delay="0"/>
                                          </p:stCondLst>
                                        </p:cTn>
                                        <p:tgtEl>
                                          <p:spTgt spid="22538"/>
                                        </p:tgtEl>
                                        <p:attrNameLst>
                                          <p:attrName>style.visibility</p:attrName>
                                        </p:attrNameLst>
                                      </p:cBhvr>
                                      <p:to>
                                        <p:strVal val="visible"/>
                                      </p:to>
                                    </p:set>
                                    <p:anim calcmode="lin" valueType="num">
                                      <p:cBhvr>
                                        <p:cTn id="89" dur="500" fill="hold"/>
                                        <p:tgtEl>
                                          <p:spTgt spid="22538"/>
                                        </p:tgtEl>
                                        <p:attrNameLst>
                                          <p:attrName>ppt_x</p:attrName>
                                        </p:attrNameLst>
                                      </p:cBhvr>
                                      <p:tavLst>
                                        <p:tav tm="0">
                                          <p:val>
                                            <p:strVal val="#ppt_x"/>
                                          </p:val>
                                        </p:tav>
                                        <p:tav tm="100000">
                                          <p:val>
                                            <p:strVal val="#ppt_x"/>
                                          </p:val>
                                        </p:tav>
                                      </p:tavLst>
                                    </p:anim>
                                    <p:anim calcmode="lin" valueType="num">
                                      <p:cBhvr>
                                        <p:cTn id="90" dur="500" fill="hold"/>
                                        <p:tgtEl>
                                          <p:spTgt spid="22538"/>
                                        </p:tgtEl>
                                        <p:attrNameLst>
                                          <p:attrName>ppt_y</p:attrName>
                                        </p:attrNameLst>
                                      </p:cBhvr>
                                      <p:tavLst>
                                        <p:tav tm="0">
                                          <p:val>
                                            <p:strVal val="#ppt_y-#ppt_h/2"/>
                                          </p:val>
                                        </p:tav>
                                        <p:tav tm="100000">
                                          <p:val>
                                            <p:strVal val="#ppt_y"/>
                                          </p:val>
                                        </p:tav>
                                      </p:tavLst>
                                    </p:anim>
                                    <p:anim calcmode="lin" valueType="num">
                                      <p:cBhvr>
                                        <p:cTn id="91" dur="500" fill="hold"/>
                                        <p:tgtEl>
                                          <p:spTgt spid="22538"/>
                                        </p:tgtEl>
                                        <p:attrNameLst>
                                          <p:attrName>ppt_w</p:attrName>
                                        </p:attrNameLst>
                                      </p:cBhvr>
                                      <p:tavLst>
                                        <p:tav tm="0">
                                          <p:val>
                                            <p:strVal val="#ppt_w"/>
                                          </p:val>
                                        </p:tav>
                                        <p:tav tm="100000">
                                          <p:val>
                                            <p:strVal val="#ppt_w"/>
                                          </p:val>
                                        </p:tav>
                                      </p:tavLst>
                                    </p:anim>
                                    <p:anim calcmode="lin" valueType="num">
                                      <p:cBhvr>
                                        <p:cTn id="92" dur="500" fill="hold"/>
                                        <p:tgtEl>
                                          <p:spTgt spid="22538"/>
                                        </p:tgtEl>
                                        <p:attrNameLst>
                                          <p:attrName>ppt_h</p:attrName>
                                        </p:attrNameLst>
                                      </p:cBhvr>
                                      <p:tavLst>
                                        <p:tav tm="0">
                                          <p:val>
                                            <p:fltVal val="0"/>
                                          </p:val>
                                        </p:tav>
                                        <p:tav tm="100000">
                                          <p:val>
                                            <p:strVal val="#ppt_h"/>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17" presetClass="entr" presetSubtype="2" fill="hold" grpId="0" nodeType="clickEffect">
                                  <p:stCondLst>
                                    <p:cond delay="0"/>
                                  </p:stCondLst>
                                  <p:childTnLst>
                                    <p:set>
                                      <p:cBhvr>
                                        <p:cTn id="96" dur="1" fill="hold">
                                          <p:stCondLst>
                                            <p:cond delay="0"/>
                                          </p:stCondLst>
                                        </p:cTn>
                                        <p:tgtEl>
                                          <p:spTgt spid="22539"/>
                                        </p:tgtEl>
                                        <p:attrNameLst>
                                          <p:attrName>style.visibility</p:attrName>
                                        </p:attrNameLst>
                                      </p:cBhvr>
                                      <p:to>
                                        <p:strVal val="visible"/>
                                      </p:to>
                                    </p:set>
                                    <p:anim calcmode="lin" valueType="num">
                                      <p:cBhvr>
                                        <p:cTn id="97" dur="500" fill="hold"/>
                                        <p:tgtEl>
                                          <p:spTgt spid="22539"/>
                                        </p:tgtEl>
                                        <p:attrNameLst>
                                          <p:attrName>ppt_x</p:attrName>
                                        </p:attrNameLst>
                                      </p:cBhvr>
                                      <p:tavLst>
                                        <p:tav tm="0">
                                          <p:val>
                                            <p:strVal val="#ppt_x+#ppt_w/2"/>
                                          </p:val>
                                        </p:tav>
                                        <p:tav tm="100000">
                                          <p:val>
                                            <p:strVal val="#ppt_x"/>
                                          </p:val>
                                        </p:tav>
                                      </p:tavLst>
                                    </p:anim>
                                    <p:anim calcmode="lin" valueType="num">
                                      <p:cBhvr>
                                        <p:cTn id="98" dur="500" fill="hold"/>
                                        <p:tgtEl>
                                          <p:spTgt spid="22539"/>
                                        </p:tgtEl>
                                        <p:attrNameLst>
                                          <p:attrName>ppt_y</p:attrName>
                                        </p:attrNameLst>
                                      </p:cBhvr>
                                      <p:tavLst>
                                        <p:tav tm="0">
                                          <p:val>
                                            <p:strVal val="#ppt_y"/>
                                          </p:val>
                                        </p:tav>
                                        <p:tav tm="100000">
                                          <p:val>
                                            <p:strVal val="#ppt_y"/>
                                          </p:val>
                                        </p:tav>
                                      </p:tavLst>
                                    </p:anim>
                                    <p:anim calcmode="lin" valueType="num">
                                      <p:cBhvr>
                                        <p:cTn id="99" dur="500" fill="hold"/>
                                        <p:tgtEl>
                                          <p:spTgt spid="22539"/>
                                        </p:tgtEl>
                                        <p:attrNameLst>
                                          <p:attrName>ppt_w</p:attrName>
                                        </p:attrNameLst>
                                      </p:cBhvr>
                                      <p:tavLst>
                                        <p:tav tm="0">
                                          <p:val>
                                            <p:fltVal val="0"/>
                                          </p:val>
                                        </p:tav>
                                        <p:tav tm="100000">
                                          <p:val>
                                            <p:strVal val="#ppt_w"/>
                                          </p:val>
                                        </p:tav>
                                      </p:tavLst>
                                    </p:anim>
                                    <p:anim calcmode="lin" valueType="num">
                                      <p:cBhvr>
                                        <p:cTn id="100" dur="500" fill="hold"/>
                                        <p:tgtEl>
                                          <p:spTgt spid="22539"/>
                                        </p:tgtEl>
                                        <p:attrNameLst>
                                          <p:attrName>ppt_h</p:attrName>
                                        </p:attrNameLst>
                                      </p:cBhvr>
                                      <p:tavLst>
                                        <p:tav tm="0">
                                          <p:val>
                                            <p:strVal val="#ppt_h"/>
                                          </p:val>
                                        </p:tav>
                                        <p:tav tm="100000">
                                          <p:val>
                                            <p:strVal val="#ppt_h"/>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7" presetClass="entr" presetSubtype="4" fill="hold" grpId="0" nodeType="clickEffect">
                                  <p:stCondLst>
                                    <p:cond delay="0"/>
                                  </p:stCondLst>
                                  <p:childTnLst>
                                    <p:set>
                                      <p:cBhvr>
                                        <p:cTn id="104" dur="1" fill="hold">
                                          <p:stCondLst>
                                            <p:cond delay="0"/>
                                          </p:stCondLst>
                                        </p:cTn>
                                        <p:tgtEl>
                                          <p:spTgt spid="22541"/>
                                        </p:tgtEl>
                                        <p:attrNameLst>
                                          <p:attrName>style.visibility</p:attrName>
                                        </p:attrNameLst>
                                      </p:cBhvr>
                                      <p:to>
                                        <p:strVal val="visible"/>
                                      </p:to>
                                    </p:set>
                                    <p:anim calcmode="lin" valueType="num">
                                      <p:cBhvr>
                                        <p:cTn id="105" dur="500" fill="hold"/>
                                        <p:tgtEl>
                                          <p:spTgt spid="22541"/>
                                        </p:tgtEl>
                                        <p:attrNameLst>
                                          <p:attrName>ppt_x</p:attrName>
                                        </p:attrNameLst>
                                      </p:cBhvr>
                                      <p:tavLst>
                                        <p:tav tm="0">
                                          <p:val>
                                            <p:strVal val="#ppt_x"/>
                                          </p:val>
                                        </p:tav>
                                        <p:tav tm="100000">
                                          <p:val>
                                            <p:strVal val="#ppt_x"/>
                                          </p:val>
                                        </p:tav>
                                      </p:tavLst>
                                    </p:anim>
                                    <p:anim calcmode="lin" valueType="num">
                                      <p:cBhvr>
                                        <p:cTn id="106" dur="500" fill="hold"/>
                                        <p:tgtEl>
                                          <p:spTgt spid="22541"/>
                                        </p:tgtEl>
                                        <p:attrNameLst>
                                          <p:attrName>ppt_y</p:attrName>
                                        </p:attrNameLst>
                                      </p:cBhvr>
                                      <p:tavLst>
                                        <p:tav tm="0">
                                          <p:val>
                                            <p:strVal val="#ppt_y+#ppt_h/2"/>
                                          </p:val>
                                        </p:tav>
                                        <p:tav tm="100000">
                                          <p:val>
                                            <p:strVal val="#ppt_y"/>
                                          </p:val>
                                        </p:tav>
                                      </p:tavLst>
                                    </p:anim>
                                    <p:anim calcmode="lin" valueType="num">
                                      <p:cBhvr>
                                        <p:cTn id="107" dur="500" fill="hold"/>
                                        <p:tgtEl>
                                          <p:spTgt spid="22541"/>
                                        </p:tgtEl>
                                        <p:attrNameLst>
                                          <p:attrName>ppt_w</p:attrName>
                                        </p:attrNameLst>
                                      </p:cBhvr>
                                      <p:tavLst>
                                        <p:tav tm="0">
                                          <p:val>
                                            <p:strVal val="#ppt_w"/>
                                          </p:val>
                                        </p:tav>
                                        <p:tav tm="100000">
                                          <p:val>
                                            <p:strVal val="#ppt_w"/>
                                          </p:val>
                                        </p:tav>
                                      </p:tavLst>
                                    </p:anim>
                                    <p:anim calcmode="lin" valueType="num">
                                      <p:cBhvr>
                                        <p:cTn id="108" dur="500" fill="hold"/>
                                        <p:tgtEl>
                                          <p:spTgt spid="22541"/>
                                        </p:tgtEl>
                                        <p:attrNameLst>
                                          <p:attrName>ppt_h</p:attrName>
                                        </p:attrNameLst>
                                      </p:cBhvr>
                                      <p:tavLst>
                                        <p:tav tm="0">
                                          <p:val>
                                            <p:fltVal val="0"/>
                                          </p:val>
                                        </p:tav>
                                        <p:tav tm="100000">
                                          <p:val>
                                            <p:strVal val="#ppt_h"/>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8" presetClass="entr" presetSubtype="3" fill="hold" grpId="0" nodeType="clickEffect">
                                  <p:stCondLst>
                                    <p:cond delay="0"/>
                                  </p:stCondLst>
                                  <p:childTnLst>
                                    <p:set>
                                      <p:cBhvr>
                                        <p:cTn id="112" dur="1" fill="hold">
                                          <p:stCondLst>
                                            <p:cond delay="0"/>
                                          </p:stCondLst>
                                        </p:cTn>
                                        <p:tgtEl>
                                          <p:spTgt spid="22542"/>
                                        </p:tgtEl>
                                        <p:attrNameLst>
                                          <p:attrName>style.visibility</p:attrName>
                                        </p:attrNameLst>
                                      </p:cBhvr>
                                      <p:to>
                                        <p:strVal val="visible"/>
                                      </p:to>
                                    </p:set>
                                    <p:animEffect transition="in" filter="strips(upRight)">
                                      <p:cBhvr>
                                        <p:cTn id="113" dur="500"/>
                                        <p:tgtEl>
                                          <p:spTgt spid="22542"/>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 presetClass="entr" presetSubtype="8" fill="hold" nodeType="clickEffect">
                                  <p:stCondLst>
                                    <p:cond delay="0"/>
                                  </p:stCondLst>
                                  <p:childTnLst>
                                    <p:set>
                                      <p:cBhvr>
                                        <p:cTn id="117" dur="1" fill="hold">
                                          <p:stCondLst>
                                            <p:cond delay="0"/>
                                          </p:stCondLst>
                                        </p:cTn>
                                        <p:tgtEl>
                                          <p:spTgt spid="22614"/>
                                        </p:tgtEl>
                                        <p:attrNameLst>
                                          <p:attrName>style.visibility</p:attrName>
                                        </p:attrNameLst>
                                      </p:cBhvr>
                                      <p:to>
                                        <p:strVal val="visible"/>
                                      </p:to>
                                    </p:set>
                                    <p:anim calcmode="lin" valueType="num">
                                      <p:cBhvr additive="base">
                                        <p:cTn id="118" dur="500" fill="hold"/>
                                        <p:tgtEl>
                                          <p:spTgt spid="22614"/>
                                        </p:tgtEl>
                                        <p:attrNameLst>
                                          <p:attrName>ppt_x</p:attrName>
                                        </p:attrNameLst>
                                      </p:cBhvr>
                                      <p:tavLst>
                                        <p:tav tm="0">
                                          <p:val>
                                            <p:strVal val="0-#ppt_w/2"/>
                                          </p:val>
                                        </p:tav>
                                        <p:tav tm="100000">
                                          <p:val>
                                            <p:strVal val="#ppt_x"/>
                                          </p:val>
                                        </p:tav>
                                      </p:tavLst>
                                    </p:anim>
                                    <p:anim calcmode="lin" valueType="num">
                                      <p:cBhvr additive="base">
                                        <p:cTn id="119" dur="500" fill="hold"/>
                                        <p:tgtEl>
                                          <p:spTgt spid="22614"/>
                                        </p:tgtEl>
                                        <p:attrNameLst>
                                          <p:attrName>ppt_y</p:attrName>
                                        </p:attrNameLst>
                                      </p:cBhvr>
                                      <p:tavLst>
                                        <p:tav tm="0">
                                          <p:val>
                                            <p:strVal val="#ppt_y"/>
                                          </p:val>
                                        </p:tav>
                                        <p:tav tm="100000">
                                          <p:val>
                                            <p:strVal val="#ppt_y"/>
                                          </p:val>
                                        </p:tav>
                                      </p:tavLst>
                                    </p:anim>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7" presetClass="entr" presetSubtype="10" fill="hold" nodeType="clickEffect">
                                  <p:stCondLst>
                                    <p:cond delay="0"/>
                                  </p:stCondLst>
                                  <p:childTnLst>
                                    <p:set>
                                      <p:cBhvr>
                                        <p:cTn id="123" dur="1" fill="hold">
                                          <p:stCondLst>
                                            <p:cond delay="0"/>
                                          </p:stCondLst>
                                        </p:cTn>
                                        <p:tgtEl>
                                          <p:spTgt spid="22652"/>
                                        </p:tgtEl>
                                        <p:attrNameLst>
                                          <p:attrName>style.visibility</p:attrName>
                                        </p:attrNameLst>
                                      </p:cBhvr>
                                      <p:to>
                                        <p:strVal val="visible"/>
                                      </p:to>
                                    </p:set>
                                    <p:anim calcmode="lin" valueType="num">
                                      <p:cBhvr>
                                        <p:cTn id="124" dur="500" fill="hold"/>
                                        <p:tgtEl>
                                          <p:spTgt spid="22652"/>
                                        </p:tgtEl>
                                        <p:attrNameLst>
                                          <p:attrName>ppt_w</p:attrName>
                                        </p:attrNameLst>
                                      </p:cBhvr>
                                      <p:tavLst>
                                        <p:tav tm="0">
                                          <p:val>
                                            <p:fltVal val="0"/>
                                          </p:val>
                                        </p:tav>
                                        <p:tav tm="100000">
                                          <p:val>
                                            <p:strVal val="#ppt_w"/>
                                          </p:val>
                                        </p:tav>
                                      </p:tavLst>
                                    </p:anim>
                                    <p:anim calcmode="lin" valueType="num">
                                      <p:cBhvr>
                                        <p:cTn id="125" dur="500" fill="hold"/>
                                        <p:tgtEl>
                                          <p:spTgt spid="22652"/>
                                        </p:tgtEl>
                                        <p:attrNameLst>
                                          <p:attrName>ppt_h</p:attrName>
                                        </p:attrNameLst>
                                      </p:cBhvr>
                                      <p:tavLst>
                                        <p:tav tm="0">
                                          <p:val>
                                            <p:strVal val="#ppt_h"/>
                                          </p:val>
                                        </p:tav>
                                        <p:tav tm="100000">
                                          <p:val>
                                            <p:strVal val="#ppt_h"/>
                                          </p:val>
                                        </p:tav>
                                      </p:tavLst>
                                    </p:anim>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8" presetClass="entr" presetSubtype="9" fill="hold" grpId="0" nodeType="clickEffect">
                                  <p:stCondLst>
                                    <p:cond delay="0"/>
                                  </p:stCondLst>
                                  <p:childTnLst>
                                    <p:set>
                                      <p:cBhvr>
                                        <p:cTn id="129" dur="1" fill="hold">
                                          <p:stCondLst>
                                            <p:cond delay="0"/>
                                          </p:stCondLst>
                                        </p:cTn>
                                        <p:tgtEl>
                                          <p:spTgt spid="22635"/>
                                        </p:tgtEl>
                                        <p:attrNameLst>
                                          <p:attrName>style.visibility</p:attrName>
                                        </p:attrNameLst>
                                      </p:cBhvr>
                                      <p:to>
                                        <p:strVal val="visible"/>
                                      </p:to>
                                    </p:set>
                                    <p:animEffect transition="in" filter="strips(upLeft)">
                                      <p:cBhvr>
                                        <p:cTn id="130" dur="500"/>
                                        <p:tgtEl>
                                          <p:spTgt spid="22635"/>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10" fill="hold" grpId="0" nodeType="clickEffect">
                                  <p:stCondLst>
                                    <p:cond delay="0"/>
                                  </p:stCondLst>
                                  <p:childTnLst>
                                    <p:set>
                                      <p:cBhvr>
                                        <p:cTn id="134" dur="1" fill="hold">
                                          <p:stCondLst>
                                            <p:cond delay="0"/>
                                          </p:stCondLst>
                                        </p:cTn>
                                        <p:tgtEl>
                                          <p:spTgt spid="22636"/>
                                        </p:tgtEl>
                                        <p:attrNameLst>
                                          <p:attrName>style.visibility</p:attrName>
                                        </p:attrNameLst>
                                      </p:cBhvr>
                                      <p:to>
                                        <p:strVal val="visible"/>
                                      </p:to>
                                    </p:set>
                                    <p:anim calcmode="lin" valueType="num">
                                      <p:cBhvr>
                                        <p:cTn id="135" dur="500" fill="hold"/>
                                        <p:tgtEl>
                                          <p:spTgt spid="22636"/>
                                        </p:tgtEl>
                                        <p:attrNameLst>
                                          <p:attrName>ppt_w</p:attrName>
                                        </p:attrNameLst>
                                      </p:cBhvr>
                                      <p:tavLst>
                                        <p:tav tm="0">
                                          <p:val>
                                            <p:fltVal val="0"/>
                                          </p:val>
                                        </p:tav>
                                        <p:tav tm="100000">
                                          <p:val>
                                            <p:strVal val="#ppt_w"/>
                                          </p:val>
                                        </p:tav>
                                      </p:tavLst>
                                    </p:anim>
                                    <p:anim calcmode="lin" valueType="num">
                                      <p:cBhvr>
                                        <p:cTn id="136" dur="500" fill="hold"/>
                                        <p:tgtEl>
                                          <p:spTgt spid="22636"/>
                                        </p:tgtEl>
                                        <p:attrNameLst>
                                          <p:attrName>ppt_h</p:attrName>
                                        </p:attrNameLst>
                                      </p:cBhvr>
                                      <p:tavLst>
                                        <p:tav tm="0">
                                          <p:val>
                                            <p:strVal val="#ppt_h"/>
                                          </p:val>
                                        </p:tav>
                                        <p:tav tm="100000">
                                          <p:val>
                                            <p:strVal val="#ppt_h"/>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 presetClass="entr" presetSubtype="1" fill="hold" grpId="0" nodeType="clickEffect">
                                  <p:stCondLst>
                                    <p:cond delay="0"/>
                                  </p:stCondLst>
                                  <p:childTnLst>
                                    <p:set>
                                      <p:cBhvr>
                                        <p:cTn id="140" dur="1" fill="hold">
                                          <p:stCondLst>
                                            <p:cond delay="0"/>
                                          </p:stCondLst>
                                        </p:cTn>
                                        <p:tgtEl>
                                          <p:spTgt spid="22637"/>
                                        </p:tgtEl>
                                        <p:attrNameLst>
                                          <p:attrName>style.visibility</p:attrName>
                                        </p:attrNameLst>
                                      </p:cBhvr>
                                      <p:to>
                                        <p:strVal val="visible"/>
                                      </p:to>
                                    </p:set>
                                    <p:anim calcmode="lin" valueType="num">
                                      <p:cBhvr additive="base">
                                        <p:cTn id="141" dur="500" fill="hold"/>
                                        <p:tgtEl>
                                          <p:spTgt spid="22637"/>
                                        </p:tgtEl>
                                        <p:attrNameLst>
                                          <p:attrName>ppt_x</p:attrName>
                                        </p:attrNameLst>
                                      </p:cBhvr>
                                      <p:tavLst>
                                        <p:tav tm="0">
                                          <p:val>
                                            <p:strVal val="#ppt_x"/>
                                          </p:val>
                                        </p:tav>
                                        <p:tav tm="100000">
                                          <p:val>
                                            <p:strVal val="#ppt_x"/>
                                          </p:val>
                                        </p:tav>
                                      </p:tavLst>
                                    </p:anim>
                                    <p:anim calcmode="lin" valueType="num">
                                      <p:cBhvr additive="base">
                                        <p:cTn id="142" dur="500" fill="hold"/>
                                        <p:tgtEl>
                                          <p:spTgt spid="22637"/>
                                        </p:tgtEl>
                                        <p:attrNameLst>
                                          <p:attrName>ppt_y</p:attrName>
                                        </p:attrNameLst>
                                      </p:cBhvr>
                                      <p:tavLst>
                                        <p:tav tm="0">
                                          <p:val>
                                            <p:strVal val="0-#ppt_h/2"/>
                                          </p:val>
                                        </p:tav>
                                        <p:tav tm="100000">
                                          <p:val>
                                            <p:strVal val="#ppt_y"/>
                                          </p:val>
                                        </p:tav>
                                      </p:tavLst>
                                    </p:anim>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 presetClass="entr" presetSubtype="8" fill="hold" grpId="0" nodeType="clickEffect">
                                  <p:stCondLst>
                                    <p:cond delay="0"/>
                                  </p:stCondLst>
                                  <p:childTnLst>
                                    <p:set>
                                      <p:cBhvr>
                                        <p:cTn id="146" dur="1" fill="hold">
                                          <p:stCondLst>
                                            <p:cond delay="0"/>
                                          </p:stCondLst>
                                        </p:cTn>
                                        <p:tgtEl>
                                          <p:spTgt spid="22638"/>
                                        </p:tgtEl>
                                        <p:attrNameLst>
                                          <p:attrName>style.visibility</p:attrName>
                                        </p:attrNameLst>
                                      </p:cBhvr>
                                      <p:to>
                                        <p:strVal val="visible"/>
                                      </p:to>
                                    </p:set>
                                    <p:anim calcmode="lin" valueType="num">
                                      <p:cBhvr additive="base">
                                        <p:cTn id="147" dur="500" fill="hold"/>
                                        <p:tgtEl>
                                          <p:spTgt spid="22638"/>
                                        </p:tgtEl>
                                        <p:attrNameLst>
                                          <p:attrName>ppt_x</p:attrName>
                                        </p:attrNameLst>
                                      </p:cBhvr>
                                      <p:tavLst>
                                        <p:tav tm="0">
                                          <p:val>
                                            <p:strVal val="0-#ppt_w/2"/>
                                          </p:val>
                                        </p:tav>
                                        <p:tav tm="100000">
                                          <p:val>
                                            <p:strVal val="#ppt_x"/>
                                          </p:val>
                                        </p:tav>
                                      </p:tavLst>
                                    </p:anim>
                                    <p:anim calcmode="lin" valueType="num">
                                      <p:cBhvr additive="base">
                                        <p:cTn id="148" dur="500" fill="hold"/>
                                        <p:tgtEl>
                                          <p:spTgt spid="22638"/>
                                        </p:tgtEl>
                                        <p:attrNameLst>
                                          <p:attrName>ppt_y</p:attrName>
                                        </p:attrNameLst>
                                      </p:cBhvr>
                                      <p:tavLst>
                                        <p:tav tm="0">
                                          <p:val>
                                            <p:strVal val="#ppt_y"/>
                                          </p:val>
                                        </p:tav>
                                        <p:tav tm="100000">
                                          <p:val>
                                            <p:strVal val="#ppt_y"/>
                                          </p:val>
                                        </p:tav>
                                      </p:tavLst>
                                    </p:anim>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8" presetClass="entr" presetSubtype="6" fill="hold" nodeType="clickEffect">
                                  <p:stCondLst>
                                    <p:cond delay="0"/>
                                  </p:stCondLst>
                                  <p:childTnLst>
                                    <p:set>
                                      <p:cBhvr>
                                        <p:cTn id="152" dur="1" fill="hold">
                                          <p:stCondLst>
                                            <p:cond delay="0"/>
                                          </p:stCondLst>
                                        </p:cTn>
                                        <p:tgtEl>
                                          <p:spTgt spid="22543"/>
                                        </p:tgtEl>
                                        <p:attrNameLst>
                                          <p:attrName>style.visibility</p:attrName>
                                        </p:attrNameLst>
                                      </p:cBhvr>
                                      <p:to>
                                        <p:strVal val="visible"/>
                                      </p:to>
                                    </p:set>
                                    <p:animEffect transition="in" filter="strips(downRight)">
                                      <p:cBhvr>
                                        <p:cTn id="153" dur="500"/>
                                        <p:tgtEl>
                                          <p:spTgt spid="22543"/>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 presetClass="entr" presetSubtype="8" fill="hold" nodeType="clickEffect">
                                  <p:stCondLst>
                                    <p:cond delay="0"/>
                                  </p:stCondLst>
                                  <p:childTnLst>
                                    <p:set>
                                      <p:cBhvr>
                                        <p:cTn id="157" dur="1" fill="hold">
                                          <p:stCondLst>
                                            <p:cond delay="0"/>
                                          </p:stCondLst>
                                        </p:cTn>
                                        <p:tgtEl>
                                          <p:spTgt spid="22619"/>
                                        </p:tgtEl>
                                        <p:attrNameLst>
                                          <p:attrName>style.visibility</p:attrName>
                                        </p:attrNameLst>
                                      </p:cBhvr>
                                      <p:to>
                                        <p:strVal val="visible"/>
                                      </p:to>
                                    </p:set>
                                    <p:anim calcmode="lin" valueType="num">
                                      <p:cBhvr additive="base">
                                        <p:cTn id="158" dur="500" fill="hold"/>
                                        <p:tgtEl>
                                          <p:spTgt spid="22619"/>
                                        </p:tgtEl>
                                        <p:attrNameLst>
                                          <p:attrName>ppt_x</p:attrName>
                                        </p:attrNameLst>
                                      </p:cBhvr>
                                      <p:tavLst>
                                        <p:tav tm="0">
                                          <p:val>
                                            <p:strVal val="0-#ppt_w/2"/>
                                          </p:val>
                                        </p:tav>
                                        <p:tav tm="100000">
                                          <p:val>
                                            <p:strVal val="#ppt_x"/>
                                          </p:val>
                                        </p:tav>
                                      </p:tavLst>
                                    </p:anim>
                                    <p:anim calcmode="lin" valueType="num">
                                      <p:cBhvr additive="base">
                                        <p:cTn id="159" dur="500" fill="hold"/>
                                        <p:tgtEl>
                                          <p:spTgt spid="22619"/>
                                        </p:tgtEl>
                                        <p:attrNameLst>
                                          <p:attrName>ppt_y</p:attrName>
                                        </p:attrNameLst>
                                      </p:cBhvr>
                                      <p:tavLst>
                                        <p:tav tm="0">
                                          <p:val>
                                            <p:strVal val="#ppt_y"/>
                                          </p:val>
                                        </p:tav>
                                        <p:tav tm="100000">
                                          <p:val>
                                            <p:strVal val="#ppt_y"/>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 presetClass="entr" presetSubtype="1" fill="hold" grpId="0" nodeType="clickEffect">
                                  <p:stCondLst>
                                    <p:cond delay="0"/>
                                  </p:stCondLst>
                                  <p:childTnLst>
                                    <p:set>
                                      <p:cBhvr>
                                        <p:cTn id="163" dur="1" fill="hold">
                                          <p:stCondLst>
                                            <p:cond delay="0"/>
                                          </p:stCondLst>
                                        </p:cTn>
                                        <p:tgtEl>
                                          <p:spTgt spid="22549"/>
                                        </p:tgtEl>
                                        <p:attrNameLst>
                                          <p:attrName>style.visibility</p:attrName>
                                        </p:attrNameLst>
                                      </p:cBhvr>
                                      <p:to>
                                        <p:strVal val="visible"/>
                                      </p:to>
                                    </p:set>
                                    <p:anim calcmode="lin" valueType="num">
                                      <p:cBhvr additive="base">
                                        <p:cTn id="164" dur="500" fill="hold"/>
                                        <p:tgtEl>
                                          <p:spTgt spid="22549"/>
                                        </p:tgtEl>
                                        <p:attrNameLst>
                                          <p:attrName>ppt_x</p:attrName>
                                        </p:attrNameLst>
                                      </p:cBhvr>
                                      <p:tavLst>
                                        <p:tav tm="0">
                                          <p:val>
                                            <p:strVal val="#ppt_x"/>
                                          </p:val>
                                        </p:tav>
                                        <p:tav tm="100000">
                                          <p:val>
                                            <p:strVal val="#ppt_x"/>
                                          </p:val>
                                        </p:tav>
                                      </p:tavLst>
                                    </p:anim>
                                    <p:anim calcmode="lin" valueType="num">
                                      <p:cBhvr additive="base">
                                        <p:cTn id="165" dur="500" fill="hold"/>
                                        <p:tgtEl>
                                          <p:spTgt spid="22549"/>
                                        </p:tgtEl>
                                        <p:attrNameLst>
                                          <p:attrName>ppt_y</p:attrName>
                                        </p:attrNameLst>
                                      </p:cBhvr>
                                      <p:tavLst>
                                        <p:tav tm="0">
                                          <p:val>
                                            <p:strVal val="0-#ppt_h/2"/>
                                          </p:val>
                                        </p:tav>
                                        <p:tav tm="100000">
                                          <p:val>
                                            <p:strVal val="#ppt_y"/>
                                          </p:val>
                                        </p:tav>
                                      </p:tavLst>
                                    </p:anim>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 presetClass="entr" presetSubtype="1" fill="hold" grpId="0" nodeType="clickEffect">
                                  <p:stCondLst>
                                    <p:cond delay="0"/>
                                  </p:stCondLst>
                                  <p:childTnLst>
                                    <p:set>
                                      <p:cBhvr>
                                        <p:cTn id="169" dur="1" fill="hold">
                                          <p:stCondLst>
                                            <p:cond delay="0"/>
                                          </p:stCondLst>
                                        </p:cTn>
                                        <p:tgtEl>
                                          <p:spTgt spid="22550"/>
                                        </p:tgtEl>
                                        <p:attrNameLst>
                                          <p:attrName>style.visibility</p:attrName>
                                        </p:attrNameLst>
                                      </p:cBhvr>
                                      <p:to>
                                        <p:strVal val="visible"/>
                                      </p:to>
                                    </p:set>
                                    <p:anim calcmode="lin" valueType="num">
                                      <p:cBhvr additive="base">
                                        <p:cTn id="170" dur="500" fill="hold"/>
                                        <p:tgtEl>
                                          <p:spTgt spid="22550"/>
                                        </p:tgtEl>
                                        <p:attrNameLst>
                                          <p:attrName>ppt_x</p:attrName>
                                        </p:attrNameLst>
                                      </p:cBhvr>
                                      <p:tavLst>
                                        <p:tav tm="0">
                                          <p:val>
                                            <p:strVal val="#ppt_x"/>
                                          </p:val>
                                        </p:tav>
                                        <p:tav tm="100000">
                                          <p:val>
                                            <p:strVal val="#ppt_x"/>
                                          </p:val>
                                        </p:tav>
                                      </p:tavLst>
                                    </p:anim>
                                    <p:anim calcmode="lin" valueType="num">
                                      <p:cBhvr additive="base">
                                        <p:cTn id="171" dur="500" fill="hold"/>
                                        <p:tgtEl>
                                          <p:spTgt spid="22550"/>
                                        </p:tgtEl>
                                        <p:attrNameLst>
                                          <p:attrName>ppt_y</p:attrName>
                                        </p:attrNameLst>
                                      </p:cBhvr>
                                      <p:tavLst>
                                        <p:tav tm="0">
                                          <p:val>
                                            <p:strVal val="0-#ppt_h/2"/>
                                          </p:val>
                                        </p:tav>
                                        <p:tav tm="100000">
                                          <p:val>
                                            <p:strVal val="#ppt_y"/>
                                          </p:val>
                                        </p:tav>
                                      </p:tavLst>
                                    </p:anim>
                                  </p:childTnLst>
                                </p:cTn>
                              </p:par>
                            </p:childTnLst>
                          </p:cTn>
                        </p:par>
                      </p:childTnLst>
                    </p:cTn>
                  </p:par>
                  <p:par>
                    <p:cTn id="172" fill="hold" nodeType="clickPar">
                      <p:stCondLst>
                        <p:cond delay="indefinite"/>
                      </p:stCondLst>
                      <p:childTnLst>
                        <p:par>
                          <p:cTn id="173" fill="hold" nodeType="withGroup">
                            <p:stCondLst>
                              <p:cond delay="0"/>
                            </p:stCondLst>
                            <p:childTnLst>
                              <p:par>
                                <p:cTn id="174" presetID="2" presetClass="entr" presetSubtype="1" fill="hold" grpId="0" nodeType="clickEffect">
                                  <p:stCondLst>
                                    <p:cond delay="0"/>
                                  </p:stCondLst>
                                  <p:childTnLst>
                                    <p:set>
                                      <p:cBhvr>
                                        <p:cTn id="175" dur="1" fill="hold">
                                          <p:stCondLst>
                                            <p:cond delay="0"/>
                                          </p:stCondLst>
                                        </p:cTn>
                                        <p:tgtEl>
                                          <p:spTgt spid="22551"/>
                                        </p:tgtEl>
                                        <p:attrNameLst>
                                          <p:attrName>style.visibility</p:attrName>
                                        </p:attrNameLst>
                                      </p:cBhvr>
                                      <p:to>
                                        <p:strVal val="visible"/>
                                      </p:to>
                                    </p:set>
                                    <p:anim calcmode="lin" valueType="num">
                                      <p:cBhvr additive="base">
                                        <p:cTn id="176" dur="500" fill="hold"/>
                                        <p:tgtEl>
                                          <p:spTgt spid="22551"/>
                                        </p:tgtEl>
                                        <p:attrNameLst>
                                          <p:attrName>ppt_x</p:attrName>
                                        </p:attrNameLst>
                                      </p:cBhvr>
                                      <p:tavLst>
                                        <p:tav tm="0">
                                          <p:val>
                                            <p:strVal val="#ppt_x"/>
                                          </p:val>
                                        </p:tav>
                                        <p:tav tm="100000">
                                          <p:val>
                                            <p:strVal val="#ppt_x"/>
                                          </p:val>
                                        </p:tav>
                                      </p:tavLst>
                                    </p:anim>
                                    <p:anim calcmode="lin" valueType="num">
                                      <p:cBhvr additive="base">
                                        <p:cTn id="177" dur="500" fill="hold"/>
                                        <p:tgtEl>
                                          <p:spTgt spid="22551"/>
                                        </p:tgtEl>
                                        <p:attrNameLst>
                                          <p:attrName>ppt_y</p:attrName>
                                        </p:attrNameLst>
                                      </p:cBhvr>
                                      <p:tavLst>
                                        <p:tav tm="0">
                                          <p:val>
                                            <p:strVal val="0-#ppt_h/2"/>
                                          </p:val>
                                        </p:tav>
                                        <p:tav tm="100000">
                                          <p:val>
                                            <p:strVal val="#ppt_y"/>
                                          </p:val>
                                        </p:tav>
                                      </p:tavLst>
                                    </p:anim>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 presetClass="entr" presetSubtype="1" fill="hold" grpId="0" nodeType="clickEffect">
                                  <p:stCondLst>
                                    <p:cond delay="0"/>
                                  </p:stCondLst>
                                  <p:childTnLst>
                                    <p:set>
                                      <p:cBhvr>
                                        <p:cTn id="181" dur="1" fill="hold">
                                          <p:stCondLst>
                                            <p:cond delay="0"/>
                                          </p:stCondLst>
                                        </p:cTn>
                                        <p:tgtEl>
                                          <p:spTgt spid="22552"/>
                                        </p:tgtEl>
                                        <p:attrNameLst>
                                          <p:attrName>style.visibility</p:attrName>
                                        </p:attrNameLst>
                                      </p:cBhvr>
                                      <p:to>
                                        <p:strVal val="visible"/>
                                      </p:to>
                                    </p:set>
                                    <p:anim calcmode="lin" valueType="num">
                                      <p:cBhvr additive="base">
                                        <p:cTn id="182" dur="500" fill="hold"/>
                                        <p:tgtEl>
                                          <p:spTgt spid="22552"/>
                                        </p:tgtEl>
                                        <p:attrNameLst>
                                          <p:attrName>ppt_x</p:attrName>
                                        </p:attrNameLst>
                                      </p:cBhvr>
                                      <p:tavLst>
                                        <p:tav tm="0">
                                          <p:val>
                                            <p:strVal val="#ppt_x"/>
                                          </p:val>
                                        </p:tav>
                                        <p:tav tm="100000">
                                          <p:val>
                                            <p:strVal val="#ppt_x"/>
                                          </p:val>
                                        </p:tav>
                                      </p:tavLst>
                                    </p:anim>
                                    <p:anim calcmode="lin" valueType="num">
                                      <p:cBhvr additive="base">
                                        <p:cTn id="183" dur="500" fill="hold"/>
                                        <p:tgtEl>
                                          <p:spTgt spid="22552"/>
                                        </p:tgtEl>
                                        <p:attrNameLst>
                                          <p:attrName>ppt_y</p:attrName>
                                        </p:attrNameLst>
                                      </p:cBhvr>
                                      <p:tavLst>
                                        <p:tav tm="0">
                                          <p:val>
                                            <p:strVal val="0-#ppt_h/2"/>
                                          </p:val>
                                        </p:tav>
                                        <p:tav tm="100000">
                                          <p:val>
                                            <p:strVal val="#ppt_y"/>
                                          </p:val>
                                        </p:tav>
                                      </p:tavLst>
                                    </p:anim>
                                  </p:childTnLst>
                                </p:cTn>
                              </p:par>
                            </p:childTnLst>
                          </p:cTn>
                        </p:par>
                      </p:childTnLst>
                    </p:cTn>
                  </p:par>
                  <p:par>
                    <p:cTn id="184" fill="hold" nodeType="clickPar">
                      <p:stCondLst>
                        <p:cond delay="indefinite"/>
                      </p:stCondLst>
                      <p:childTnLst>
                        <p:par>
                          <p:cTn id="185" fill="hold" nodeType="withGroup">
                            <p:stCondLst>
                              <p:cond delay="0"/>
                            </p:stCondLst>
                            <p:childTnLst>
                              <p:par>
                                <p:cTn id="186" presetID="2" presetClass="entr" presetSubtype="1" fill="hold" grpId="0" nodeType="clickEffect">
                                  <p:stCondLst>
                                    <p:cond delay="0"/>
                                  </p:stCondLst>
                                  <p:childTnLst>
                                    <p:set>
                                      <p:cBhvr>
                                        <p:cTn id="187" dur="1" fill="hold">
                                          <p:stCondLst>
                                            <p:cond delay="0"/>
                                          </p:stCondLst>
                                        </p:cTn>
                                        <p:tgtEl>
                                          <p:spTgt spid="22553"/>
                                        </p:tgtEl>
                                        <p:attrNameLst>
                                          <p:attrName>style.visibility</p:attrName>
                                        </p:attrNameLst>
                                      </p:cBhvr>
                                      <p:to>
                                        <p:strVal val="visible"/>
                                      </p:to>
                                    </p:set>
                                    <p:anim calcmode="lin" valueType="num">
                                      <p:cBhvr additive="base">
                                        <p:cTn id="188" dur="500" fill="hold"/>
                                        <p:tgtEl>
                                          <p:spTgt spid="22553"/>
                                        </p:tgtEl>
                                        <p:attrNameLst>
                                          <p:attrName>ppt_x</p:attrName>
                                        </p:attrNameLst>
                                      </p:cBhvr>
                                      <p:tavLst>
                                        <p:tav tm="0">
                                          <p:val>
                                            <p:strVal val="#ppt_x"/>
                                          </p:val>
                                        </p:tav>
                                        <p:tav tm="100000">
                                          <p:val>
                                            <p:strVal val="#ppt_x"/>
                                          </p:val>
                                        </p:tav>
                                      </p:tavLst>
                                    </p:anim>
                                    <p:anim calcmode="lin" valueType="num">
                                      <p:cBhvr additive="base">
                                        <p:cTn id="189" dur="500" fill="hold"/>
                                        <p:tgtEl>
                                          <p:spTgt spid="22553"/>
                                        </p:tgtEl>
                                        <p:attrNameLst>
                                          <p:attrName>ppt_y</p:attrName>
                                        </p:attrNameLst>
                                      </p:cBhvr>
                                      <p:tavLst>
                                        <p:tav tm="0">
                                          <p:val>
                                            <p:strVal val="0-#ppt_h/2"/>
                                          </p:val>
                                        </p:tav>
                                        <p:tav tm="100000">
                                          <p:val>
                                            <p:strVal val="#ppt_y"/>
                                          </p:val>
                                        </p:tav>
                                      </p:tavLst>
                                    </p:anim>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 presetClass="entr" presetSubtype="1" fill="hold" grpId="0" nodeType="clickEffect">
                                  <p:stCondLst>
                                    <p:cond delay="0"/>
                                  </p:stCondLst>
                                  <p:childTnLst>
                                    <p:set>
                                      <p:cBhvr>
                                        <p:cTn id="193" dur="1" fill="hold">
                                          <p:stCondLst>
                                            <p:cond delay="0"/>
                                          </p:stCondLst>
                                        </p:cTn>
                                        <p:tgtEl>
                                          <p:spTgt spid="22554"/>
                                        </p:tgtEl>
                                        <p:attrNameLst>
                                          <p:attrName>style.visibility</p:attrName>
                                        </p:attrNameLst>
                                      </p:cBhvr>
                                      <p:to>
                                        <p:strVal val="visible"/>
                                      </p:to>
                                    </p:set>
                                    <p:anim calcmode="lin" valueType="num">
                                      <p:cBhvr additive="base">
                                        <p:cTn id="194" dur="500" fill="hold"/>
                                        <p:tgtEl>
                                          <p:spTgt spid="22554"/>
                                        </p:tgtEl>
                                        <p:attrNameLst>
                                          <p:attrName>ppt_x</p:attrName>
                                        </p:attrNameLst>
                                      </p:cBhvr>
                                      <p:tavLst>
                                        <p:tav tm="0">
                                          <p:val>
                                            <p:strVal val="#ppt_x"/>
                                          </p:val>
                                        </p:tav>
                                        <p:tav tm="100000">
                                          <p:val>
                                            <p:strVal val="#ppt_x"/>
                                          </p:val>
                                        </p:tav>
                                      </p:tavLst>
                                    </p:anim>
                                    <p:anim calcmode="lin" valueType="num">
                                      <p:cBhvr additive="base">
                                        <p:cTn id="195" dur="500" fill="hold"/>
                                        <p:tgtEl>
                                          <p:spTgt spid="22554"/>
                                        </p:tgtEl>
                                        <p:attrNameLst>
                                          <p:attrName>ppt_y</p:attrName>
                                        </p:attrNameLst>
                                      </p:cBhvr>
                                      <p:tavLst>
                                        <p:tav tm="0">
                                          <p:val>
                                            <p:strVal val="0-#ppt_h/2"/>
                                          </p:val>
                                        </p:tav>
                                        <p:tav tm="100000">
                                          <p:val>
                                            <p:strVal val="#ppt_y"/>
                                          </p:val>
                                        </p:tav>
                                      </p:tavLst>
                                    </p:anim>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 presetClass="entr" presetSubtype="8" fill="hold" grpId="0" nodeType="clickEffect">
                                  <p:stCondLst>
                                    <p:cond delay="0"/>
                                  </p:stCondLst>
                                  <p:childTnLst>
                                    <p:set>
                                      <p:cBhvr>
                                        <p:cTn id="199" dur="1" fill="hold">
                                          <p:stCondLst>
                                            <p:cond delay="0"/>
                                          </p:stCondLst>
                                        </p:cTn>
                                        <p:tgtEl>
                                          <p:spTgt spid="22555"/>
                                        </p:tgtEl>
                                        <p:attrNameLst>
                                          <p:attrName>style.visibility</p:attrName>
                                        </p:attrNameLst>
                                      </p:cBhvr>
                                      <p:to>
                                        <p:strVal val="visible"/>
                                      </p:to>
                                    </p:set>
                                    <p:anim calcmode="lin" valueType="num">
                                      <p:cBhvr additive="base">
                                        <p:cTn id="200" dur="500" fill="hold"/>
                                        <p:tgtEl>
                                          <p:spTgt spid="22555"/>
                                        </p:tgtEl>
                                        <p:attrNameLst>
                                          <p:attrName>ppt_x</p:attrName>
                                        </p:attrNameLst>
                                      </p:cBhvr>
                                      <p:tavLst>
                                        <p:tav tm="0">
                                          <p:val>
                                            <p:strVal val="0-#ppt_w/2"/>
                                          </p:val>
                                        </p:tav>
                                        <p:tav tm="100000">
                                          <p:val>
                                            <p:strVal val="#ppt_x"/>
                                          </p:val>
                                        </p:tav>
                                      </p:tavLst>
                                    </p:anim>
                                    <p:anim calcmode="lin" valueType="num">
                                      <p:cBhvr additive="base">
                                        <p:cTn id="201" dur="500" fill="hold"/>
                                        <p:tgtEl>
                                          <p:spTgt spid="22555"/>
                                        </p:tgtEl>
                                        <p:attrNameLst>
                                          <p:attrName>ppt_y</p:attrName>
                                        </p:attrNameLst>
                                      </p:cBhvr>
                                      <p:tavLst>
                                        <p:tav tm="0">
                                          <p:val>
                                            <p:strVal val="#ppt_y"/>
                                          </p:val>
                                        </p:tav>
                                        <p:tav tm="100000">
                                          <p:val>
                                            <p:strVal val="#ppt_y"/>
                                          </p:val>
                                        </p:tav>
                                      </p:tavLst>
                                    </p:anim>
                                  </p:childTnLst>
                                </p:cTn>
                              </p:par>
                            </p:childTnLst>
                          </p:cTn>
                        </p:par>
                      </p:childTnLst>
                    </p:cTn>
                  </p:par>
                  <p:par>
                    <p:cTn id="202" fill="hold" nodeType="clickPar">
                      <p:stCondLst>
                        <p:cond delay="indefinite"/>
                      </p:stCondLst>
                      <p:childTnLst>
                        <p:par>
                          <p:cTn id="203" fill="hold" nodeType="withGroup">
                            <p:stCondLst>
                              <p:cond delay="0"/>
                            </p:stCondLst>
                            <p:childTnLst>
                              <p:par>
                                <p:cTn id="204" presetID="2" presetClass="entr" presetSubtype="8" fill="hold" grpId="0" nodeType="clickEffect">
                                  <p:stCondLst>
                                    <p:cond delay="0"/>
                                  </p:stCondLst>
                                  <p:childTnLst>
                                    <p:set>
                                      <p:cBhvr>
                                        <p:cTn id="205" dur="1" fill="hold">
                                          <p:stCondLst>
                                            <p:cond delay="0"/>
                                          </p:stCondLst>
                                        </p:cTn>
                                        <p:tgtEl>
                                          <p:spTgt spid="22556"/>
                                        </p:tgtEl>
                                        <p:attrNameLst>
                                          <p:attrName>style.visibility</p:attrName>
                                        </p:attrNameLst>
                                      </p:cBhvr>
                                      <p:to>
                                        <p:strVal val="visible"/>
                                      </p:to>
                                    </p:set>
                                    <p:anim calcmode="lin" valueType="num">
                                      <p:cBhvr additive="base">
                                        <p:cTn id="206" dur="500" fill="hold"/>
                                        <p:tgtEl>
                                          <p:spTgt spid="22556"/>
                                        </p:tgtEl>
                                        <p:attrNameLst>
                                          <p:attrName>ppt_x</p:attrName>
                                        </p:attrNameLst>
                                      </p:cBhvr>
                                      <p:tavLst>
                                        <p:tav tm="0">
                                          <p:val>
                                            <p:strVal val="0-#ppt_w/2"/>
                                          </p:val>
                                        </p:tav>
                                        <p:tav tm="100000">
                                          <p:val>
                                            <p:strVal val="#ppt_x"/>
                                          </p:val>
                                        </p:tav>
                                      </p:tavLst>
                                    </p:anim>
                                    <p:anim calcmode="lin" valueType="num">
                                      <p:cBhvr additive="base">
                                        <p:cTn id="207" dur="500" fill="hold"/>
                                        <p:tgtEl>
                                          <p:spTgt spid="22556"/>
                                        </p:tgtEl>
                                        <p:attrNameLst>
                                          <p:attrName>ppt_y</p:attrName>
                                        </p:attrNameLst>
                                      </p:cBhvr>
                                      <p:tavLst>
                                        <p:tav tm="0">
                                          <p:val>
                                            <p:strVal val="#ppt_y"/>
                                          </p:val>
                                        </p:tav>
                                        <p:tav tm="100000">
                                          <p:val>
                                            <p:strVal val="#ppt_y"/>
                                          </p:val>
                                        </p:tav>
                                      </p:tavLst>
                                    </p:anim>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 presetClass="entr" presetSubtype="8" fill="hold" grpId="0" nodeType="clickEffect">
                                  <p:stCondLst>
                                    <p:cond delay="0"/>
                                  </p:stCondLst>
                                  <p:childTnLst>
                                    <p:set>
                                      <p:cBhvr>
                                        <p:cTn id="211" dur="1" fill="hold">
                                          <p:stCondLst>
                                            <p:cond delay="0"/>
                                          </p:stCondLst>
                                        </p:cTn>
                                        <p:tgtEl>
                                          <p:spTgt spid="22557"/>
                                        </p:tgtEl>
                                        <p:attrNameLst>
                                          <p:attrName>style.visibility</p:attrName>
                                        </p:attrNameLst>
                                      </p:cBhvr>
                                      <p:to>
                                        <p:strVal val="visible"/>
                                      </p:to>
                                    </p:set>
                                    <p:anim calcmode="lin" valueType="num">
                                      <p:cBhvr additive="base">
                                        <p:cTn id="212" dur="500" fill="hold"/>
                                        <p:tgtEl>
                                          <p:spTgt spid="22557"/>
                                        </p:tgtEl>
                                        <p:attrNameLst>
                                          <p:attrName>ppt_x</p:attrName>
                                        </p:attrNameLst>
                                      </p:cBhvr>
                                      <p:tavLst>
                                        <p:tav tm="0">
                                          <p:val>
                                            <p:strVal val="0-#ppt_w/2"/>
                                          </p:val>
                                        </p:tav>
                                        <p:tav tm="100000">
                                          <p:val>
                                            <p:strVal val="#ppt_x"/>
                                          </p:val>
                                        </p:tav>
                                      </p:tavLst>
                                    </p:anim>
                                    <p:anim calcmode="lin" valueType="num">
                                      <p:cBhvr additive="base">
                                        <p:cTn id="213" dur="500" fill="hold"/>
                                        <p:tgtEl>
                                          <p:spTgt spid="22557"/>
                                        </p:tgtEl>
                                        <p:attrNameLst>
                                          <p:attrName>ppt_y</p:attrName>
                                        </p:attrNameLst>
                                      </p:cBhvr>
                                      <p:tavLst>
                                        <p:tav tm="0">
                                          <p:val>
                                            <p:strVal val="#ppt_y"/>
                                          </p:val>
                                        </p:tav>
                                        <p:tav tm="100000">
                                          <p:val>
                                            <p:strVal val="#ppt_y"/>
                                          </p:val>
                                        </p:tav>
                                      </p:tavLst>
                                    </p:anim>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7" presetClass="entr" presetSubtype="10" fill="hold" nodeType="clickEffect">
                                  <p:stCondLst>
                                    <p:cond delay="0"/>
                                  </p:stCondLst>
                                  <p:childTnLst>
                                    <p:set>
                                      <p:cBhvr>
                                        <p:cTn id="217" dur="1" fill="hold">
                                          <p:stCondLst>
                                            <p:cond delay="0"/>
                                          </p:stCondLst>
                                        </p:cTn>
                                        <p:tgtEl>
                                          <p:spTgt spid="22558"/>
                                        </p:tgtEl>
                                        <p:attrNameLst>
                                          <p:attrName>style.visibility</p:attrName>
                                        </p:attrNameLst>
                                      </p:cBhvr>
                                      <p:to>
                                        <p:strVal val="visible"/>
                                      </p:to>
                                    </p:set>
                                    <p:anim calcmode="lin" valueType="num">
                                      <p:cBhvr>
                                        <p:cTn id="218" dur="500" fill="hold"/>
                                        <p:tgtEl>
                                          <p:spTgt spid="22558"/>
                                        </p:tgtEl>
                                        <p:attrNameLst>
                                          <p:attrName>ppt_w</p:attrName>
                                        </p:attrNameLst>
                                      </p:cBhvr>
                                      <p:tavLst>
                                        <p:tav tm="0">
                                          <p:val>
                                            <p:fltVal val="0"/>
                                          </p:val>
                                        </p:tav>
                                        <p:tav tm="100000">
                                          <p:val>
                                            <p:strVal val="#ppt_w"/>
                                          </p:val>
                                        </p:tav>
                                      </p:tavLst>
                                    </p:anim>
                                    <p:anim calcmode="lin" valueType="num">
                                      <p:cBhvr>
                                        <p:cTn id="219" dur="500" fill="hold"/>
                                        <p:tgtEl>
                                          <p:spTgt spid="22558"/>
                                        </p:tgtEl>
                                        <p:attrNameLst>
                                          <p:attrName>ppt_h</p:attrName>
                                        </p:attrNameLst>
                                      </p:cBhvr>
                                      <p:tavLst>
                                        <p:tav tm="0">
                                          <p:val>
                                            <p:strVal val="#ppt_h"/>
                                          </p:val>
                                        </p:tav>
                                        <p:tav tm="100000">
                                          <p:val>
                                            <p:strVal val="#ppt_h"/>
                                          </p:val>
                                        </p:tav>
                                      </p:tavLst>
                                    </p:anim>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7" presetClass="entr" presetSubtype="10" fill="hold" nodeType="clickEffect">
                                  <p:stCondLst>
                                    <p:cond delay="0"/>
                                  </p:stCondLst>
                                  <p:childTnLst>
                                    <p:set>
                                      <p:cBhvr>
                                        <p:cTn id="223" dur="1" fill="hold">
                                          <p:stCondLst>
                                            <p:cond delay="0"/>
                                          </p:stCondLst>
                                        </p:cTn>
                                        <p:tgtEl>
                                          <p:spTgt spid="22624"/>
                                        </p:tgtEl>
                                        <p:attrNameLst>
                                          <p:attrName>style.visibility</p:attrName>
                                        </p:attrNameLst>
                                      </p:cBhvr>
                                      <p:to>
                                        <p:strVal val="visible"/>
                                      </p:to>
                                    </p:set>
                                    <p:anim calcmode="lin" valueType="num">
                                      <p:cBhvr>
                                        <p:cTn id="224" dur="500" fill="hold"/>
                                        <p:tgtEl>
                                          <p:spTgt spid="22624"/>
                                        </p:tgtEl>
                                        <p:attrNameLst>
                                          <p:attrName>ppt_w</p:attrName>
                                        </p:attrNameLst>
                                      </p:cBhvr>
                                      <p:tavLst>
                                        <p:tav tm="0">
                                          <p:val>
                                            <p:fltVal val="0"/>
                                          </p:val>
                                        </p:tav>
                                        <p:tav tm="100000">
                                          <p:val>
                                            <p:strVal val="#ppt_w"/>
                                          </p:val>
                                        </p:tav>
                                      </p:tavLst>
                                    </p:anim>
                                    <p:anim calcmode="lin" valueType="num">
                                      <p:cBhvr>
                                        <p:cTn id="225" dur="500" fill="hold"/>
                                        <p:tgtEl>
                                          <p:spTgt spid="22624"/>
                                        </p:tgtEl>
                                        <p:attrNameLst>
                                          <p:attrName>ppt_h</p:attrName>
                                        </p:attrNameLst>
                                      </p:cBhvr>
                                      <p:tavLst>
                                        <p:tav tm="0">
                                          <p:val>
                                            <p:strVal val="#ppt_h"/>
                                          </p:val>
                                        </p:tav>
                                        <p:tav tm="100000">
                                          <p:val>
                                            <p:strVal val="#ppt_h"/>
                                          </p:val>
                                        </p:tav>
                                      </p:tavLst>
                                    </p:anim>
                                  </p:childTnLst>
                                </p:cTn>
                              </p:par>
                            </p:childTnLst>
                          </p:cTn>
                        </p:par>
                      </p:childTnLst>
                    </p:cTn>
                  </p:par>
                  <p:par>
                    <p:cTn id="226" fill="hold" nodeType="clickPar">
                      <p:stCondLst>
                        <p:cond delay="indefinite"/>
                      </p:stCondLst>
                      <p:childTnLst>
                        <p:par>
                          <p:cTn id="227" fill="hold" nodeType="withGroup">
                            <p:stCondLst>
                              <p:cond delay="0"/>
                            </p:stCondLst>
                            <p:childTnLst>
                              <p:par>
                                <p:cTn id="228" presetID="18" presetClass="entr" presetSubtype="3" fill="hold" nodeType="clickEffect">
                                  <p:stCondLst>
                                    <p:cond delay="0"/>
                                  </p:stCondLst>
                                  <p:childTnLst>
                                    <p:set>
                                      <p:cBhvr>
                                        <p:cTn id="229" dur="1" fill="hold">
                                          <p:stCondLst>
                                            <p:cond delay="0"/>
                                          </p:stCondLst>
                                        </p:cTn>
                                        <p:tgtEl>
                                          <p:spTgt spid="22572"/>
                                        </p:tgtEl>
                                        <p:attrNameLst>
                                          <p:attrName>style.visibility</p:attrName>
                                        </p:attrNameLst>
                                      </p:cBhvr>
                                      <p:to>
                                        <p:strVal val="visible"/>
                                      </p:to>
                                    </p:set>
                                    <p:animEffect transition="in" filter="strips(upRight)">
                                      <p:cBhvr>
                                        <p:cTn id="230" dur="500"/>
                                        <p:tgtEl>
                                          <p:spTgt spid="22572"/>
                                        </p:tgtEl>
                                      </p:cBhvr>
                                    </p:animEffect>
                                  </p:childTnLst>
                                </p:cTn>
                              </p:par>
                            </p:childTnLst>
                          </p:cTn>
                        </p:par>
                      </p:childTnLst>
                    </p:cTn>
                  </p:par>
                  <p:par>
                    <p:cTn id="231" fill="hold" nodeType="clickPar">
                      <p:stCondLst>
                        <p:cond delay="indefinite"/>
                      </p:stCondLst>
                      <p:childTnLst>
                        <p:par>
                          <p:cTn id="232" fill="hold" nodeType="withGroup">
                            <p:stCondLst>
                              <p:cond delay="0"/>
                            </p:stCondLst>
                            <p:childTnLst>
                              <p:par>
                                <p:cTn id="233" presetID="2" presetClass="entr" presetSubtype="4" fill="hold" nodeType="clickEffect">
                                  <p:stCondLst>
                                    <p:cond delay="0"/>
                                  </p:stCondLst>
                                  <p:childTnLst>
                                    <p:set>
                                      <p:cBhvr>
                                        <p:cTn id="234" dur="1" fill="hold">
                                          <p:stCondLst>
                                            <p:cond delay="0"/>
                                          </p:stCondLst>
                                        </p:cTn>
                                        <p:tgtEl>
                                          <p:spTgt spid="22629"/>
                                        </p:tgtEl>
                                        <p:attrNameLst>
                                          <p:attrName>style.visibility</p:attrName>
                                        </p:attrNameLst>
                                      </p:cBhvr>
                                      <p:to>
                                        <p:strVal val="visible"/>
                                      </p:to>
                                    </p:set>
                                    <p:anim calcmode="lin" valueType="num">
                                      <p:cBhvr additive="base">
                                        <p:cTn id="235" dur="500" fill="hold"/>
                                        <p:tgtEl>
                                          <p:spTgt spid="22629"/>
                                        </p:tgtEl>
                                        <p:attrNameLst>
                                          <p:attrName>ppt_x</p:attrName>
                                        </p:attrNameLst>
                                      </p:cBhvr>
                                      <p:tavLst>
                                        <p:tav tm="0">
                                          <p:val>
                                            <p:strVal val="#ppt_x"/>
                                          </p:val>
                                        </p:tav>
                                        <p:tav tm="100000">
                                          <p:val>
                                            <p:strVal val="#ppt_x"/>
                                          </p:val>
                                        </p:tav>
                                      </p:tavLst>
                                    </p:anim>
                                    <p:anim calcmode="lin" valueType="num">
                                      <p:cBhvr additive="base">
                                        <p:cTn id="236" dur="500" fill="hold"/>
                                        <p:tgtEl>
                                          <p:spTgt spid="22629"/>
                                        </p:tgtEl>
                                        <p:attrNameLst>
                                          <p:attrName>ppt_y</p:attrName>
                                        </p:attrNameLst>
                                      </p:cBhvr>
                                      <p:tavLst>
                                        <p:tav tm="0">
                                          <p:val>
                                            <p:strVal val="1+#ppt_h/2"/>
                                          </p:val>
                                        </p:tav>
                                        <p:tav tm="100000">
                                          <p:val>
                                            <p:strVal val="#ppt_y"/>
                                          </p:val>
                                        </p:tav>
                                      </p:tavLst>
                                    </p:anim>
                                  </p:childTnLst>
                                </p:cTn>
                              </p:par>
                            </p:childTnLst>
                          </p:cTn>
                        </p:par>
                      </p:childTnLst>
                    </p:cTn>
                  </p:par>
                  <p:par>
                    <p:cTn id="237" fill="hold" nodeType="clickPar">
                      <p:stCondLst>
                        <p:cond delay="indefinite"/>
                      </p:stCondLst>
                      <p:childTnLst>
                        <p:par>
                          <p:cTn id="238" fill="hold" nodeType="withGroup">
                            <p:stCondLst>
                              <p:cond delay="0"/>
                            </p:stCondLst>
                            <p:childTnLst>
                              <p:par>
                                <p:cTn id="239" presetID="2" presetClass="entr" presetSubtype="4" fill="hold" grpId="0" nodeType="clickEffect">
                                  <p:stCondLst>
                                    <p:cond delay="0"/>
                                  </p:stCondLst>
                                  <p:childTnLst>
                                    <p:set>
                                      <p:cBhvr>
                                        <p:cTn id="240" dur="1" fill="hold">
                                          <p:stCondLst>
                                            <p:cond delay="0"/>
                                          </p:stCondLst>
                                        </p:cTn>
                                        <p:tgtEl>
                                          <p:spTgt spid="22571"/>
                                        </p:tgtEl>
                                        <p:attrNameLst>
                                          <p:attrName>style.visibility</p:attrName>
                                        </p:attrNameLst>
                                      </p:cBhvr>
                                      <p:to>
                                        <p:strVal val="visible"/>
                                      </p:to>
                                    </p:set>
                                    <p:anim calcmode="lin" valueType="num">
                                      <p:cBhvr additive="base">
                                        <p:cTn id="241" dur="500" fill="hold"/>
                                        <p:tgtEl>
                                          <p:spTgt spid="22571"/>
                                        </p:tgtEl>
                                        <p:attrNameLst>
                                          <p:attrName>ppt_x</p:attrName>
                                        </p:attrNameLst>
                                      </p:cBhvr>
                                      <p:tavLst>
                                        <p:tav tm="0">
                                          <p:val>
                                            <p:strVal val="#ppt_x"/>
                                          </p:val>
                                        </p:tav>
                                        <p:tav tm="100000">
                                          <p:val>
                                            <p:strVal val="#ppt_x"/>
                                          </p:val>
                                        </p:tav>
                                      </p:tavLst>
                                    </p:anim>
                                    <p:anim calcmode="lin" valueType="num">
                                      <p:cBhvr additive="base">
                                        <p:cTn id="242" dur="500" fill="hold"/>
                                        <p:tgtEl>
                                          <p:spTgt spid="22571"/>
                                        </p:tgtEl>
                                        <p:attrNameLst>
                                          <p:attrName>ppt_y</p:attrName>
                                        </p:attrNameLst>
                                      </p:cBhvr>
                                      <p:tavLst>
                                        <p:tav tm="0">
                                          <p:val>
                                            <p:strVal val="1+#ppt_h/2"/>
                                          </p:val>
                                        </p:tav>
                                        <p:tav tm="100000">
                                          <p:val>
                                            <p:strVal val="#ppt_y"/>
                                          </p:val>
                                        </p:tav>
                                      </p:tavLst>
                                    </p:anim>
                                  </p:childTnLst>
                                </p:cTn>
                              </p:par>
                            </p:childTnLst>
                          </p:cTn>
                        </p:par>
                      </p:childTnLst>
                    </p:cTn>
                  </p:par>
                  <p:par>
                    <p:cTn id="243" fill="hold" nodeType="clickPar">
                      <p:stCondLst>
                        <p:cond delay="indefinite"/>
                      </p:stCondLst>
                      <p:childTnLst>
                        <p:par>
                          <p:cTn id="244" fill="hold" nodeType="withGroup">
                            <p:stCondLst>
                              <p:cond delay="0"/>
                            </p:stCondLst>
                            <p:childTnLst>
                              <p:par>
                                <p:cTn id="245" presetID="17" presetClass="entr" presetSubtype="4" fill="hold" grpId="0" nodeType="clickEffect">
                                  <p:stCondLst>
                                    <p:cond delay="0"/>
                                  </p:stCondLst>
                                  <p:childTnLst>
                                    <p:set>
                                      <p:cBhvr>
                                        <p:cTn id="246" dur="1" fill="hold">
                                          <p:stCondLst>
                                            <p:cond delay="0"/>
                                          </p:stCondLst>
                                        </p:cTn>
                                        <p:tgtEl>
                                          <p:spTgt spid="22586"/>
                                        </p:tgtEl>
                                        <p:attrNameLst>
                                          <p:attrName>style.visibility</p:attrName>
                                        </p:attrNameLst>
                                      </p:cBhvr>
                                      <p:to>
                                        <p:strVal val="visible"/>
                                      </p:to>
                                    </p:set>
                                    <p:anim calcmode="lin" valueType="num">
                                      <p:cBhvr>
                                        <p:cTn id="247" dur="500" fill="hold"/>
                                        <p:tgtEl>
                                          <p:spTgt spid="22586"/>
                                        </p:tgtEl>
                                        <p:attrNameLst>
                                          <p:attrName>ppt_x</p:attrName>
                                        </p:attrNameLst>
                                      </p:cBhvr>
                                      <p:tavLst>
                                        <p:tav tm="0">
                                          <p:val>
                                            <p:strVal val="#ppt_x"/>
                                          </p:val>
                                        </p:tav>
                                        <p:tav tm="100000">
                                          <p:val>
                                            <p:strVal val="#ppt_x"/>
                                          </p:val>
                                        </p:tav>
                                      </p:tavLst>
                                    </p:anim>
                                    <p:anim calcmode="lin" valueType="num">
                                      <p:cBhvr>
                                        <p:cTn id="248" dur="500" fill="hold"/>
                                        <p:tgtEl>
                                          <p:spTgt spid="22586"/>
                                        </p:tgtEl>
                                        <p:attrNameLst>
                                          <p:attrName>ppt_y</p:attrName>
                                        </p:attrNameLst>
                                      </p:cBhvr>
                                      <p:tavLst>
                                        <p:tav tm="0">
                                          <p:val>
                                            <p:strVal val="#ppt_y+#ppt_h/2"/>
                                          </p:val>
                                        </p:tav>
                                        <p:tav tm="100000">
                                          <p:val>
                                            <p:strVal val="#ppt_y"/>
                                          </p:val>
                                        </p:tav>
                                      </p:tavLst>
                                    </p:anim>
                                    <p:anim calcmode="lin" valueType="num">
                                      <p:cBhvr>
                                        <p:cTn id="249" dur="500" fill="hold"/>
                                        <p:tgtEl>
                                          <p:spTgt spid="22586"/>
                                        </p:tgtEl>
                                        <p:attrNameLst>
                                          <p:attrName>ppt_w</p:attrName>
                                        </p:attrNameLst>
                                      </p:cBhvr>
                                      <p:tavLst>
                                        <p:tav tm="0">
                                          <p:val>
                                            <p:strVal val="#ppt_w"/>
                                          </p:val>
                                        </p:tav>
                                        <p:tav tm="100000">
                                          <p:val>
                                            <p:strVal val="#ppt_w"/>
                                          </p:val>
                                        </p:tav>
                                      </p:tavLst>
                                    </p:anim>
                                    <p:anim calcmode="lin" valueType="num">
                                      <p:cBhvr>
                                        <p:cTn id="250" dur="500" fill="hold"/>
                                        <p:tgtEl>
                                          <p:spTgt spid="22586"/>
                                        </p:tgtEl>
                                        <p:attrNameLst>
                                          <p:attrName>ppt_h</p:attrName>
                                        </p:attrNameLst>
                                      </p:cBhvr>
                                      <p:tavLst>
                                        <p:tav tm="0">
                                          <p:val>
                                            <p:fltVal val="0"/>
                                          </p:val>
                                        </p:tav>
                                        <p:tav tm="100000">
                                          <p:val>
                                            <p:strVal val="#ppt_h"/>
                                          </p:val>
                                        </p:tav>
                                      </p:tavLst>
                                    </p:anim>
                                  </p:childTnLst>
                                </p:cTn>
                              </p:par>
                            </p:childTnLst>
                          </p:cTn>
                        </p:par>
                      </p:childTnLst>
                    </p:cTn>
                  </p:par>
                  <p:par>
                    <p:cTn id="251" fill="hold" nodeType="clickPar">
                      <p:stCondLst>
                        <p:cond delay="indefinite"/>
                      </p:stCondLst>
                      <p:childTnLst>
                        <p:par>
                          <p:cTn id="252" fill="hold" nodeType="withGroup">
                            <p:stCondLst>
                              <p:cond delay="0"/>
                            </p:stCondLst>
                            <p:childTnLst>
                              <p:par>
                                <p:cTn id="253" presetID="17" presetClass="entr" presetSubtype="4" fill="hold" grpId="0" nodeType="clickEffect">
                                  <p:stCondLst>
                                    <p:cond delay="0"/>
                                  </p:stCondLst>
                                  <p:childTnLst>
                                    <p:set>
                                      <p:cBhvr>
                                        <p:cTn id="254" dur="1" fill="hold">
                                          <p:stCondLst>
                                            <p:cond delay="0"/>
                                          </p:stCondLst>
                                        </p:cTn>
                                        <p:tgtEl>
                                          <p:spTgt spid="22587"/>
                                        </p:tgtEl>
                                        <p:attrNameLst>
                                          <p:attrName>style.visibility</p:attrName>
                                        </p:attrNameLst>
                                      </p:cBhvr>
                                      <p:to>
                                        <p:strVal val="visible"/>
                                      </p:to>
                                    </p:set>
                                    <p:anim calcmode="lin" valueType="num">
                                      <p:cBhvr>
                                        <p:cTn id="255" dur="500" fill="hold"/>
                                        <p:tgtEl>
                                          <p:spTgt spid="22587"/>
                                        </p:tgtEl>
                                        <p:attrNameLst>
                                          <p:attrName>ppt_x</p:attrName>
                                        </p:attrNameLst>
                                      </p:cBhvr>
                                      <p:tavLst>
                                        <p:tav tm="0">
                                          <p:val>
                                            <p:strVal val="#ppt_x"/>
                                          </p:val>
                                        </p:tav>
                                        <p:tav tm="100000">
                                          <p:val>
                                            <p:strVal val="#ppt_x"/>
                                          </p:val>
                                        </p:tav>
                                      </p:tavLst>
                                    </p:anim>
                                    <p:anim calcmode="lin" valueType="num">
                                      <p:cBhvr>
                                        <p:cTn id="256" dur="500" fill="hold"/>
                                        <p:tgtEl>
                                          <p:spTgt spid="22587"/>
                                        </p:tgtEl>
                                        <p:attrNameLst>
                                          <p:attrName>ppt_y</p:attrName>
                                        </p:attrNameLst>
                                      </p:cBhvr>
                                      <p:tavLst>
                                        <p:tav tm="0">
                                          <p:val>
                                            <p:strVal val="#ppt_y+#ppt_h/2"/>
                                          </p:val>
                                        </p:tav>
                                        <p:tav tm="100000">
                                          <p:val>
                                            <p:strVal val="#ppt_y"/>
                                          </p:val>
                                        </p:tav>
                                      </p:tavLst>
                                    </p:anim>
                                    <p:anim calcmode="lin" valueType="num">
                                      <p:cBhvr>
                                        <p:cTn id="257" dur="500" fill="hold"/>
                                        <p:tgtEl>
                                          <p:spTgt spid="22587"/>
                                        </p:tgtEl>
                                        <p:attrNameLst>
                                          <p:attrName>ppt_w</p:attrName>
                                        </p:attrNameLst>
                                      </p:cBhvr>
                                      <p:tavLst>
                                        <p:tav tm="0">
                                          <p:val>
                                            <p:strVal val="#ppt_w"/>
                                          </p:val>
                                        </p:tav>
                                        <p:tav tm="100000">
                                          <p:val>
                                            <p:strVal val="#ppt_w"/>
                                          </p:val>
                                        </p:tav>
                                      </p:tavLst>
                                    </p:anim>
                                    <p:anim calcmode="lin" valueType="num">
                                      <p:cBhvr>
                                        <p:cTn id="258" dur="500" fill="hold"/>
                                        <p:tgtEl>
                                          <p:spTgt spid="22587"/>
                                        </p:tgtEl>
                                        <p:attrNameLst>
                                          <p:attrName>ppt_h</p:attrName>
                                        </p:attrNameLst>
                                      </p:cBhvr>
                                      <p:tavLst>
                                        <p:tav tm="0">
                                          <p:val>
                                            <p:fltVal val="0"/>
                                          </p:val>
                                        </p:tav>
                                        <p:tav tm="100000">
                                          <p:val>
                                            <p:strVal val="#ppt_h"/>
                                          </p:val>
                                        </p:tav>
                                      </p:tavLst>
                                    </p:anim>
                                  </p:childTnLst>
                                </p:cTn>
                              </p:par>
                            </p:childTnLst>
                          </p:cTn>
                        </p:par>
                      </p:childTnLst>
                    </p:cTn>
                  </p:par>
                  <p:par>
                    <p:cTn id="259" fill="hold" nodeType="clickPar">
                      <p:stCondLst>
                        <p:cond delay="indefinite"/>
                      </p:stCondLst>
                      <p:childTnLst>
                        <p:par>
                          <p:cTn id="260" fill="hold" nodeType="withGroup">
                            <p:stCondLst>
                              <p:cond delay="0"/>
                            </p:stCondLst>
                            <p:childTnLst>
                              <p:par>
                                <p:cTn id="261" presetID="17" presetClass="entr" presetSubtype="4" fill="hold" grpId="0" nodeType="clickEffect">
                                  <p:stCondLst>
                                    <p:cond delay="0"/>
                                  </p:stCondLst>
                                  <p:childTnLst>
                                    <p:set>
                                      <p:cBhvr>
                                        <p:cTn id="262" dur="1" fill="hold">
                                          <p:stCondLst>
                                            <p:cond delay="0"/>
                                          </p:stCondLst>
                                        </p:cTn>
                                        <p:tgtEl>
                                          <p:spTgt spid="22588"/>
                                        </p:tgtEl>
                                        <p:attrNameLst>
                                          <p:attrName>style.visibility</p:attrName>
                                        </p:attrNameLst>
                                      </p:cBhvr>
                                      <p:to>
                                        <p:strVal val="visible"/>
                                      </p:to>
                                    </p:set>
                                    <p:anim calcmode="lin" valueType="num">
                                      <p:cBhvr>
                                        <p:cTn id="263" dur="500" fill="hold"/>
                                        <p:tgtEl>
                                          <p:spTgt spid="22588"/>
                                        </p:tgtEl>
                                        <p:attrNameLst>
                                          <p:attrName>ppt_x</p:attrName>
                                        </p:attrNameLst>
                                      </p:cBhvr>
                                      <p:tavLst>
                                        <p:tav tm="0">
                                          <p:val>
                                            <p:strVal val="#ppt_x"/>
                                          </p:val>
                                        </p:tav>
                                        <p:tav tm="100000">
                                          <p:val>
                                            <p:strVal val="#ppt_x"/>
                                          </p:val>
                                        </p:tav>
                                      </p:tavLst>
                                    </p:anim>
                                    <p:anim calcmode="lin" valueType="num">
                                      <p:cBhvr>
                                        <p:cTn id="264" dur="500" fill="hold"/>
                                        <p:tgtEl>
                                          <p:spTgt spid="22588"/>
                                        </p:tgtEl>
                                        <p:attrNameLst>
                                          <p:attrName>ppt_y</p:attrName>
                                        </p:attrNameLst>
                                      </p:cBhvr>
                                      <p:tavLst>
                                        <p:tav tm="0">
                                          <p:val>
                                            <p:strVal val="#ppt_y+#ppt_h/2"/>
                                          </p:val>
                                        </p:tav>
                                        <p:tav tm="100000">
                                          <p:val>
                                            <p:strVal val="#ppt_y"/>
                                          </p:val>
                                        </p:tav>
                                      </p:tavLst>
                                    </p:anim>
                                    <p:anim calcmode="lin" valueType="num">
                                      <p:cBhvr>
                                        <p:cTn id="265" dur="500" fill="hold"/>
                                        <p:tgtEl>
                                          <p:spTgt spid="22588"/>
                                        </p:tgtEl>
                                        <p:attrNameLst>
                                          <p:attrName>ppt_w</p:attrName>
                                        </p:attrNameLst>
                                      </p:cBhvr>
                                      <p:tavLst>
                                        <p:tav tm="0">
                                          <p:val>
                                            <p:strVal val="#ppt_w"/>
                                          </p:val>
                                        </p:tav>
                                        <p:tav tm="100000">
                                          <p:val>
                                            <p:strVal val="#ppt_w"/>
                                          </p:val>
                                        </p:tav>
                                      </p:tavLst>
                                    </p:anim>
                                    <p:anim calcmode="lin" valueType="num">
                                      <p:cBhvr>
                                        <p:cTn id="266" dur="500" fill="hold"/>
                                        <p:tgtEl>
                                          <p:spTgt spid="22588"/>
                                        </p:tgtEl>
                                        <p:attrNameLst>
                                          <p:attrName>ppt_h</p:attrName>
                                        </p:attrNameLst>
                                      </p:cBhvr>
                                      <p:tavLst>
                                        <p:tav tm="0">
                                          <p:val>
                                            <p:fltVal val="0"/>
                                          </p:val>
                                        </p:tav>
                                        <p:tav tm="100000">
                                          <p:val>
                                            <p:strVal val="#ppt_h"/>
                                          </p:val>
                                        </p:tav>
                                      </p:tavLst>
                                    </p:anim>
                                  </p:childTnLst>
                                </p:cTn>
                              </p:par>
                            </p:childTnLst>
                          </p:cTn>
                        </p:par>
                      </p:childTnLst>
                    </p:cTn>
                  </p:par>
                  <p:par>
                    <p:cTn id="267" fill="hold" nodeType="clickPar">
                      <p:stCondLst>
                        <p:cond delay="indefinite"/>
                      </p:stCondLst>
                      <p:childTnLst>
                        <p:par>
                          <p:cTn id="268" fill="hold" nodeType="withGroup">
                            <p:stCondLst>
                              <p:cond delay="0"/>
                            </p:stCondLst>
                            <p:childTnLst>
                              <p:par>
                                <p:cTn id="269" presetID="17" presetClass="entr" presetSubtype="8" fill="hold" grpId="0" nodeType="clickEffect">
                                  <p:stCondLst>
                                    <p:cond delay="0"/>
                                  </p:stCondLst>
                                  <p:childTnLst>
                                    <p:set>
                                      <p:cBhvr>
                                        <p:cTn id="270" dur="1" fill="hold">
                                          <p:stCondLst>
                                            <p:cond delay="0"/>
                                          </p:stCondLst>
                                        </p:cTn>
                                        <p:tgtEl>
                                          <p:spTgt spid="22648"/>
                                        </p:tgtEl>
                                        <p:attrNameLst>
                                          <p:attrName>style.visibility</p:attrName>
                                        </p:attrNameLst>
                                      </p:cBhvr>
                                      <p:to>
                                        <p:strVal val="visible"/>
                                      </p:to>
                                    </p:set>
                                    <p:anim calcmode="lin" valueType="num">
                                      <p:cBhvr>
                                        <p:cTn id="271" dur="500" fill="hold"/>
                                        <p:tgtEl>
                                          <p:spTgt spid="22648"/>
                                        </p:tgtEl>
                                        <p:attrNameLst>
                                          <p:attrName>ppt_x</p:attrName>
                                        </p:attrNameLst>
                                      </p:cBhvr>
                                      <p:tavLst>
                                        <p:tav tm="0">
                                          <p:val>
                                            <p:strVal val="#ppt_x-#ppt_w/2"/>
                                          </p:val>
                                        </p:tav>
                                        <p:tav tm="100000">
                                          <p:val>
                                            <p:strVal val="#ppt_x"/>
                                          </p:val>
                                        </p:tav>
                                      </p:tavLst>
                                    </p:anim>
                                    <p:anim calcmode="lin" valueType="num">
                                      <p:cBhvr>
                                        <p:cTn id="272" dur="500" fill="hold"/>
                                        <p:tgtEl>
                                          <p:spTgt spid="22648"/>
                                        </p:tgtEl>
                                        <p:attrNameLst>
                                          <p:attrName>ppt_y</p:attrName>
                                        </p:attrNameLst>
                                      </p:cBhvr>
                                      <p:tavLst>
                                        <p:tav tm="0">
                                          <p:val>
                                            <p:strVal val="#ppt_y"/>
                                          </p:val>
                                        </p:tav>
                                        <p:tav tm="100000">
                                          <p:val>
                                            <p:strVal val="#ppt_y"/>
                                          </p:val>
                                        </p:tav>
                                      </p:tavLst>
                                    </p:anim>
                                    <p:anim calcmode="lin" valueType="num">
                                      <p:cBhvr>
                                        <p:cTn id="273" dur="500" fill="hold"/>
                                        <p:tgtEl>
                                          <p:spTgt spid="22648"/>
                                        </p:tgtEl>
                                        <p:attrNameLst>
                                          <p:attrName>ppt_w</p:attrName>
                                        </p:attrNameLst>
                                      </p:cBhvr>
                                      <p:tavLst>
                                        <p:tav tm="0">
                                          <p:val>
                                            <p:fltVal val="0"/>
                                          </p:val>
                                        </p:tav>
                                        <p:tav tm="100000">
                                          <p:val>
                                            <p:strVal val="#ppt_w"/>
                                          </p:val>
                                        </p:tav>
                                      </p:tavLst>
                                    </p:anim>
                                    <p:anim calcmode="lin" valueType="num">
                                      <p:cBhvr>
                                        <p:cTn id="274" dur="500" fill="hold"/>
                                        <p:tgtEl>
                                          <p:spTgt spid="22648"/>
                                        </p:tgtEl>
                                        <p:attrNameLst>
                                          <p:attrName>ppt_h</p:attrName>
                                        </p:attrNameLst>
                                      </p:cBhvr>
                                      <p:tavLst>
                                        <p:tav tm="0">
                                          <p:val>
                                            <p:strVal val="#ppt_h"/>
                                          </p:val>
                                        </p:tav>
                                        <p:tav tm="100000">
                                          <p:val>
                                            <p:strVal val="#ppt_h"/>
                                          </p:val>
                                        </p:tav>
                                      </p:tavLst>
                                    </p:anim>
                                  </p:childTnLst>
                                </p:cTn>
                              </p:par>
                            </p:childTnLst>
                          </p:cTn>
                        </p:par>
                      </p:childTnLst>
                    </p:cTn>
                  </p:par>
                  <p:par>
                    <p:cTn id="275" fill="hold" nodeType="clickPar">
                      <p:stCondLst>
                        <p:cond delay="indefinite"/>
                      </p:stCondLst>
                      <p:childTnLst>
                        <p:par>
                          <p:cTn id="276" fill="hold" nodeType="withGroup">
                            <p:stCondLst>
                              <p:cond delay="0"/>
                            </p:stCondLst>
                            <p:childTnLst>
                              <p:par>
                                <p:cTn id="277" presetID="17" presetClass="entr" presetSubtype="8" fill="hold" grpId="0" nodeType="clickEffect">
                                  <p:stCondLst>
                                    <p:cond delay="0"/>
                                  </p:stCondLst>
                                  <p:childTnLst>
                                    <p:set>
                                      <p:cBhvr>
                                        <p:cTn id="278" dur="1" fill="hold">
                                          <p:stCondLst>
                                            <p:cond delay="0"/>
                                          </p:stCondLst>
                                        </p:cTn>
                                        <p:tgtEl>
                                          <p:spTgt spid="22589"/>
                                        </p:tgtEl>
                                        <p:attrNameLst>
                                          <p:attrName>style.visibility</p:attrName>
                                        </p:attrNameLst>
                                      </p:cBhvr>
                                      <p:to>
                                        <p:strVal val="visible"/>
                                      </p:to>
                                    </p:set>
                                    <p:anim calcmode="lin" valueType="num">
                                      <p:cBhvr>
                                        <p:cTn id="279" dur="500" fill="hold"/>
                                        <p:tgtEl>
                                          <p:spTgt spid="22589"/>
                                        </p:tgtEl>
                                        <p:attrNameLst>
                                          <p:attrName>ppt_x</p:attrName>
                                        </p:attrNameLst>
                                      </p:cBhvr>
                                      <p:tavLst>
                                        <p:tav tm="0">
                                          <p:val>
                                            <p:strVal val="#ppt_x-#ppt_w/2"/>
                                          </p:val>
                                        </p:tav>
                                        <p:tav tm="100000">
                                          <p:val>
                                            <p:strVal val="#ppt_x"/>
                                          </p:val>
                                        </p:tav>
                                      </p:tavLst>
                                    </p:anim>
                                    <p:anim calcmode="lin" valueType="num">
                                      <p:cBhvr>
                                        <p:cTn id="280" dur="500" fill="hold"/>
                                        <p:tgtEl>
                                          <p:spTgt spid="22589"/>
                                        </p:tgtEl>
                                        <p:attrNameLst>
                                          <p:attrName>ppt_y</p:attrName>
                                        </p:attrNameLst>
                                      </p:cBhvr>
                                      <p:tavLst>
                                        <p:tav tm="0">
                                          <p:val>
                                            <p:strVal val="#ppt_y"/>
                                          </p:val>
                                        </p:tav>
                                        <p:tav tm="100000">
                                          <p:val>
                                            <p:strVal val="#ppt_y"/>
                                          </p:val>
                                        </p:tav>
                                      </p:tavLst>
                                    </p:anim>
                                    <p:anim calcmode="lin" valueType="num">
                                      <p:cBhvr>
                                        <p:cTn id="281" dur="500" fill="hold"/>
                                        <p:tgtEl>
                                          <p:spTgt spid="22589"/>
                                        </p:tgtEl>
                                        <p:attrNameLst>
                                          <p:attrName>ppt_w</p:attrName>
                                        </p:attrNameLst>
                                      </p:cBhvr>
                                      <p:tavLst>
                                        <p:tav tm="0">
                                          <p:val>
                                            <p:fltVal val="0"/>
                                          </p:val>
                                        </p:tav>
                                        <p:tav tm="100000">
                                          <p:val>
                                            <p:strVal val="#ppt_w"/>
                                          </p:val>
                                        </p:tav>
                                      </p:tavLst>
                                    </p:anim>
                                    <p:anim calcmode="lin" valueType="num">
                                      <p:cBhvr>
                                        <p:cTn id="282" dur="500" fill="hold"/>
                                        <p:tgtEl>
                                          <p:spTgt spid="22589"/>
                                        </p:tgtEl>
                                        <p:attrNameLst>
                                          <p:attrName>ppt_h</p:attrName>
                                        </p:attrNameLst>
                                      </p:cBhvr>
                                      <p:tavLst>
                                        <p:tav tm="0">
                                          <p:val>
                                            <p:strVal val="#ppt_h"/>
                                          </p:val>
                                        </p:tav>
                                        <p:tav tm="100000">
                                          <p:val>
                                            <p:strVal val="#ppt_h"/>
                                          </p:val>
                                        </p:tav>
                                      </p:tavLst>
                                    </p:anim>
                                  </p:childTnLst>
                                </p:cTn>
                              </p:par>
                            </p:childTnLst>
                          </p:cTn>
                        </p:par>
                      </p:childTnLst>
                    </p:cTn>
                  </p:par>
                  <p:par>
                    <p:cTn id="283" fill="hold" nodeType="clickPar">
                      <p:stCondLst>
                        <p:cond delay="indefinite"/>
                      </p:stCondLst>
                      <p:childTnLst>
                        <p:par>
                          <p:cTn id="284" fill="hold" nodeType="withGroup">
                            <p:stCondLst>
                              <p:cond delay="0"/>
                            </p:stCondLst>
                            <p:childTnLst>
                              <p:par>
                                <p:cTn id="285" presetID="17" presetClass="entr" presetSubtype="8" fill="hold" grpId="0" nodeType="clickEffect">
                                  <p:stCondLst>
                                    <p:cond delay="0"/>
                                  </p:stCondLst>
                                  <p:childTnLst>
                                    <p:set>
                                      <p:cBhvr>
                                        <p:cTn id="286" dur="1" fill="hold">
                                          <p:stCondLst>
                                            <p:cond delay="0"/>
                                          </p:stCondLst>
                                        </p:cTn>
                                        <p:tgtEl>
                                          <p:spTgt spid="22590"/>
                                        </p:tgtEl>
                                        <p:attrNameLst>
                                          <p:attrName>style.visibility</p:attrName>
                                        </p:attrNameLst>
                                      </p:cBhvr>
                                      <p:to>
                                        <p:strVal val="visible"/>
                                      </p:to>
                                    </p:set>
                                    <p:anim calcmode="lin" valueType="num">
                                      <p:cBhvr>
                                        <p:cTn id="287" dur="500" fill="hold"/>
                                        <p:tgtEl>
                                          <p:spTgt spid="22590"/>
                                        </p:tgtEl>
                                        <p:attrNameLst>
                                          <p:attrName>ppt_x</p:attrName>
                                        </p:attrNameLst>
                                      </p:cBhvr>
                                      <p:tavLst>
                                        <p:tav tm="0">
                                          <p:val>
                                            <p:strVal val="#ppt_x-#ppt_w/2"/>
                                          </p:val>
                                        </p:tav>
                                        <p:tav tm="100000">
                                          <p:val>
                                            <p:strVal val="#ppt_x"/>
                                          </p:val>
                                        </p:tav>
                                      </p:tavLst>
                                    </p:anim>
                                    <p:anim calcmode="lin" valueType="num">
                                      <p:cBhvr>
                                        <p:cTn id="288" dur="500" fill="hold"/>
                                        <p:tgtEl>
                                          <p:spTgt spid="22590"/>
                                        </p:tgtEl>
                                        <p:attrNameLst>
                                          <p:attrName>ppt_y</p:attrName>
                                        </p:attrNameLst>
                                      </p:cBhvr>
                                      <p:tavLst>
                                        <p:tav tm="0">
                                          <p:val>
                                            <p:strVal val="#ppt_y"/>
                                          </p:val>
                                        </p:tav>
                                        <p:tav tm="100000">
                                          <p:val>
                                            <p:strVal val="#ppt_y"/>
                                          </p:val>
                                        </p:tav>
                                      </p:tavLst>
                                    </p:anim>
                                    <p:anim calcmode="lin" valueType="num">
                                      <p:cBhvr>
                                        <p:cTn id="289" dur="500" fill="hold"/>
                                        <p:tgtEl>
                                          <p:spTgt spid="22590"/>
                                        </p:tgtEl>
                                        <p:attrNameLst>
                                          <p:attrName>ppt_w</p:attrName>
                                        </p:attrNameLst>
                                      </p:cBhvr>
                                      <p:tavLst>
                                        <p:tav tm="0">
                                          <p:val>
                                            <p:fltVal val="0"/>
                                          </p:val>
                                        </p:tav>
                                        <p:tav tm="100000">
                                          <p:val>
                                            <p:strVal val="#ppt_w"/>
                                          </p:val>
                                        </p:tav>
                                      </p:tavLst>
                                    </p:anim>
                                    <p:anim calcmode="lin" valueType="num">
                                      <p:cBhvr>
                                        <p:cTn id="290" dur="500" fill="hold"/>
                                        <p:tgtEl>
                                          <p:spTgt spid="22590"/>
                                        </p:tgtEl>
                                        <p:attrNameLst>
                                          <p:attrName>ppt_h</p:attrName>
                                        </p:attrNameLst>
                                      </p:cBhvr>
                                      <p:tavLst>
                                        <p:tav tm="0">
                                          <p:val>
                                            <p:strVal val="#ppt_h"/>
                                          </p:val>
                                        </p:tav>
                                        <p:tav tm="100000">
                                          <p:val>
                                            <p:strVal val="#ppt_h"/>
                                          </p:val>
                                        </p:tav>
                                      </p:tavLst>
                                    </p:anim>
                                  </p:childTnLst>
                                </p:cTn>
                              </p:par>
                            </p:childTnLst>
                          </p:cTn>
                        </p:par>
                      </p:childTnLst>
                    </p:cTn>
                  </p:par>
                  <p:par>
                    <p:cTn id="291" fill="hold" nodeType="clickPar">
                      <p:stCondLst>
                        <p:cond delay="indefinite"/>
                      </p:stCondLst>
                      <p:childTnLst>
                        <p:par>
                          <p:cTn id="292" fill="hold" nodeType="withGroup">
                            <p:stCondLst>
                              <p:cond delay="0"/>
                            </p:stCondLst>
                            <p:childTnLst>
                              <p:par>
                                <p:cTn id="293" presetID="17" presetClass="entr" presetSubtype="8" fill="hold" grpId="0" nodeType="clickEffect">
                                  <p:stCondLst>
                                    <p:cond delay="0"/>
                                  </p:stCondLst>
                                  <p:childTnLst>
                                    <p:set>
                                      <p:cBhvr>
                                        <p:cTn id="294" dur="1" fill="hold">
                                          <p:stCondLst>
                                            <p:cond delay="0"/>
                                          </p:stCondLst>
                                        </p:cTn>
                                        <p:tgtEl>
                                          <p:spTgt spid="22591"/>
                                        </p:tgtEl>
                                        <p:attrNameLst>
                                          <p:attrName>style.visibility</p:attrName>
                                        </p:attrNameLst>
                                      </p:cBhvr>
                                      <p:to>
                                        <p:strVal val="visible"/>
                                      </p:to>
                                    </p:set>
                                    <p:anim calcmode="lin" valueType="num">
                                      <p:cBhvr>
                                        <p:cTn id="295" dur="500" fill="hold"/>
                                        <p:tgtEl>
                                          <p:spTgt spid="22591"/>
                                        </p:tgtEl>
                                        <p:attrNameLst>
                                          <p:attrName>ppt_x</p:attrName>
                                        </p:attrNameLst>
                                      </p:cBhvr>
                                      <p:tavLst>
                                        <p:tav tm="0">
                                          <p:val>
                                            <p:strVal val="#ppt_x-#ppt_w/2"/>
                                          </p:val>
                                        </p:tav>
                                        <p:tav tm="100000">
                                          <p:val>
                                            <p:strVal val="#ppt_x"/>
                                          </p:val>
                                        </p:tav>
                                      </p:tavLst>
                                    </p:anim>
                                    <p:anim calcmode="lin" valueType="num">
                                      <p:cBhvr>
                                        <p:cTn id="296" dur="500" fill="hold"/>
                                        <p:tgtEl>
                                          <p:spTgt spid="22591"/>
                                        </p:tgtEl>
                                        <p:attrNameLst>
                                          <p:attrName>ppt_y</p:attrName>
                                        </p:attrNameLst>
                                      </p:cBhvr>
                                      <p:tavLst>
                                        <p:tav tm="0">
                                          <p:val>
                                            <p:strVal val="#ppt_y"/>
                                          </p:val>
                                        </p:tav>
                                        <p:tav tm="100000">
                                          <p:val>
                                            <p:strVal val="#ppt_y"/>
                                          </p:val>
                                        </p:tav>
                                      </p:tavLst>
                                    </p:anim>
                                    <p:anim calcmode="lin" valueType="num">
                                      <p:cBhvr>
                                        <p:cTn id="297" dur="500" fill="hold"/>
                                        <p:tgtEl>
                                          <p:spTgt spid="22591"/>
                                        </p:tgtEl>
                                        <p:attrNameLst>
                                          <p:attrName>ppt_w</p:attrName>
                                        </p:attrNameLst>
                                      </p:cBhvr>
                                      <p:tavLst>
                                        <p:tav tm="0">
                                          <p:val>
                                            <p:fltVal val="0"/>
                                          </p:val>
                                        </p:tav>
                                        <p:tav tm="100000">
                                          <p:val>
                                            <p:strVal val="#ppt_w"/>
                                          </p:val>
                                        </p:tav>
                                      </p:tavLst>
                                    </p:anim>
                                    <p:anim calcmode="lin" valueType="num">
                                      <p:cBhvr>
                                        <p:cTn id="298" dur="500" fill="hold"/>
                                        <p:tgtEl>
                                          <p:spTgt spid="22591"/>
                                        </p:tgtEl>
                                        <p:attrNameLst>
                                          <p:attrName>ppt_h</p:attrName>
                                        </p:attrNameLst>
                                      </p:cBhvr>
                                      <p:tavLst>
                                        <p:tav tm="0">
                                          <p:val>
                                            <p:strVal val="#ppt_h"/>
                                          </p:val>
                                        </p:tav>
                                        <p:tav tm="100000">
                                          <p:val>
                                            <p:strVal val="#ppt_h"/>
                                          </p:val>
                                        </p:tav>
                                      </p:tavLst>
                                    </p:anim>
                                  </p:childTnLst>
                                </p:cTn>
                              </p:par>
                            </p:childTnLst>
                          </p:cTn>
                        </p:par>
                      </p:childTnLst>
                    </p:cTn>
                  </p:par>
                  <p:par>
                    <p:cTn id="299" fill="hold" nodeType="clickPar">
                      <p:stCondLst>
                        <p:cond delay="indefinite"/>
                      </p:stCondLst>
                      <p:childTnLst>
                        <p:par>
                          <p:cTn id="300" fill="hold" nodeType="withGroup">
                            <p:stCondLst>
                              <p:cond delay="0"/>
                            </p:stCondLst>
                            <p:childTnLst>
                              <p:par>
                                <p:cTn id="301" presetID="2" presetClass="entr" presetSubtype="8" fill="hold" grpId="0" nodeType="clickEffect">
                                  <p:stCondLst>
                                    <p:cond delay="0"/>
                                  </p:stCondLst>
                                  <p:childTnLst>
                                    <p:set>
                                      <p:cBhvr>
                                        <p:cTn id="302" dur="1" fill="hold">
                                          <p:stCondLst>
                                            <p:cond delay="0"/>
                                          </p:stCondLst>
                                        </p:cTn>
                                        <p:tgtEl>
                                          <p:spTgt spid="22647"/>
                                        </p:tgtEl>
                                        <p:attrNameLst>
                                          <p:attrName>style.visibility</p:attrName>
                                        </p:attrNameLst>
                                      </p:cBhvr>
                                      <p:to>
                                        <p:strVal val="visible"/>
                                      </p:to>
                                    </p:set>
                                    <p:anim calcmode="lin" valueType="num">
                                      <p:cBhvr additive="base">
                                        <p:cTn id="303" dur="500" fill="hold"/>
                                        <p:tgtEl>
                                          <p:spTgt spid="22647"/>
                                        </p:tgtEl>
                                        <p:attrNameLst>
                                          <p:attrName>ppt_x</p:attrName>
                                        </p:attrNameLst>
                                      </p:cBhvr>
                                      <p:tavLst>
                                        <p:tav tm="0">
                                          <p:val>
                                            <p:strVal val="0-#ppt_w/2"/>
                                          </p:val>
                                        </p:tav>
                                        <p:tav tm="100000">
                                          <p:val>
                                            <p:strVal val="#ppt_x"/>
                                          </p:val>
                                        </p:tav>
                                      </p:tavLst>
                                    </p:anim>
                                    <p:anim calcmode="lin" valueType="num">
                                      <p:cBhvr additive="base">
                                        <p:cTn id="304" dur="500" fill="hold"/>
                                        <p:tgtEl>
                                          <p:spTgt spid="22647"/>
                                        </p:tgtEl>
                                        <p:attrNameLst>
                                          <p:attrName>ppt_y</p:attrName>
                                        </p:attrNameLst>
                                      </p:cBhvr>
                                      <p:tavLst>
                                        <p:tav tm="0">
                                          <p:val>
                                            <p:strVal val="#ppt_y"/>
                                          </p:val>
                                        </p:tav>
                                        <p:tav tm="100000">
                                          <p:val>
                                            <p:strVal val="#ppt_y"/>
                                          </p:val>
                                        </p:tav>
                                      </p:tavLst>
                                    </p:anim>
                                  </p:childTnLst>
                                </p:cTn>
                              </p:par>
                            </p:childTnLst>
                          </p:cTn>
                        </p:par>
                      </p:childTnLst>
                    </p:cTn>
                  </p:par>
                  <p:par>
                    <p:cTn id="305" fill="hold" nodeType="clickPar">
                      <p:stCondLst>
                        <p:cond delay="indefinite"/>
                      </p:stCondLst>
                      <p:childTnLst>
                        <p:par>
                          <p:cTn id="306" fill="hold" nodeType="withGroup">
                            <p:stCondLst>
                              <p:cond delay="0"/>
                            </p:stCondLst>
                            <p:childTnLst>
                              <p:par>
                                <p:cTn id="307" presetID="2" presetClass="entr" presetSubtype="1" fill="hold" grpId="0" nodeType="clickEffect">
                                  <p:stCondLst>
                                    <p:cond delay="0"/>
                                  </p:stCondLst>
                                  <p:childTnLst>
                                    <p:set>
                                      <p:cBhvr>
                                        <p:cTn id="308" dur="1" fill="hold">
                                          <p:stCondLst>
                                            <p:cond delay="0"/>
                                          </p:stCondLst>
                                        </p:cTn>
                                        <p:tgtEl>
                                          <p:spTgt spid="22634"/>
                                        </p:tgtEl>
                                        <p:attrNameLst>
                                          <p:attrName>style.visibility</p:attrName>
                                        </p:attrNameLst>
                                      </p:cBhvr>
                                      <p:to>
                                        <p:strVal val="visible"/>
                                      </p:to>
                                    </p:set>
                                    <p:anim calcmode="lin" valueType="num">
                                      <p:cBhvr additive="base">
                                        <p:cTn id="309" dur="500" fill="hold"/>
                                        <p:tgtEl>
                                          <p:spTgt spid="22634"/>
                                        </p:tgtEl>
                                        <p:attrNameLst>
                                          <p:attrName>ppt_x</p:attrName>
                                        </p:attrNameLst>
                                      </p:cBhvr>
                                      <p:tavLst>
                                        <p:tav tm="0">
                                          <p:val>
                                            <p:strVal val="#ppt_x"/>
                                          </p:val>
                                        </p:tav>
                                        <p:tav tm="100000">
                                          <p:val>
                                            <p:strVal val="#ppt_x"/>
                                          </p:val>
                                        </p:tav>
                                      </p:tavLst>
                                    </p:anim>
                                    <p:anim calcmode="lin" valueType="num">
                                      <p:cBhvr additive="base">
                                        <p:cTn id="310" dur="500" fill="hold"/>
                                        <p:tgtEl>
                                          <p:spTgt spid="22634"/>
                                        </p:tgtEl>
                                        <p:attrNameLst>
                                          <p:attrName>ppt_y</p:attrName>
                                        </p:attrNameLst>
                                      </p:cBhvr>
                                      <p:tavLst>
                                        <p:tav tm="0">
                                          <p:val>
                                            <p:strVal val="0-#ppt_h/2"/>
                                          </p:val>
                                        </p:tav>
                                        <p:tav tm="100000">
                                          <p:val>
                                            <p:strVal val="#ppt_y"/>
                                          </p:val>
                                        </p:tav>
                                      </p:tavLst>
                                    </p:anim>
                                  </p:childTnLst>
                                </p:cTn>
                              </p:par>
                            </p:childTnLst>
                          </p:cTn>
                        </p:par>
                      </p:childTnLst>
                    </p:cTn>
                  </p:par>
                  <p:par>
                    <p:cTn id="311" fill="hold" nodeType="clickPar">
                      <p:stCondLst>
                        <p:cond delay="indefinite"/>
                      </p:stCondLst>
                      <p:childTnLst>
                        <p:par>
                          <p:cTn id="312" fill="hold" nodeType="withGroup">
                            <p:stCondLst>
                              <p:cond delay="0"/>
                            </p:stCondLst>
                            <p:childTnLst>
                              <p:par>
                                <p:cTn id="313" presetID="18" presetClass="entr" presetSubtype="9" fill="hold" grpId="0" nodeType="clickEffect">
                                  <p:stCondLst>
                                    <p:cond delay="0"/>
                                  </p:stCondLst>
                                  <p:childTnLst>
                                    <p:set>
                                      <p:cBhvr>
                                        <p:cTn id="314" dur="1" fill="hold">
                                          <p:stCondLst>
                                            <p:cond delay="0"/>
                                          </p:stCondLst>
                                        </p:cTn>
                                        <p:tgtEl>
                                          <p:spTgt spid="22592"/>
                                        </p:tgtEl>
                                        <p:attrNameLst>
                                          <p:attrName>style.visibility</p:attrName>
                                        </p:attrNameLst>
                                      </p:cBhvr>
                                      <p:to>
                                        <p:strVal val="visible"/>
                                      </p:to>
                                    </p:set>
                                    <p:animEffect transition="in" filter="strips(upLeft)">
                                      <p:cBhvr>
                                        <p:cTn id="315" dur="500"/>
                                        <p:tgtEl>
                                          <p:spTgt spid="22592"/>
                                        </p:tgtEl>
                                      </p:cBhvr>
                                    </p:animEffect>
                                  </p:childTnLst>
                                </p:cTn>
                              </p:par>
                            </p:childTnLst>
                          </p:cTn>
                        </p:par>
                      </p:childTnLst>
                    </p:cTn>
                  </p:par>
                  <p:par>
                    <p:cTn id="316" fill="hold" nodeType="clickPar">
                      <p:stCondLst>
                        <p:cond delay="indefinite"/>
                      </p:stCondLst>
                      <p:childTnLst>
                        <p:par>
                          <p:cTn id="317" fill="hold" nodeType="withGroup">
                            <p:stCondLst>
                              <p:cond delay="0"/>
                            </p:stCondLst>
                            <p:childTnLst>
                              <p:par>
                                <p:cTn id="318" presetID="17" presetClass="entr" presetSubtype="4" fill="hold" grpId="0" nodeType="clickEffect">
                                  <p:stCondLst>
                                    <p:cond delay="0"/>
                                  </p:stCondLst>
                                  <p:childTnLst>
                                    <p:set>
                                      <p:cBhvr>
                                        <p:cTn id="319" dur="1" fill="hold">
                                          <p:stCondLst>
                                            <p:cond delay="0"/>
                                          </p:stCondLst>
                                        </p:cTn>
                                        <p:tgtEl>
                                          <p:spTgt spid="22596"/>
                                        </p:tgtEl>
                                        <p:attrNameLst>
                                          <p:attrName>style.visibility</p:attrName>
                                        </p:attrNameLst>
                                      </p:cBhvr>
                                      <p:to>
                                        <p:strVal val="visible"/>
                                      </p:to>
                                    </p:set>
                                    <p:anim calcmode="lin" valueType="num">
                                      <p:cBhvr>
                                        <p:cTn id="320" dur="500" fill="hold"/>
                                        <p:tgtEl>
                                          <p:spTgt spid="22596"/>
                                        </p:tgtEl>
                                        <p:attrNameLst>
                                          <p:attrName>ppt_x</p:attrName>
                                        </p:attrNameLst>
                                      </p:cBhvr>
                                      <p:tavLst>
                                        <p:tav tm="0">
                                          <p:val>
                                            <p:strVal val="#ppt_x"/>
                                          </p:val>
                                        </p:tav>
                                        <p:tav tm="100000">
                                          <p:val>
                                            <p:strVal val="#ppt_x"/>
                                          </p:val>
                                        </p:tav>
                                      </p:tavLst>
                                    </p:anim>
                                    <p:anim calcmode="lin" valueType="num">
                                      <p:cBhvr>
                                        <p:cTn id="321" dur="500" fill="hold"/>
                                        <p:tgtEl>
                                          <p:spTgt spid="22596"/>
                                        </p:tgtEl>
                                        <p:attrNameLst>
                                          <p:attrName>ppt_y</p:attrName>
                                        </p:attrNameLst>
                                      </p:cBhvr>
                                      <p:tavLst>
                                        <p:tav tm="0">
                                          <p:val>
                                            <p:strVal val="#ppt_y+#ppt_h/2"/>
                                          </p:val>
                                        </p:tav>
                                        <p:tav tm="100000">
                                          <p:val>
                                            <p:strVal val="#ppt_y"/>
                                          </p:val>
                                        </p:tav>
                                      </p:tavLst>
                                    </p:anim>
                                    <p:anim calcmode="lin" valueType="num">
                                      <p:cBhvr>
                                        <p:cTn id="322" dur="500" fill="hold"/>
                                        <p:tgtEl>
                                          <p:spTgt spid="22596"/>
                                        </p:tgtEl>
                                        <p:attrNameLst>
                                          <p:attrName>ppt_w</p:attrName>
                                        </p:attrNameLst>
                                      </p:cBhvr>
                                      <p:tavLst>
                                        <p:tav tm="0">
                                          <p:val>
                                            <p:strVal val="#ppt_w"/>
                                          </p:val>
                                        </p:tav>
                                        <p:tav tm="100000">
                                          <p:val>
                                            <p:strVal val="#ppt_w"/>
                                          </p:val>
                                        </p:tav>
                                      </p:tavLst>
                                    </p:anim>
                                    <p:anim calcmode="lin" valueType="num">
                                      <p:cBhvr>
                                        <p:cTn id="323" dur="500" fill="hold"/>
                                        <p:tgtEl>
                                          <p:spTgt spid="22596"/>
                                        </p:tgtEl>
                                        <p:attrNameLst>
                                          <p:attrName>ppt_h</p:attrName>
                                        </p:attrNameLst>
                                      </p:cBhvr>
                                      <p:tavLst>
                                        <p:tav tm="0">
                                          <p:val>
                                            <p:fltVal val="0"/>
                                          </p:val>
                                        </p:tav>
                                        <p:tav tm="100000">
                                          <p:val>
                                            <p:strVal val="#ppt_h"/>
                                          </p:val>
                                        </p:tav>
                                      </p:tavLst>
                                    </p:anim>
                                  </p:childTnLst>
                                </p:cTn>
                              </p:par>
                            </p:childTnLst>
                          </p:cTn>
                        </p:par>
                      </p:childTnLst>
                    </p:cTn>
                  </p:par>
                  <p:par>
                    <p:cTn id="324" fill="hold" nodeType="clickPar">
                      <p:stCondLst>
                        <p:cond delay="indefinite"/>
                      </p:stCondLst>
                      <p:childTnLst>
                        <p:par>
                          <p:cTn id="325" fill="hold" nodeType="withGroup">
                            <p:stCondLst>
                              <p:cond delay="0"/>
                            </p:stCondLst>
                            <p:childTnLst>
                              <p:par>
                                <p:cTn id="326" presetID="18" presetClass="entr" presetSubtype="3" fill="hold" grpId="0" nodeType="clickEffect">
                                  <p:stCondLst>
                                    <p:cond delay="0"/>
                                  </p:stCondLst>
                                  <p:childTnLst>
                                    <p:set>
                                      <p:cBhvr>
                                        <p:cTn id="327" dur="1" fill="hold">
                                          <p:stCondLst>
                                            <p:cond delay="0"/>
                                          </p:stCondLst>
                                        </p:cTn>
                                        <p:tgtEl>
                                          <p:spTgt spid="22594"/>
                                        </p:tgtEl>
                                        <p:attrNameLst>
                                          <p:attrName>style.visibility</p:attrName>
                                        </p:attrNameLst>
                                      </p:cBhvr>
                                      <p:to>
                                        <p:strVal val="visible"/>
                                      </p:to>
                                    </p:set>
                                    <p:animEffect transition="in" filter="strips(upRight)">
                                      <p:cBhvr>
                                        <p:cTn id="328" dur="500"/>
                                        <p:tgtEl>
                                          <p:spTgt spid="22594"/>
                                        </p:tgtEl>
                                      </p:cBhvr>
                                    </p:animEffect>
                                  </p:childTnLst>
                                </p:cTn>
                              </p:par>
                            </p:childTnLst>
                          </p:cTn>
                        </p:par>
                      </p:childTnLst>
                    </p:cTn>
                  </p:par>
                  <p:par>
                    <p:cTn id="329" fill="hold" nodeType="clickPar">
                      <p:stCondLst>
                        <p:cond delay="indefinite"/>
                      </p:stCondLst>
                      <p:childTnLst>
                        <p:par>
                          <p:cTn id="330" fill="hold" nodeType="withGroup">
                            <p:stCondLst>
                              <p:cond delay="0"/>
                            </p:stCondLst>
                            <p:childTnLst>
                              <p:par>
                                <p:cTn id="331" presetID="18" presetClass="entr" presetSubtype="6" fill="hold" grpId="0" nodeType="clickEffect">
                                  <p:stCondLst>
                                    <p:cond delay="0"/>
                                  </p:stCondLst>
                                  <p:childTnLst>
                                    <p:set>
                                      <p:cBhvr>
                                        <p:cTn id="332" dur="1" fill="hold">
                                          <p:stCondLst>
                                            <p:cond delay="0"/>
                                          </p:stCondLst>
                                        </p:cTn>
                                        <p:tgtEl>
                                          <p:spTgt spid="22595"/>
                                        </p:tgtEl>
                                        <p:attrNameLst>
                                          <p:attrName>style.visibility</p:attrName>
                                        </p:attrNameLst>
                                      </p:cBhvr>
                                      <p:to>
                                        <p:strVal val="visible"/>
                                      </p:to>
                                    </p:set>
                                    <p:animEffect transition="in" filter="strips(downRight)">
                                      <p:cBhvr>
                                        <p:cTn id="333" dur="500"/>
                                        <p:tgtEl>
                                          <p:spTgt spid="22595"/>
                                        </p:tgtEl>
                                      </p:cBhvr>
                                    </p:animEffect>
                                  </p:childTnLst>
                                </p:cTn>
                              </p:par>
                            </p:childTnLst>
                          </p:cTn>
                        </p:par>
                      </p:childTnLst>
                    </p:cTn>
                  </p:par>
                  <p:par>
                    <p:cTn id="334" fill="hold" nodeType="clickPar">
                      <p:stCondLst>
                        <p:cond delay="indefinite"/>
                      </p:stCondLst>
                      <p:childTnLst>
                        <p:par>
                          <p:cTn id="335" fill="hold" nodeType="withGroup">
                            <p:stCondLst>
                              <p:cond delay="0"/>
                            </p:stCondLst>
                            <p:childTnLst>
                              <p:par>
                                <p:cTn id="336" presetID="17" presetClass="entr" presetSubtype="1" fill="hold" grpId="0" nodeType="clickEffect">
                                  <p:stCondLst>
                                    <p:cond delay="0"/>
                                  </p:stCondLst>
                                  <p:childTnLst>
                                    <p:set>
                                      <p:cBhvr>
                                        <p:cTn id="337" dur="1" fill="hold">
                                          <p:stCondLst>
                                            <p:cond delay="0"/>
                                          </p:stCondLst>
                                        </p:cTn>
                                        <p:tgtEl>
                                          <p:spTgt spid="22597"/>
                                        </p:tgtEl>
                                        <p:attrNameLst>
                                          <p:attrName>style.visibility</p:attrName>
                                        </p:attrNameLst>
                                      </p:cBhvr>
                                      <p:to>
                                        <p:strVal val="visible"/>
                                      </p:to>
                                    </p:set>
                                    <p:anim calcmode="lin" valueType="num">
                                      <p:cBhvr>
                                        <p:cTn id="338" dur="500" fill="hold"/>
                                        <p:tgtEl>
                                          <p:spTgt spid="22597"/>
                                        </p:tgtEl>
                                        <p:attrNameLst>
                                          <p:attrName>ppt_x</p:attrName>
                                        </p:attrNameLst>
                                      </p:cBhvr>
                                      <p:tavLst>
                                        <p:tav tm="0">
                                          <p:val>
                                            <p:strVal val="#ppt_x"/>
                                          </p:val>
                                        </p:tav>
                                        <p:tav tm="100000">
                                          <p:val>
                                            <p:strVal val="#ppt_x"/>
                                          </p:val>
                                        </p:tav>
                                      </p:tavLst>
                                    </p:anim>
                                    <p:anim calcmode="lin" valueType="num">
                                      <p:cBhvr>
                                        <p:cTn id="339" dur="500" fill="hold"/>
                                        <p:tgtEl>
                                          <p:spTgt spid="22597"/>
                                        </p:tgtEl>
                                        <p:attrNameLst>
                                          <p:attrName>ppt_y</p:attrName>
                                        </p:attrNameLst>
                                      </p:cBhvr>
                                      <p:tavLst>
                                        <p:tav tm="0">
                                          <p:val>
                                            <p:strVal val="#ppt_y-#ppt_h/2"/>
                                          </p:val>
                                        </p:tav>
                                        <p:tav tm="100000">
                                          <p:val>
                                            <p:strVal val="#ppt_y"/>
                                          </p:val>
                                        </p:tav>
                                      </p:tavLst>
                                    </p:anim>
                                    <p:anim calcmode="lin" valueType="num">
                                      <p:cBhvr>
                                        <p:cTn id="340" dur="500" fill="hold"/>
                                        <p:tgtEl>
                                          <p:spTgt spid="22597"/>
                                        </p:tgtEl>
                                        <p:attrNameLst>
                                          <p:attrName>ppt_w</p:attrName>
                                        </p:attrNameLst>
                                      </p:cBhvr>
                                      <p:tavLst>
                                        <p:tav tm="0">
                                          <p:val>
                                            <p:strVal val="#ppt_w"/>
                                          </p:val>
                                        </p:tav>
                                        <p:tav tm="100000">
                                          <p:val>
                                            <p:strVal val="#ppt_w"/>
                                          </p:val>
                                        </p:tav>
                                      </p:tavLst>
                                    </p:anim>
                                    <p:anim calcmode="lin" valueType="num">
                                      <p:cBhvr>
                                        <p:cTn id="341" dur="500" fill="hold"/>
                                        <p:tgtEl>
                                          <p:spTgt spid="22597"/>
                                        </p:tgtEl>
                                        <p:attrNameLst>
                                          <p:attrName>ppt_h</p:attrName>
                                        </p:attrNameLst>
                                      </p:cBhvr>
                                      <p:tavLst>
                                        <p:tav tm="0">
                                          <p:val>
                                            <p:fltVal val="0"/>
                                          </p:val>
                                        </p:tav>
                                        <p:tav tm="100000">
                                          <p:val>
                                            <p:strVal val="#ppt_h"/>
                                          </p:val>
                                        </p:tav>
                                      </p:tavLst>
                                    </p:anim>
                                  </p:childTnLst>
                                </p:cTn>
                              </p:par>
                            </p:childTnLst>
                          </p:cTn>
                        </p:par>
                      </p:childTnLst>
                    </p:cTn>
                  </p:par>
                  <p:par>
                    <p:cTn id="342" fill="hold" nodeType="clickPar">
                      <p:stCondLst>
                        <p:cond delay="indefinite"/>
                      </p:stCondLst>
                      <p:childTnLst>
                        <p:par>
                          <p:cTn id="343" fill="hold" nodeType="withGroup">
                            <p:stCondLst>
                              <p:cond delay="0"/>
                            </p:stCondLst>
                            <p:childTnLst>
                              <p:par>
                                <p:cTn id="344" presetID="18" presetClass="entr" presetSubtype="12" fill="hold" grpId="0" nodeType="clickEffect">
                                  <p:stCondLst>
                                    <p:cond delay="0"/>
                                  </p:stCondLst>
                                  <p:childTnLst>
                                    <p:set>
                                      <p:cBhvr>
                                        <p:cTn id="345" dur="1" fill="hold">
                                          <p:stCondLst>
                                            <p:cond delay="0"/>
                                          </p:stCondLst>
                                        </p:cTn>
                                        <p:tgtEl>
                                          <p:spTgt spid="22593"/>
                                        </p:tgtEl>
                                        <p:attrNameLst>
                                          <p:attrName>style.visibility</p:attrName>
                                        </p:attrNameLst>
                                      </p:cBhvr>
                                      <p:to>
                                        <p:strVal val="visible"/>
                                      </p:to>
                                    </p:set>
                                    <p:animEffect transition="in" filter="strips(downLeft)">
                                      <p:cBhvr>
                                        <p:cTn id="346" dur="500"/>
                                        <p:tgtEl>
                                          <p:spTgt spid="22593"/>
                                        </p:tgtEl>
                                      </p:cBhvr>
                                    </p:animEffect>
                                  </p:childTnLst>
                                </p:cTn>
                              </p:par>
                            </p:childTnLst>
                          </p:cTn>
                        </p:par>
                      </p:childTnLst>
                    </p:cTn>
                  </p:par>
                  <p:par>
                    <p:cTn id="347" fill="hold" nodeType="clickPar">
                      <p:stCondLst>
                        <p:cond delay="indefinite"/>
                      </p:stCondLst>
                      <p:childTnLst>
                        <p:par>
                          <p:cTn id="348" fill="hold" nodeType="withGroup">
                            <p:stCondLst>
                              <p:cond delay="0"/>
                            </p:stCondLst>
                            <p:childTnLst>
                              <p:par>
                                <p:cTn id="349" presetID="2" presetClass="entr" presetSubtype="1" fill="hold" nodeType="clickEffect">
                                  <p:stCondLst>
                                    <p:cond delay="0"/>
                                  </p:stCondLst>
                                  <p:childTnLst>
                                    <p:set>
                                      <p:cBhvr>
                                        <p:cTn id="350" dur="1" fill="hold">
                                          <p:stCondLst>
                                            <p:cond delay="0"/>
                                          </p:stCondLst>
                                        </p:cTn>
                                        <p:tgtEl>
                                          <p:spTgt spid="22639"/>
                                        </p:tgtEl>
                                        <p:attrNameLst>
                                          <p:attrName>style.visibility</p:attrName>
                                        </p:attrNameLst>
                                      </p:cBhvr>
                                      <p:to>
                                        <p:strVal val="visible"/>
                                      </p:to>
                                    </p:set>
                                    <p:anim calcmode="lin" valueType="num">
                                      <p:cBhvr additive="base">
                                        <p:cTn id="351" dur="500" fill="hold"/>
                                        <p:tgtEl>
                                          <p:spTgt spid="22639"/>
                                        </p:tgtEl>
                                        <p:attrNameLst>
                                          <p:attrName>ppt_x</p:attrName>
                                        </p:attrNameLst>
                                      </p:cBhvr>
                                      <p:tavLst>
                                        <p:tav tm="0">
                                          <p:val>
                                            <p:strVal val="#ppt_x"/>
                                          </p:val>
                                        </p:tav>
                                        <p:tav tm="100000">
                                          <p:val>
                                            <p:strVal val="#ppt_x"/>
                                          </p:val>
                                        </p:tav>
                                      </p:tavLst>
                                    </p:anim>
                                    <p:anim calcmode="lin" valueType="num">
                                      <p:cBhvr additive="base">
                                        <p:cTn id="352" dur="500" fill="hold"/>
                                        <p:tgtEl>
                                          <p:spTgt spid="22639"/>
                                        </p:tgtEl>
                                        <p:attrNameLst>
                                          <p:attrName>ppt_y</p:attrName>
                                        </p:attrNameLst>
                                      </p:cBhvr>
                                      <p:tavLst>
                                        <p:tav tm="0">
                                          <p:val>
                                            <p:strVal val="0-#ppt_h/2"/>
                                          </p:val>
                                        </p:tav>
                                        <p:tav tm="100000">
                                          <p:val>
                                            <p:strVal val="#ppt_y"/>
                                          </p:val>
                                        </p:tav>
                                      </p:tavLst>
                                    </p:anim>
                                  </p:childTnLst>
                                </p:cTn>
                              </p:par>
                            </p:childTnLst>
                          </p:cTn>
                        </p:par>
                      </p:childTnLst>
                    </p:cTn>
                  </p:par>
                  <p:par>
                    <p:cTn id="353" fill="hold" nodeType="clickPar">
                      <p:stCondLst>
                        <p:cond delay="indefinite"/>
                      </p:stCondLst>
                      <p:childTnLst>
                        <p:par>
                          <p:cTn id="354" fill="hold" nodeType="withGroup">
                            <p:stCondLst>
                              <p:cond delay="0"/>
                            </p:stCondLst>
                            <p:childTnLst>
                              <p:par>
                                <p:cTn id="355" presetID="19" presetClass="entr" presetSubtype="10" fill="hold" grpId="0" nodeType="clickEffect">
                                  <p:stCondLst>
                                    <p:cond delay="0"/>
                                  </p:stCondLst>
                                  <p:childTnLst>
                                    <p:set>
                                      <p:cBhvr>
                                        <p:cTn id="356" dur="1" fill="hold">
                                          <p:stCondLst>
                                            <p:cond delay="0"/>
                                          </p:stCondLst>
                                        </p:cTn>
                                        <p:tgtEl>
                                          <p:spTgt spid="22646"/>
                                        </p:tgtEl>
                                        <p:attrNameLst>
                                          <p:attrName>style.visibility</p:attrName>
                                        </p:attrNameLst>
                                      </p:cBhvr>
                                      <p:to>
                                        <p:strVal val="visible"/>
                                      </p:to>
                                    </p:set>
                                    <p:anim calcmode="lin" valueType="num">
                                      <p:cBhvr>
                                        <p:cTn id="357" dur="5000" fill="hold"/>
                                        <p:tgtEl>
                                          <p:spTgt spid="22646"/>
                                        </p:tgtEl>
                                        <p:attrNameLst>
                                          <p:attrName>ppt_w</p:attrName>
                                        </p:attrNameLst>
                                      </p:cBhvr>
                                      <p:tavLst>
                                        <p:tav tm="0" fmla="#ppt_w*sin(2.5*pi*$)">
                                          <p:val>
                                            <p:fltVal val="0"/>
                                          </p:val>
                                        </p:tav>
                                        <p:tav tm="100000">
                                          <p:val>
                                            <p:fltVal val="1"/>
                                          </p:val>
                                        </p:tav>
                                      </p:tavLst>
                                    </p:anim>
                                    <p:anim calcmode="lin" valueType="num">
                                      <p:cBhvr>
                                        <p:cTn id="358" dur="5000" fill="hold"/>
                                        <p:tgtEl>
                                          <p:spTgt spid="22646"/>
                                        </p:tgtEl>
                                        <p:attrNameLst>
                                          <p:attrName>ppt_h</p:attrName>
                                        </p:attrNameLst>
                                      </p:cBhvr>
                                      <p:tavLst>
                                        <p:tav tm="0">
                                          <p:val>
                                            <p:strVal val="#ppt_h"/>
                                          </p:val>
                                        </p:tav>
                                        <p:tav tm="100000">
                                          <p:val>
                                            <p:strVal val="#ppt_h"/>
                                          </p:val>
                                        </p:tav>
                                      </p:tavLst>
                                    </p:anim>
                                  </p:childTnLst>
                                </p:cTn>
                              </p:par>
                            </p:childTnLst>
                          </p:cTn>
                        </p:par>
                      </p:childTnLst>
                    </p:cTn>
                  </p:par>
                  <p:par>
                    <p:cTn id="359" fill="hold" nodeType="clickPar">
                      <p:stCondLst>
                        <p:cond delay="indefinite"/>
                      </p:stCondLst>
                      <p:childTnLst>
                        <p:par>
                          <p:cTn id="360" fill="hold" nodeType="withGroup">
                            <p:stCondLst>
                              <p:cond delay="0"/>
                            </p:stCondLst>
                            <p:childTnLst>
                              <p:par>
                                <p:cTn id="361" presetID="23" presetClass="entr" presetSubtype="16" fill="hold" nodeType="clickEffect">
                                  <p:stCondLst>
                                    <p:cond delay="0"/>
                                  </p:stCondLst>
                                  <p:childTnLst>
                                    <p:set>
                                      <p:cBhvr>
                                        <p:cTn id="362" dur="1" fill="hold">
                                          <p:stCondLst>
                                            <p:cond delay="0"/>
                                          </p:stCondLst>
                                        </p:cTn>
                                        <p:tgtEl>
                                          <p:spTgt spid="22598"/>
                                        </p:tgtEl>
                                        <p:attrNameLst>
                                          <p:attrName>style.visibility</p:attrName>
                                        </p:attrNameLst>
                                      </p:cBhvr>
                                      <p:to>
                                        <p:strVal val="visible"/>
                                      </p:to>
                                    </p:set>
                                    <p:anim calcmode="lin" valueType="num">
                                      <p:cBhvr>
                                        <p:cTn id="363" dur="500" fill="hold"/>
                                        <p:tgtEl>
                                          <p:spTgt spid="22598"/>
                                        </p:tgtEl>
                                        <p:attrNameLst>
                                          <p:attrName>ppt_w</p:attrName>
                                        </p:attrNameLst>
                                      </p:cBhvr>
                                      <p:tavLst>
                                        <p:tav tm="0">
                                          <p:val>
                                            <p:fltVal val="0"/>
                                          </p:val>
                                        </p:tav>
                                        <p:tav tm="100000">
                                          <p:val>
                                            <p:strVal val="#ppt_w"/>
                                          </p:val>
                                        </p:tav>
                                      </p:tavLst>
                                    </p:anim>
                                    <p:anim calcmode="lin" valueType="num">
                                      <p:cBhvr>
                                        <p:cTn id="364" dur="500" fill="hold"/>
                                        <p:tgtEl>
                                          <p:spTgt spid="22598"/>
                                        </p:tgtEl>
                                        <p:attrNameLst>
                                          <p:attrName>ppt_h</p:attrName>
                                        </p:attrNameLst>
                                      </p:cBhvr>
                                      <p:tavLst>
                                        <p:tav tm="0">
                                          <p:val>
                                            <p:fltVal val="0"/>
                                          </p:val>
                                        </p:tav>
                                        <p:tav tm="100000">
                                          <p:val>
                                            <p:strVal val="#ppt_h"/>
                                          </p:val>
                                        </p:tav>
                                      </p:tavLst>
                                    </p:anim>
                                  </p:childTnLst>
                                </p:cTn>
                              </p:par>
                            </p:childTnLst>
                          </p:cTn>
                        </p:par>
                      </p:childTnLst>
                    </p:cTn>
                  </p:par>
                  <p:par>
                    <p:cTn id="365" fill="hold" nodeType="clickPar">
                      <p:stCondLst>
                        <p:cond delay="indefinite"/>
                      </p:stCondLst>
                      <p:childTnLst>
                        <p:par>
                          <p:cTn id="366" fill="hold" nodeType="withGroup">
                            <p:stCondLst>
                              <p:cond delay="0"/>
                            </p:stCondLst>
                            <p:childTnLst>
                              <p:par>
                                <p:cTn id="367" presetID="23" presetClass="entr" presetSubtype="16" fill="hold" nodeType="clickEffect">
                                  <p:stCondLst>
                                    <p:cond delay="0"/>
                                  </p:stCondLst>
                                  <p:childTnLst>
                                    <p:set>
                                      <p:cBhvr>
                                        <p:cTn id="368" dur="1" fill="hold">
                                          <p:stCondLst>
                                            <p:cond delay="0"/>
                                          </p:stCondLst>
                                        </p:cTn>
                                        <p:tgtEl>
                                          <p:spTgt spid="22602"/>
                                        </p:tgtEl>
                                        <p:attrNameLst>
                                          <p:attrName>style.visibility</p:attrName>
                                        </p:attrNameLst>
                                      </p:cBhvr>
                                      <p:to>
                                        <p:strVal val="visible"/>
                                      </p:to>
                                    </p:set>
                                    <p:anim calcmode="lin" valueType="num">
                                      <p:cBhvr>
                                        <p:cTn id="369" dur="500" fill="hold"/>
                                        <p:tgtEl>
                                          <p:spTgt spid="22602"/>
                                        </p:tgtEl>
                                        <p:attrNameLst>
                                          <p:attrName>ppt_w</p:attrName>
                                        </p:attrNameLst>
                                      </p:cBhvr>
                                      <p:tavLst>
                                        <p:tav tm="0">
                                          <p:val>
                                            <p:fltVal val="0"/>
                                          </p:val>
                                        </p:tav>
                                        <p:tav tm="100000">
                                          <p:val>
                                            <p:strVal val="#ppt_w"/>
                                          </p:val>
                                        </p:tav>
                                      </p:tavLst>
                                    </p:anim>
                                    <p:anim calcmode="lin" valueType="num">
                                      <p:cBhvr>
                                        <p:cTn id="370" dur="500" fill="hold"/>
                                        <p:tgtEl>
                                          <p:spTgt spid="22602"/>
                                        </p:tgtEl>
                                        <p:attrNameLst>
                                          <p:attrName>ppt_h</p:attrName>
                                        </p:attrNameLst>
                                      </p:cBhvr>
                                      <p:tavLst>
                                        <p:tav tm="0">
                                          <p:val>
                                            <p:fltVal val="0"/>
                                          </p:val>
                                        </p:tav>
                                        <p:tav tm="100000">
                                          <p:val>
                                            <p:strVal val="#ppt_h"/>
                                          </p:val>
                                        </p:tav>
                                      </p:tavLst>
                                    </p:anim>
                                  </p:childTnLst>
                                </p:cTn>
                              </p:par>
                            </p:childTnLst>
                          </p:cTn>
                        </p:par>
                      </p:childTnLst>
                    </p:cTn>
                  </p:par>
                  <p:par>
                    <p:cTn id="371" fill="hold" nodeType="clickPar">
                      <p:stCondLst>
                        <p:cond delay="indefinite"/>
                      </p:stCondLst>
                      <p:childTnLst>
                        <p:par>
                          <p:cTn id="372" fill="hold" nodeType="withGroup">
                            <p:stCondLst>
                              <p:cond delay="0"/>
                            </p:stCondLst>
                            <p:childTnLst>
                              <p:par>
                                <p:cTn id="373" presetID="22" presetClass="entr" presetSubtype="4" fill="hold" grpId="0" nodeType="clickEffect">
                                  <p:stCondLst>
                                    <p:cond delay="0"/>
                                  </p:stCondLst>
                                  <p:childTnLst>
                                    <p:set>
                                      <p:cBhvr>
                                        <p:cTn id="374" dur="1" fill="hold">
                                          <p:stCondLst>
                                            <p:cond delay="0"/>
                                          </p:stCondLst>
                                        </p:cTn>
                                        <p:tgtEl>
                                          <p:spTgt spid="22658"/>
                                        </p:tgtEl>
                                        <p:attrNameLst>
                                          <p:attrName>style.visibility</p:attrName>
                                        </p:attrNameLst>
                                      </p:cBhvr>
                                      <p:to>
                                        <p:strVal val="visible"/>
                                      </p:to>
                                    </p:set>
                                    <p:animEffect transition="in" filter="wipe(down)">
                                      <p:cBhvr>
                                        <p:cTn id="375" dur="500"/>
                                        <p:tgtEl>
                                          <p:spTgt spid="22658"/>
                                        </p:tgtEl>
                                      </p:cBhvr>
                                    </p:animEffect>
                                  </p:childTnLst>
                                </p:cTn>
                              </p:par>
                            </p:childTnLst>
                          </p:cTn>
                        </p:par>
                      </p:childTnLst>
                    </p:cTn>
                  </p:par>
                  <p:par>
                    <p:cTn id="376" fill="hold" nodeType="clickPar">
                      <p:stCondLst>
                        <p:cond delay="indefinite"/>
                      </p:stCondLst>
                      <p:childTnLst>
                        <p:par>
                          <p:cTn id="377" fill="hold" nodeType="withGroup">
                            <p:stCondLst>
                              <p:cond delay="0"/>
                            </p:stCondLst>
                            <p:childTnLst>
                              <p:par>
                                <p:cTn id="378" presetID="22" presetClass="entr" presetSubtype="4" fill="hold" grpId="1" nodeType="clickEffect">
                                  <p:stCondLst>
                                    <p:cond delay="0"/>
                                  </p:stCondLst>
                                  <p:childTnLst>
                                    <p:set>
                                      <p:cBhvr>
                                        <p:cTn id="379" dur="1" fill="hold">
                                          <p:stCondLst>
                                            <p:cond delay="0"/>
                                          </p:stCondLst>
                                        </p:cTn>
                                        <p:tgtEl>
                                          <p:spTgt spid="22638"/>
                                        </p:tgtEl>
                                        <p:attrNameLst>
                                          <p:attrName>style.visibility</p:attrName>
                                        </p:attrNameLst>
                                      </p:cBhvr>
                                      <p:to>
                                        <p:strVal val="visible"/>
                                      </p:to>
                                    </p:set>
                                    <p:animEffect transition="in" filter="wipe(down)">
                                      <p:cBhvr>
                                        <p:cTn id="380" dur="500"/>
                                        <p:tgtEl>
                                          <p:spTgt spid="22638"/>
                                        </p:tgtEl>
                                      </p:cBhvr>
                                    </p:animEffect>
                                  </p:childTnLst>
                                </p:cTn>
                              </p:par>
                            </p:childTnLst>
                          </p:cTn>
                        </p:par>
                      </p:childTnLst>
                    </p:cTn>
                  </p:par>
                  <p:par>
                    <p:cTn id="381" fill="hold" nodeType="clickPar">
                      <p:stCondLst>
                        <p:cond delay="indefinite"/>
                      </p:stCondLst>
                      <p:childTnLst>
                        <p:par>
                          <p:cTn id="382" fill="hold" nodeType="withGroup">
                            <p:stCondLst>
                              <p:cond delay="0"/>
                            </p:stCondLst>
                            <p:childTnLst>
                              <p:par>
                                <p:cTn id="383" presetID="22" presetClass="entr" presetSubtype="4" fill="hold" grpId="0" nodeType="clickEffect">
                                  <p:stCondLst>
                                    <p:cond delay="0"/>
                                  </p:stCondLst>
                                  <p:childTnLst>
                                    <p:set>
                                      <p:cBhvr>
                                        <p:cTn id="384" dur="1" fill="hold">
                                          <p:stCondLst>
                                            <p:cond delay="0"/>
                                          </p:stCondLst>
                                        </p:cTn>
                                        <p:tgtEl>
                                          <p:spTgt spid="22663"/>
                                        </p:tgtEl>
                                        <p:attrNameLst>
                                          <p:attrName>style.visibility</p:attrName>
                                        </p:attrNameLst>
                                      </p:cBhvr>
                                      <p:to>
                                        <p:strVal val="visible"/>
                                      </p:to>
                                    </p:set>
                                    <p:animEffect transition="in" filter="wipe(down)">
                                      <p:cBhvr>
                                        <p:cTn id="385" dur="500"/>
                                        <p:tgtEl>
                                          <p:spTgt spid="22663"/>
                                        </p:tgtEl>
                                      </p:cBhvr>
                                    </p:animEffect>
                                  </p:childTnLst>
                                </p:cTn>
                              </p:par>
                            </p:childTnLst>
                          </p:cTn>
                        </p:par>
                      </p:childTnLst>
                    </p:cTn>
                  </p:par>
                  <p:par>
                    <p:cTn id="386" fill="hold" nodeType="clickPar">
                      <p:stCondLst>
                        <p:cond delay="indefinite"/>
                      </p:stCondLst>
                      <p:childTnLst>
                        <p:par>
                          <p:cTn id="387" fill="hold" nodeType="withGroup">
                            <p:stCondLst>
                              <p:cond delay="0"/>
                            </p:stCondLst>
                            <p:childTnLst>
                              <p:par>
                                <p:cTn id="388" presetID="22" presetClass="entr" presetSubtype="8" fill="hold" grpId="0" nodeType="clickEffect">
                                  <p:stCondLst>
                                    <p:cond delay="0"/>
                                  </p:stCondLst>
                                  <p:childTnLst>
                                    <p:set>
                                      <p:cBhvr>
                                        <p:cTn id="389" dur="1" fill="hold">
                                          <p:stCondLst>
                                            <p:cond delay="0"/>
                                          </p:stCondLst>
                                        </p:cTn>
                                        <p:tgtEl>
                                          <p:spTgt spid="22660"/>
                                        </p:tgtEl>
                                        <p:attrNameLst>
                                          <p:attrName>style.visibility</p:attrName>
                                        </p:attrNameLst>
                                      </p:cBhvr>
                                      <p:to>
                                        <p:strVal val="visible"/>
                                      </p:to>
                                    </p:set>
                                    <p:animEffect transition="in" filter="wipe(left)">
                                      <p:cBhvr>
                                        <p:cTn id="390" dur="500"/>
                                        <p:tgtEl>
                                          <p:spTgt spid="22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P spid="22535" grpId="0" animBg="1"/>
      <p:bldP spid="22536" grpId="0" animBg="1"/>
      <p:bldP spid="22537" grpId="0" animBg="1"/>
      <p:bldP spid="22538" grpId="0" animBg="1"/>
      <p:bldP spid="22539" grpId="0" animBg="1"/>
      <p:bldP spid="22540" grpId="0" animBg="1"/>
      <p:bldP spid="22541" grpId="0" animBg="1"/>
      <p:bldP spid="22542" grpId="0" animBg="1"/>
      <p:bldP spid="22549" grpId="0" animBg="1"/>
      <p:bldP spid="22550" grpId="0" animBg="1"/>
      <p:bldP spid="22551" grpId="0" animBg="1"/>
      <p:bldP spid="22552" grpId="0" animBg="1"/>
      <p:bldP spid="22553" grpId="0" animBg="1"/>
      <p:bldP spid="22554" grpId="0" animBg="1"/>
      <p:bldP spid="22555" grpId="0" animBg="1"/>
      <p:bldP spid="22556" grpId="0" animBg="1"/>
      <p:bldP spid="22557" grpId="0" animBg="1"/>
      <p:bldP spid="22571" grpId="0" animBg="1"/>
      <p:bldP spid="22586" grpId="0" animBg="1"/>
      <p:bldP spid="22587" grpId="0" animBg="1"/>
      <p:bldP spid="22588" grpId="0" animBg="1"/>
      <p:bldP spid="22589" grpId="0" animBg="1"/>
      <p:bldP spid="22590" grpId="0" animBg="1"/>
      <p:bldP spid="22591" grpId="0" animBg="1"/>
      <p:bldP spid="22592" grpId="0" animBg="1"/>
      <p:bldP spid="22593" grpId="0" animBg="1"/>
      <p:bldP spid="22594" grpId="0" animBg="1"/>
      <p:bldP spid="22595" grpId="0" animBg="1"/>
      <p:bldP spid="22596" grpId="0" animBg="1"/>
      <p:bldP spid="22597" grpId="0" animBg="1"/>
      <p:bldP spid="22606" grpId="0" autoUpdateAnimBg="0"/>
      <p:bldP spid="22607" grpId="0" autoUpdateAnimBg="0"/>
      <p:bldP spid="22613" grpId="0" animBg="1"/>
      <p:bldP spid="22634" grpId="0" autoUpdateAnimBg="0"/>
      <p:bldP spid="22635" grpId="0" animBg="1"/>
      <p:bldP spid="22636" grpId="0" animBg="1"/>
      <p:bldP spid="22637" grpId="0" autoUpdateAnimBg="0"/>
      <p:bldP spid="22638" grpId="0" autoUpdateAnimBg="0"/>
      <p:bldP spid="22638" grpId="1"/>
      <p:bldP spid="22646" grpId="0" animBg="1"/>
      <p:bldP spid="22647" grpId="0" animBg="1"/>
      <p:bldP spid="22648" grpId="0" animBg="1"/>
      <p:bldP spid="22658" grpId="0"/>
      <p:bldP spid="22660" grpId="0" animBg="1"/>
      <p:bldP spid="2266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8585200" y="4208463"/>
            <a:ext cx="330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Y</a:t>
            </a:r>
          </a:p>
        </p:txBody>
      </p:sp>
      <p:grpSp>
        <p:nvGrpSpPr>
          <p:cNvPr id="24579" name="Group 3"/>
          <p:cNvGrpSpPr>
            <a:grpSpLocks/>
          </p:cNvGrpSpPr>
          <p:nvPr/>
        </p:nvGrpSpPr>
        <p:grpSpPr bwMode="auto">
          <a:xfrm>
            <a:off x="0" y="0"/>
            <a:ext cx="3733800" cy="1371600"/>
            <a:chOff x="0" y="0"/>
            <a:chExt cx="2352" cy="864"/>
          </a:xfrm>
        </p:grpSpPr>
        <p:sp>
          <p:nvSpPr>
            <p:cNvPr id="24691" name="Rectangle 4"/>
            <p:cNvSpPr>
              <a:spLocks noChangeArrowheads="1"/>
            </p:cNvSpPr>
            <p:nvPr/>
          </p:nvSpPr>
          <p:spPr bwMode="auto">
            <a:xfrm>
              <a:off x="0" y="0"/>
              <a:ext cx="2256" cy="86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692" name="Text Box 5"/>
            <p:cNvSpPr txBox="1">
              <a:spLocks noChangeArrowheads="1"/>
            </p:cNvSpPr>
            <p:nvPr/>
          </p:nvSpPr>
          <p:spPr bwMode="auto">
            <a:xfrm>
              <a:off x="0" y="0"/>
              <a:ext cx="2352" cy="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600" b="1">
                  <a:solidFill>
                    <a:srgbClr val="FF0000"/>
                  </a:solidFill>
                </a:rPr>
                <a:t>Problem 6:</a:t>
              </a:r>
              <a:r>
                <a:rPr lang="en-US" altLang="en-US" sz="1600"/>
                <a:t>A tetrahedron of 50 mm long edges is resting on one edge on Hp while one triangular face containing this edge is vertical and 45</a:t>
              </a:r>
              <a:r>
                <a:rPr lang="en-US" altLang="en-US" sz="1600" baseline="30000"/>
                <a:t>0</a:t>
              </a:r>
              <a:r>
                <a:rPr lang="en-US" altLang="en-US" sz="1600"/>
                <a:t> inclined to Vp. Draw projections.</a:t>
              </a:r>
            </a:p>
          </p:txBody>
        </p:sp>
      </p:grpSp>
      <p:sp>
        <p:nvSpPr>
          <p:cNvPr id="24582" name="Line 6"/>
          <p:cNvSpPr>
            <a:spLocks noChangeShapeType="1"/>
          </p:cNvSpPr>
          <p:nvPr/>
        </p:nvSpPr>
        <p:spPr bwMode="auto">
          <a:xfrm>
            <a:off x="2155825" y="4427538"/>
            <a:ext cx="65817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3" name="Line 7"/>
          <p:cNvSpPr>
            <a:spLocks noChangeShapeType="1"/>
          </p:cNvSpPr>
          <p:nvPr/>
        </p:nvSpPr>
        <p:spPr bwMode="auto">
          <a:xfrm>
            <a:off x="4049713" y="4827588"/>
            <a:ext cx="0" cy="14954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4" name="Line 8"/>
          <p:cNvSpPr>
            <a:spLocks noChangeShapeType="1"/>
          </p:cNvSpPr>
          <p:nvPr/>
        </p:nvSpPr>
        <p:spPr bwMode="auto">
          <a:xfrm flipH="1" flipV="1">
            <a:off x="2754313" y="5524500"/>
            <a:ext cx="1295400" cy="798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5" name="Line 9"/>
          <p:cNvSpPr>
            <a:spLocks noChangeShapeType="1"/>
          </p:cNvSpPr>
          <p:nvPr/>
        </p:nvSpPr>
        <p:spPr bwMode="auto">
          <a:xfrm flipV="1">
            <a:off x="2754313" y="4827588"/>
            <a:ext cx="1295400" cy="6969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6" name="Line 10"/>
          <p:cNvSpPr>
            <a:spLocks noChangeShapeType="1"/>
          </p:cNvSpPr>
          <p:nvPr/>
        </p:nvSpPr>
        <p:spPr bwMode="auto">
          <a:xfrm>
            <a:off x="2754313" y="5524500"/>
            <a:ext cx="8969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7" name="Line 11"/>
          <p:cNvSpPr>
            <a:spLocks noChangeShapeType="1"/>
          </p:cNvSpPr>
          <p:nvPr/>
        </p:nvSpPr>
        <p:spPr bwMode="auto">
          <a:xfrm flipH="1">
            <a:off x="3651250" y="4827588"/>
            <a:ext cx="398463" cy="6969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8" name="Line 12"/>
          <p:cNvSpPr>
            <a:spLocks noChangeShapeType="1"/>
          </p:cNvSpPr>
          <p:nvPr/>
        </p:nvSpPr>
        <p:spPr bwMode="auto">
          <a:xfrm>
            <a:off x="3651250" y="5524500"/>
            <a:ext cx="398463" cy="798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9" name="Text Box 13"/>
          <p:cNvSpPr txBox="1">
            <a:spLocks noChangeArrowheads="1"/>
          </p:cNvSpPr>
          <p:nvPr/>
        </p:nvSpPr>
        <p:spPr bwMode="auto">
          <a:xfrm>
            <a:off x="1955800" y="4087813"/>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X</a:t>
            </a:r>
          </a:p>
        </p:txBody>
      </p:sp>
      <p:sp>
        <p:nvSpPr>
          <p:cNvPr id="24590" name="Line 14"/>
          <p:cNvSpPr>
            <a:spLocks noChangeShapeType="1"/>
          </p:cNvSpPr>
          <p:nvPr/>
        </p:nvSpPr>
        <p:spPr bwMode="auto">
          <a:xfrm flipV="1">
            <a:off x="4049713" y="4427538"/>
            <a:ext cx="0" cy="40005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1" name="Line 15"/>
          <p:cNvSpPr>
            <a:spLocks noChangeShapeType="1"/>
          </p:cNvSpPr>
          <p:nvPr/>
        </p:nvSpPr>
        <p:spPr bwMode="auto">
          <a:xfrm flipV="1">
            <a:off x="3651250" y="4427538"/>
            <a:ext cx="0" cy="109696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2" name="Line 16"/>
          <p:cNvSpPr>
            <a:spLocks noChangeShapeType="1"/>
          </p:cNvSpPr>
          <p:nvPr/>
        </p:nvSpPr>
        <p:spPr bwMode="auto">
          <a:xfrm flipV="1">
            <a:off x="2754313" y="4427538"/>
            <a:ext cx="0" cy="109696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3" name="Line 17"/>
          <p:cNvSpPr>
            <a:spLocks noChangeShapeType="1"/>
          </p:cNvSpPr>
          <p:nvPr/>
        </p:nvSpPr>
        <p:spPr bwMode="auto">
          <a:xfrm flipV="1">
            <a:off x="3651250" y="2832100"/>
            <a:ext cx="0" cy="1595438"/>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4" name="Line 18"/>
          <p:cNvSpPr>
            <a:spLocks noChangeShapeType="1"/>
          </p:cNvSpPr>
          <p:nvPr/>
        </p:nvSpPr>
        <p:spPr bwMode="auto">
          <a:xfrm rot="2181704">
            <a:off x="3200400" y="3070225"/>
            <a:ext cx="1588" cy="14954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5" name="Line 19"/>
          <p:cNvSpPr>
            <a:spLocks noChangeShapeType="1"/>
          </p:cNvSpPr>
          <p:nvPr/>
        </p:nvSpPr>
        <p:spPr bwMode="auto">
          <a:xfrm>
            <a:off x="3651250" y="3232150"/>
            <a:ext cx="398463" cy="11953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6" name="Line 20"/>
          <p:cNvSpPr>
            <a:spLocks noChangeShapeType="1"/>
          </p:cNvSpPr>
          <p:nvPr/>
        </p:nvSpPr>
        <p:spPr bwMode="auto">
          <a:xfrm>
            <a:off x="2754313" y="4427538"/>
            <a:ext cx="1295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7" name="Line 21"/>
          <p:cNvSpPr>
            <a:spLocks noChangeShapeType="1"/>
          </p:cNvSpPr>
          <p:nvPr/>
        </p:nvSpPr>
        <p:spPr bwMode="auto">
          <a:xfrm>
            <a:off x="3252788" y="2998788"/>
            <a:ext cx="198437" cy="133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8" name="Line 22"/>
          <p:cNvSpPr>
            <a:spLocks noChangeShapeType="1"/>
          </p:cNvSpPr>
          <p:nvPr/>
        </p:nvSpPr>
        <p:spPr bwMode="auto">
          <a:xfrm>
            <a:off x="2354263" y="4129088"/>
            <a:ext cx="300037" cy="200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9" name="Line 23"/>
          <p:cNvSpPr>
            <a:spLocks noChangeShapeType="1"/>
          </p:cNvSpPr>
          <p:nvPr/>
        </p:nvSpPr>
        <p:spPr bwMode="auto">
          <a:xfrm flipV="1">
            <a:off x="2965450" y="3019425"/>
            <a:ext cx="300038" cy="3984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00" name="Line 24"/>
          <p:cNvSpPr>
            <a:spLocks noChangeShapeType="1"/>
          </p:cNvSpPr>
          <p:nvPr/>
        </p:nvSpPr>
        <p:spPr bwMode="auto">
          <a:xfrm flipH="1">
            <a:off x="2454275" y="3730625"/>
            <a:ext cx="300038" cy="4984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01" name="Text Box 25"/>
          <p:cNvSpPr txBox="1">
            <a:spLocks noChangeArrowheads="1"/>
          </p:cNvSpPr>
          <p:nvPr/>
        </p:nvSpPr>
        <p:spPr bwMode="auto">
          <a:xfrm>
            <a:off x="2554288" y="3368675"/>
            <a:ext cx="444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T L</a:t>
            </a:r>
          </a:p>
        </p:txBody>
      </p:sp>
      <p:grpSp>
        <p:nvGrpSpPr>
          <p:cNvPr id="24602" name="Group 26"/>
          <p:cNvGrpSpPr>
            <a:grpSpLocks/>
          </p:cNvGrpSpPr>
          <p:nvPr/>
        </p:nvGrpSpPr>
        <p:grpSpPr bwMode="auto">
          <a:xfrm>
            <a:off x="2533650" y="4589463"/>
            <a:ext cx="1716088" cy="1870075"/>
            <a:chOff x="278" y="1134"/>
            <a:chExt cx="826" cy="900"/>
          </a:xfrm>
        </p:grpSpPr>
        <p:sp>
          <p:nvSpPr>
            <p:cNvPr id="2" name="Text Box 27"/>
            <p:cNvSpPr txBox="1">
              <a:spLocks noChangeArrowheads="1"/>
            </p:cNvSpPr>
            <p:nvPr/>
          </p:nvSpPr>
          <p:spPr bwMode="auto">
            <a:xfrm>
              <a:off x="278" y="1479"/>
              <a:ext cx="132"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24688" name="Text Box 28"/>
            <p:cNvSpPr txBox="1">
              <a:spLocks noChangeArrowheads="1"/>
            </p:cNvSpPr>
            <p:nvPr/>
          </p:nvSpPr>
          <p:spPr bwMode="auto">
            <a:xfrm>
              <a:off x="804" y="1470"/>
              <a:ext cx="137"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p>
          </p:txBody>
        </p:sp>
        <p:sp>
          <p:nvSpPr>
            <p:cNvPr id="24689" name="Text Box 29"/>
            <p:cNvSpPr txBox="1">
              <a:spLocks noChangeArrowheads="1"/>
            </p:cNvSpPr>
            <p:nvPr/>
          </p:nvSpPr>
          <p:spPr bwMode="auto">
            <a:xfrm>
              <a:off x="966" y="1872"/>
              <a:ext cx="137"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3" name="Text Box 30"/>
            <p:cNvSpPr txBox="1">
              <a:spLocks noChangeArrowheads="1"/>
            </p:cNvSpPr>
            <p:nvPr/>
          </p:nvSpPr>
          <p:spPr bwMode="auto">
            <a:xfrm>
              <a:off x="972" y="1134"/>
              <a:ext cx="132"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grpSp>
      <p:grpSp>
        <p:nvGrpSpPr>
          <p:cNvPr id="24607" name="Group 31"/>
          <p:cNvGrpSpPr>
            <a:grpSpLocks/>
          </p:cNvGrpSpPr>
          <p:nvPr/>
        </p:nvGrpSpPr>
        <p:grpSpPr bwMode="auto">
          <a:xfrm>
            <a:off x="2454275" y="3073400"/>
            <a:ext cx="1851025" cy="1482725"/>
            <a:chOff x="240" y="404"/>
            <a:chExt cx="891" cy="714"/>
          </a:xfrm>
        </p:grpSpPr>
        <p:sp>
          <p:nvSpPr>
            <p:cNvPr id="4" name="Text Box 32"/>
            <p:cNvSpPr txBox="1">
              <a:spLocks noChangeArrowheads="1"/>
            </p:cNvSpPr>
            <p:nvPr/>
          </p:nvSpPr>
          <p:spPr bwMode="auto">
            <a:xfrm>
              <a:off x="960" y="884"/>
              <a:ext cx="170"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24684" name="Text Box 33"/>
            <p:cNvSpPr txBox="1">
              <a:spLocks noChangeArrowheads="1"/>
            </p:cNvSpPr>
            <p:nvPr/>
          </p:nvSpPr>
          <p:spPr bwMode="auto">
            <a:xfrm>
              <a:off x="240" y="912"/>
              <a:ext cx="165"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24685" name="Text Box 34"/>
            <p:cNvSpPr txBox="1">
              <a:spLocks noChangeArrowheads="1"/>
            </p:cNvSpPr>
            <p:nvPr/>
          </p:nvSpPr>
          <p:spPr bwMode="auto">
            <a:xfrm>
              <a:off x="966" y="956"/>
              <a:ext cx="165"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24686" name="Text Box 35"/>
            <p:cNvSpPr txBox="1">
              <a:spLocks noChangeArrowheads="1"/>
            </p:cNvSpPr>
            <p:nvPr/>
          </p:nvSpPr>
          <p:spPr bwMode="auto">
            <a:xfrm>
              <a:off x="768" y="404"/>
              <a:ext cx="170"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p>
          </p:txBody>
        </p:sp>
      </p:grpSp>
      <p:grpSp>
        <p:nvGrpSpPr>
          <p:cNvPr id="24612" name="Group 36"/>
          <p:cNvGrpSpPr>
            <a:grpSpLocks/>
          </p:cNvGrpSpPr>
          <p:nvPr/>
        </p:nvGrpSpPr>
        <p:grpSpPr bwMode="auto">
          <a:xfrm>
            <a:off x="4351338" y="3578225"/>
            <a:ext cx="1576387" cy="646113"/>
            <a:chOff x="1153" y="647"/>
            <a:chExt cx="759" cy="311"/>
          </a:xfrm>
        </p:grpSpPr>
        <p:sp>
          <p:nvSpPr>
            <p:cNvPr id="24680" name="Line 37"/>
            <p:cNvSpPr>
              <a:spLocks noChangeShapeType="1"/>
            </p:cNvSpPr>
            <p:nvPr/>
          </p:nvSpPr>
          <p:spPr bwMode="auto">
            <a:xfrm rot="3203600">
              <a:off x="1551" y="288"/>
              <a:ext cx="1" cy="7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 name="Line 38"/>
            <p:cNvSpPr>
              <a:spLocks noChangeShapeType="1"/>
            </p:cNvSpPr>
            <p:nvPr/>
          </p:nvSpPr>
          <p:spPr bwMode="auto">
            <a:xfrm rot="1021896">
              <a:off x="1245" y="957"/>
              <a:ext cx="624" cy="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Text Box 39"/>
            <p:cNvSpPr txBox="1">
              <a:spLocks noChangeArrowheads="1"/>
            </p:cNvSpPr>
            <p:nvPr/>
          </p:nvSpPr>
          <p:spPr bwMode="auto">
            <a:xfrm rot="1021896">
              <a:off x="1153" y="692"/>
              <a:ext cx="165"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grpSp>
      <p:grpSp>
        <p:nvGrpSpPr>
          <p:cNvPr id="24616" name="Group 40"/>
          <p:cNvGrpSpPr>
            <a:grpSpLocks/>
          </p:cNvGrpSpPr>
          <p:nvPr/>
        </p:nvGrpSpPr>
        <p:grpSpPr bwMode="auto">
          <a:xfrm>
            <a:off x="4573588" y="3929063"/>
            <a:ext cx="1235075" cy="2493962"/>
            <a:chOff x="1260" y="816"/>
            <a:chExt cx="594" cy="1200"/>
          </a:xfrm>
        </p:grpSpPr>
        <p:sp>
          <p:nvSpPr>
            <p:cNvPr id="24678" name="Line 41"/>
            <p:cNvSpPr>
              <a:spLocks noChangeShapeType="1"/>
            </p:cNvSpPr>
            <p:nvPr/>
          </p:nvSpPr>
          <p:spPr bwMode="auto">
            <a:xfrm>
              <a:off x="1260" y="816"/>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9" name="Line 42"/>
            <p:cNvSpPr>
              <a:spLocks noChangeShapeType="1"/>
            </p:cNvSpPr>
            <p:nvPr/>
          </p:nvSpPr>
          <p:spPr bwMode="auto">
            <a:xfrm>
              <a:off x="1854" y="96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4619" name="Group 43"/>
          <p:cNvGrpSpPr>
            <a:grpSpLocks/>
          </p:cNvGrpSpPr>
          <p:nvPr/>
        </p:nvGrpSpPr>
        <p:grpSpPr bwMode="auto">
          <a:xfrm>
            <a:off x="3651250" y="4827588"/>
            <a:ext cx="2592388" cy="1495425"/>
            <a:chOff x="816" y="1248"/>
            <a:chExt cx="1248" cy="720"/>
          </a:xfrm>
        </p:grpSpPr>
        <p:sp>
          <p:nvSpPr>
            <p:cNvPr id="7" name="Line 44"/>
            <p:cNvSpPr>
              <a:spLocks noChangeShapeType="1"/>
            </p:cNvSpPr>
            <p:nvPr/>
          </p:nvSpPr>
          <p:spPr bwMode="auto">
            <a:xfrm>
              <a:off x="1008" y="1248"/>
              <a:ext cx="8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6" name="Line 45"/>
            <p:cNvSpPr>
              <a:spLocks noChangeShapeType="1"/>
            </p:cNvSpPr>
            <p:nvPr/>
          </p:nvSpPr>
          <p:spPr bwMode="auto">
            <a:xfrm>
              <a:off x="816" y="1584"/>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7" name="Line 46"/>
            <p:cNvSpPr>
              <a:spLocks noChangeShapeType="1"/>
            </p:cNvSpPr>
            <p:nvPr/>
          </p:nvSpPr>
          <p:spPr bwMode="auto">
            <a:xfrm>
              <a:off x="1008" y="1968"/>
              <a:ext cx="105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4623" name="Group 47"/>
          <p:cNvGrpSpPr>
            <a:grpSpLocks/>
          </p:cNvGrpSpPr>
          <p:nvPr/>
        </p:nvGrpSpPr>
        <p:grpSpPr bwMode="auto">
          <a:xfrm>
            <a:off x="4249738" y="4627563"/>
            <a:ext cx="1951037" cy="1831975"/>
            <a:chOff x="1104" y="1152"/>
            <a:chExt cx="939" cy="882"/>
          </a:xfrm>
        </p:grpSpPr>
        <p:sp>
          <p:nvSpPr>
            <p:cNvPr id="24666" name="Text Box 48"/>
            <p:cNvSpPr txBox="1">
              <a:spLocks noChangeArrowheads="1"/>
            </p:cNvSpPr>
            <p:nvPr/>
          </p:nvSpPr>
          <p:spPr bwMode="auto">
            <a:xfrm>
              <a:off x="1104" y="1488"/>
              <a:ext cx="166"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r>
                <a:rPr lang="en-US" altLang="en-US" sz="1600" baseline="-25000">
                  <a:latin typeface="Times New Roman" panose="02020603050405020304" pitchFamily="18" charset="0"/>
                </a:rPr>
                <a:t>1</a:t>
              </a:r>
            </a:p>
          </p:txBody>
        </p:sp>
        <p:grpSp>
          <p:nvGrpSpPr>
            <p:cNvPr id="24667" name="Group 49"/>
            <p:cNvGrpSpPr>
              <a:grpSpLocks/>
            </p:cNvGrpSpPr>
            <p:nvPr/>
          </p:nvGrpSpPr>
          <p:grpSpPr bwMode="auto">
            <a:xfrm>
              <a:off x="1230" y="1152"/>
              <a:ext cx="813" cy="882"/>
              <a:chOff x="1230" y="1152"/>
              <a:chExt cx="813" cy="882"/>
            </a:xfrm>
          </p:grpSpPr>
          <p:sp>
            <p:nvSpPr>
              <p:cNvPr id="8" name="Oval 50"/>
              <p:cNvSpPr>
                <a:spLocks noChangeArrowheads="1"/>
              </p:cNvSpPr>
              <p:nvPr/>
            </p:nvSpPr>
            <p:spPr bwMode="auto">
              <a:xfrm>
                <a:off x="1230" y="155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Oval 51"/>
              <p:cNvSpPr>
                <a:spLocks noChangeArrowheads="1"/>
              </p:cNvSpPr>
              <p:nvPr/>
            </p:nvSpPr>
            <p:spPr bwMode="auto">
              <a:xfrm>
                <a:off x="1824" y="15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 name="Oval 52"/>
              <p:cNvSpPr>
                <a:spLocks noChangeArrowheads="1"/>
              </p:cNvSpPr>
              <p:nvPr/>
            </p:nvSpPr>
            <p:spPr bwMode="auto">
              <a:xfrm>
                <a:off x="1830" y="194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1" name="Text Box 53"/>
              <p:cNvSpPr txBox="1">
                <a:spLocks noChangeArrowheads="1"/>
              </p:cNvSpPr>
              <p:nvPr/>
            </p:nvSpPr>
            <p:spPr bwMode="auto">
              <a:xfrm>
                <a:off x="1824" y="1152"/>
                <a:ext cx="166"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r>
                  <a:rPr lang="en-US" altLang="en-US" sz="1600" baseline="-25000">
                    <a:latin typeface="Times New Roman" panose="02020603050405020304" pitchFamily="18" charset="0"/>
                  </a:rPr>
                  <a:t>1</a:t>
                </a:r>
              </a:p>
            </p:txBody>
          </p:sp>
          <p:sp>
            <p:nvSpPr>
              <p:cNvPr id="12" name="Text Box 54"/>
              <p:cNvSpPr txBox="1">
                <a:spLocks noChangeArrowheads="1"/>
              </p:cNvSpPr>
              <p:nvPr/>
            </p:nvSpPr>
            <p:spPr bwMode="auto">
              <a:xfrm>
                <a:off x="1824" y="1488"/>
                <a:ext cx="171"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r>
                  <a:rPr lang="en-US" altLang="en-US" sz="1600" baseline="-25000">
                    <a:latin typeface="Times New Roman" panose="02020603050405020304" pitchFamily="18" charset="0"/>
                  </a:rPr>
                  <a:t>1</a:t>
                </a:r>
              </a:p>
            </p:txBody>
          </p:sp>
          <p:sp>
            <p:nvSpPr>
              <p:cNvPr id="13" name="Text Box 55"/>
              <p:cNvSpPr txBox="1">
                <a:spLocks noChangeArrowheads="1"/>
              </p:cNvSpPr>
              <p:nvPr/>
            </p:nvSpPr>
            <p:spPr bwMode="auto">
              <a:xfrm>
                <a:off x="1872" y="1872"/>
                <a:ext cx="171"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r>
                  <a:rPr lang="en-US" altLang="en-US" sz="1600" baseline="-25000">
                    <a:latin typeface="Times New Roman" panose="02020603050405020304" pitchFamily="18" charset="0"/>
                  </a:rPr>
                  <a:t>1</a:t>
                </a:r>
              </a:p>
            </p:txBody>
          </p:sp>
          <p:sp>
            <p:nvSpPr>
              <p:cNvPr id="14" name="Line 56"/>
              <p:cNvSpPr>
                <a:spLocks noChangeShapeType="1"/>
              </p:cNvSpPr>
              <p:nvPr/>
            </p:nvSpPr>
            <p:spPr bwMode="auto">
              <a:xfrm>
                <a:off x="1860" y="1248"/>
                <a:ext cx="0" cy="7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24633" name="Group 57"/>
          <p:cNvGrpSpPr>
            <a:grpSpLocks/>
          </p:cNvGrpSpPr>
          <p:nvPr/>
        </p:nvGrpSpPr>
        <p:grpSpPr bwMode="auto">
          <a:xfrm>
            <a:off x="4548188" y="4827588"/>
            <a:ext cx="1296987" cy="1495425"/>
            <a:chOff x="1248" y="1248"/>
            <a:chExt cx="624" cy="720"/>
          </a:xfrm>
        </p:grpSpPr>
        <p:sp>
          <p:nvSpPr>
            <p:cNvPr id="24663" name="Line 58"/>
            <p:cNvSpPr>
              <a:spLocks noChangeShapeType="1"/>
            </p:cNvSpPr>
            <p:nvPr/>
          </p:nvSpPr>
          <p:spPr bwMode="auto">
            <a:xfrm flipV="1">
              <a:off x="1248" y="1248"/>
              <a:ext cx="624" cy="3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64" name="Line 59"/>
            <p:cNvSpPr>
              <a:spLocks noChangeShapeType="1"/>
            </p:cNvSpPr>
            <p:nvPr/>
          </p:nvSpPr>
          <p:spPr bwMode="auto">
            <a:xfrm>
              <a:off x="1248" y="1584"/>
              <a:ext cx="624"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60"/>
            <p:cNvSpPr>
              <a:spLocks noChangeShapeType="1"/>
            </p:cNvSpPr>
            <p:nvPr/>
          </p:nvSpPr>
          <p:spPr bwMode="auto">
            <a:xfrm>
              <a:off x="1296" y="1584"/>
              <a:ext cx="5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4637" name="Group 61"/>
          <p:cNvGrpSpPr>
            <a:grpSpLocks/>
          </p:cNvGrpSpPr>
          <p:nvPr/>
        </p:nvGrpSpPr>
        <p:grpSpPr bwMode="auto">
          <a:xfrm>
            <a:off x="6657975" y="4875213"/>
            <a:ext cx="1573213" cy="1430337"/>
            <a:chOff x="2263" y="1271"/>
            <a:chExt cx="757" cy="689"/>
          </a:xfrm>
        </p:grpSpPr>
        <p:sp>
          <p:nvSpPr>
            <p:cNvPr id="16" name="Oval 62"/>
            <p:cNvSpPr>
              <a:spLocks noChangeArrowheads="1"/>
            </p:cNvSpPr>
            <p:nvPr/>
          </p:nvSpPr>
          <p:spPr bwMode="auto">
            <a:xfrm rot="-2435986">
              <a:off x="2495" y="1271"/>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 name="Oval 63"/>
            <p:cNvSpPr>
              <a:spLocks noChangeArrowheads="1"/>
            </p:cNvSpPr>
            <p:nvPr/>
          </p:nvSpPr>
          <p:spPr bwMode="auto">
            <a:xfrm rot="-2435986">
              <a:off x="2263" y="191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661" name="Oval 64"/>
            <p:cNvSpPr>
              <a:spLocks noChangeArrowheads="1"/>
            </p:cNvSpPr>
            <p:nvPr/>
          </p:nvSpPr>
          <p:spPr bwMode="auto">
            <a:xfrm rot="-2435986">
              <a:off x="2718" y="153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662" name="Oval 65"/>
            <p:cNvSpPr>
              <a:spLocks noChangeArrowheads="1"/>
            </p:cNvSpPr>
            <p:nvPr/>
          </p:nvSpPr>
          <p:spPr bwMode="auto">
            <a:xfrm rot="-2435986">
              <a:off x="2972" y="181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nvGrpSpPr>
          <p:cNvPr id="24642" name="Group 66"/>
          <p:cNvGrpSpPr>
            <a:grpSpLocks/>
          </p:cNvGrpSpPr>
          <p:nvPr/>
        </p:nvGrpSpPr>
        <p:grpSpPr bwMode="auto">
          <a:xfrm>
            <a:off x="6323013" y="5187950"/>
            <a:ext cx="2174875" cy="1365250"/>
            <a:chOff x="2102" y="1422"/>
            <a:chExt cx="1047" cy="657"/>
          </a:xfrm>
        </p:grpSpPr>
        <p:sp>
          <p:nvSpPr>
            <p:cNvPr id="24653" name="Text Box 67"/>
            <p:cNvSpPr txBox="1">
              <a:spLocks noChangeArrowheads="1"/>
            </p:cNvSpPr>
            <p:nvPr/>
          </p:nvSpPr>
          <p:spPr bwMode="auto">
            <a:xfrm rot="-2435986">
              <a:off x="2147" y="1892"/>
              <a:ext cx="166"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r>
                <a:rPr lang="en-US" altLang="en-US" sz="1600" baseline="-25000">
                  <a:latin typeface="Times New Roman" panose="02020603050405020304" pitchFamily="18" charset="0"/>
                </a:rPr>
                <a:t>1</a:t>
              </a:r>
            </a:p>
          </p:txBody>
        </p:sp>
        <p:sp>
          <p:nvSpPr>
            <p:cNvPr id="24654" name="Text Box 68"/>
            <p:cNvSpPr txBox="1">
              <a:spLocks noChangeArrowheads="1"/>
            </p:cNvSpPr>
            <p:nvPr/>
          </p:nvSpPr>
          <p:spPr bwMode="auto">
            <a:xfrm rot="-2435986">
              <a:off x="2693" y="1422"/>
              <a:ext cx="171"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r>
                <a:rPr lang="en-US" altLang="en-US" sz="1600" baseline="-25000">
                  <a:latin typeface="Times New Roman" panose="02020603050405020304" pitchFamily="18" charset="0"/>
                </a:rPr>
                <a:t>1</a:t>
              </a:r>
            </a:p>
          </p:txBody>
        </p:sp>
        <p:sp>
          <p:nvSpPr>
            <p:cNvPr id="18" name="Text Box 69"/>
            <p:cNvSpPr txBox="1">
              <a:spLocks noChangeArrowheads="1"/>
            </p:cNvSpPr>
            <p:nvPr/>
          </p:nvSpPr>
          <p:spPr bwMode="auto">
            <a:xfrm rot="-2435986">
              <a:off x="2978" y="1681"/>
              <a:ext cx="171"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r>
                <a:rPr lang="en-US" altLang="en-US" sz="1600" baseline="-25000">
                  <a:latin typeface="Times New Roman" panose="02020603050405020304" pitchFamily="18" charset="0"/>
                </a:rPr>
                <a:t>1</a:t>
              </a:r>
            </a:p>
          </p:txBody>
        </p:sp>
        <p:sp>
          <p:nvSpPr>
            <p:cNvPr id="19" name="Line 70"/>
            <p:cNvSpPr>
              <a:spLocks noChangeShapeType="1"/>
            </p:cNvSpPr>
            <p:nvPr/>
          </p:nvSpPr>
          <p:spPr bwMode="auto">
            <a:xfrm rot="19164014" flipV="1">
              <a:off x="2102" y="1446"/>
              <a:ext cx="624" cy="3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71"/>
            <p:cNvSpPr>
              <a:spLocks noChangeShapeType="1"/>
            </p:cNvSpPr>
            <p:nvPr/>
          </p:nvSpPr>
          <p:spPr bwMode="auto">
            <a:xfrm rot="-2435986">
              <a:off x="2336" y="1695"/>
              <a:ext cx="624"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72"/>
            <p:cNvSpPr>
              <a:spLocks noChangeShapeType="1"/>
            </p:cNvSpPr>
            <p:nvPr/>
          </p:nvSpPr>
          <p:spPr bwMode="auto">
            <a:xfrm rot="-2435986">
              <a:off x="2253" y="1726"/>
              <a:ext cx="57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4649" name="Text Box 73"/>
          <p:cNvSpPr txBox="1">
            <a:spLocks noChangeArrowheads="1"/>
          </p:cNvSpPr>
          <p:nvPr/>
        </p:nvSpPr>
        <p:spPr bwMode="auto">
          <a:xfrm>
            <a:off x="6094413" y="3830638"/>
            <a:ext cx="4206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90</a:t>
            </a:r>
            <a:r>
              <a:rPr lang="en-US" altLang="en-US" sz="1400" baseline="30000">
                <a:latin typeface="Times New Roman" panose="02020603050405020304" pitchFamily="18" charset="0"/>
              </a:rPr>
              <a:t>0</a:t>
            </a:r>
          </a:p>
        </p:txBody>
      </p:sp>
      <p:grpSp>
        <p:nvGrpSpPr>
          <p:cNvPr id="24650" name="Group 74"/>
          <p:cNvGrpSpPr>
            <a:grpSpLocks/>
          </p:cNvGrpSpPr>
          <p:nvPr/>
        </p:nvGrpSpPr>
        <p:grpSpPr bwMode="auto">
          <a:xfrm>
            <a:off x="6813550" y="4389438"/>
            <a:ext cx="719138" cy="522287"/>
            <a:chOff x="2352" y="1044"/>
            <a:chExt cx="346" cy="252"/>
          </a:xfrm>
        </p:grpSpPr>
        <p:sp>
          <p:nvSpPr>
            <p:cNvPr id="22" name="Line 75"/>
            <p:cNvSpPr>
              <a:spLocks noChangeShapeType="1"/>
            </p:cNvSpPr>
            <p:nvPr/>
          </p:nvSpPr>
          <p:spPr bwMode="auto">
            <a:xfrm flipH="1" flipV="1">
              <a:off x="2352" y="1056"/>
              <a:ext cx="19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3" name="Group 76"/>
            <p:cNvGrpSpPr>
              <a:grpSpLocks/>
            </p:cNvGrpSpPr>
            <p:nvPr/>
          </p:nvGrpSpPr>
          <p:grpSpPr bwMode="auto">
            <a:xfrm>
              <a:off x="2400" y="1044"/>
              <a:ext cx="298" cy="204"/>
              <a:chOff x="2352" y="1008"/>
              <a:chExt cx="298" cy="204"/>
            </a:xfrm>
          </p:grpSpPr>
          <p:sp>
            <p:nvSpPr>
              <p:cNvPr id="24651" name="Text Box 77"/>
              <p:cNvSpPr txBox="1">
                <a:spLocks noChangeArrowheads="1"/>
              </p:cNvSpPr>
              <p:nvPr/>
            </p:nvSpPr>
            <p:spPr bwMode="auto">
              <a:xfrm>
                <a:off x="2352" y="1008"/>
                <a:ext cx="298"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45</a:t>
                </a:r>
                <a:r>
                  <a:rPr lang="en-US" altLang="en-US" sz="1400" baseline="30000">
                    <a:latin typeface="Times New Roman" panose="02020603050405020304" pitchFamily="18" charset="0"/>
                  </a:rPr>
                  <a:t>0</a:t>
                </a:r>
              </a:p>
            </p:txBody>
          </p:sp>
          <p:sp>
            <p:nvSpPr>
              <p:cNvPr id="24652" name="Arc 78"/>
              <p:cNvSpPr>
                <a:spLocks/>
              </p:cNvSpPr>
              <p:nvPr/>
            </p:nvSpPr>
            <p:spPr bwMode="auto">
              <a:xfrm rot="4681729">
                <a:off x="2466" y="1068"/>
                <a:ext cx="144" cy="144"/>
              </a:xfrm>
              <a:custGeom>
                <a:avLst/>
                <a:gdLst>
                  <a:gd name="T0" fmla="*/ 0 w 21600"/>
                  <a:gd name="T1" fmla="*/ 0 h 21600"/>
                  <a:gd name="T2" fmla="*/ 144 w 21600"/>
                  <a:gd name="T3" fmla="*/ 144 h 21600"/>
                  <a:gd name="T4" fmla="*/ 0 w 21600"/>
                  <a:gd name="T5" fmla="*/ 144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24655" name="Line 79"/>
          <p:cNvSpPr>
            <a:spLocks noChangeShapeType="1"/>
          </p:cNvSpPr>
          <p:nvPr/>
        </p:nvSpPr>
        <p:spPr bwMode="auto">
          <a:xfrm flipV="1">
            <a:off x="6643688" y="3132138"/>
            <a:ext cx="0" cy="31908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56" name="Line 80"/>
          <p:cNvSpPr>
            <a:spLocks noChangeShapeType="1"/>
          </p:cNvSpPr>
          <p:nvPr/>
        </p:nvSpPr>
        <p:spPr bwMode="auto">
          <a:xfrm flipV="1">
            <a:off x="7640638" y="3132138"/>
            <a:ext cx="0" cy="229235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57" name="Line 81"/>
          <p:cNvSpPr>
            <a:spLocks noChangeShapeType="1"/>
          </p:cNvSpPr>
          <p:nvPr/>
        </p:nvSpPr>
        <p:spPr bwMode="auto">
          <a:xfrm flipV="1">
            <a:off x="8139113" y="3132138"/>
            <a:ext cx="0" cy="289083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58" name="Line 82"/>
          <p:cNvSpPr>
            <a:spLocks noChangeShapeType="1"/>
          </p:cNvSpPr>
          <p:nvPr/>
        </p:nvSpPr>
        <p:spPr bwMode="auto">
          <a:xfrm>
            <a:off x="5845175" y="3132138"/>
            <a:ext cx="239395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59" name="Line 83"/>
          <p:cNvSpPr>
            <a:spLocks noChangeShapeType="1"/>
          </p:cNvSpPr>
          <p:nvPr/>
        </p:nvSpPr>
        <p:spPr bwMode="auto">
          <a:xfrm>
            <a:off x="4548188" y="4029075"/>
            <a:ext cx="379095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4660" name="Group 84"/>
          <p:cNvGrpSpPr>
            <a:grpSpLocks/>
          </p:cNvGrpSpPr>
          <p:nvPr/>
        </p:nvGrpSpPr>
        <p:grpSpPr bwMode="auto">
          <a:xfrm>
            <a:off x="6543675" y="3132138"/>
            <a:ext cx="1595438" cy="1382712"/>
            <a:chOff x="2232" y="408"/>
            <a:chExt cx="768" cy="666"/>
          </a:xfrm>
        </p:grpSpPr>
        <p:sp>
          <p:nvSpPr>
            <p:cNvPr id="24645" name="Oval 85"/>
            <p:cNvSpPr>
              <a:spLocks noChangeArrowheads="1"/>
            </p:cNvSpPr>
            <p:nvPr/>
          </p:nvSpPr>
          <p:spPr bwMode="auto">
            <a:xfrm>
              <a:off x="2712" y="40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646" name="Oval 86"/>
            <p:cNvSpPr>
              <a:spLocks noChangeArrowheads="1"/>
            </p:cNvSpPr>
            <p:nvPr/>
          </p:nvSpPr>
          <p:spPr bwMode="auto">
            <a:xfrm>
              <a:off x="2232" y="83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647" name="Oval 87"/>
            <p:cNvSpPr>
              <a:spLocks noChangeArrowheads="1"/>
            </p:cNvSpPr>
            <p:nvPr/>
          </p:nvSpPr>
          <p:spPr bwMode="auto">
            <a:xfrm>
              <a:off x="2520" y="101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648" name="Oval 88"/>
            <p:cNvSpPr>
              <a:spLocks noChangeArrowheads="1"/>
            </p:cNvSpPr>
            <p:nvPr/>
          </p:nvSpPr>
          <p:spPr bwMode="auto">
            <a:xfrm>
              <a:off x="2952" y="102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nvGrpSpPr>
          <p:cNvPr id="24665" name="Group 89"/>
          <p:cNvGrpSpPr>
            <a:grpSpLocks/>
          </p:cNvGrpSpPr>
          <p:nvPr/>
        </p:nvGrpSpPr>
        <p:grpSpPr bwMode="auto">
          <a:xfrm>
            <a:off x="7121525" y="4675188"/>
            <a:ext cx="604838" cy="1573212"/>
            <a:chOff x="3675" y="1360"/>
            <a:chExt cx="291" cy="757"/>
          </a:xfrm>
        </p:grpSpPr>
        <p:sp>
          <p:nvSpPr>
            <p:cNvPr id="24643" name="Text Box 90"/>
            <p:cNvSpPr txBox="1">
              <a:spLocks noChangeArrowheads="1"/>
            </p:cNvSpPr>
            <p:nvPr/>
          </p:nvSpPr>
          <p:spPr bwMode="auto">
            <a:xfrm rot="-2435986">
              <a:off x="3675" y="1360"/>
              <a:ext cx="166"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r>
                <a:rPr lang="en-US" altLang="en-US" sz="1600" baseline="-25000">
                  <a:latin typeface="Times New Roman" panose="02020603050405020304" pitchFamily="18" charset="0"/>
                </a:rPr>
                <a:t>1</a:t>
              </a:r>
            </a:p>
          </p:txBody>
        </p:sp>
        <p:sp>
          <p:nvSpPr>
            <p:cNvPr id="24644" name="Line 91"/>
            <p:cNvSpPr>
              <a:spLocks noChangeShapeType="1"/>
            </p:cNvSpPr>
            <p:nvPr/>
          </p:nvSpPr>
          <p:spPr bwMode="auto">
            <a:xfrm rot="-2435986">
              <a:off x="3966" y="1397"/>
              <a:ext cx="0" cy="7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4668" name="Line 92"/>
          <p:cNvSpPr>
            <a:spLocks noChangeShapeType="1"/>
          </p:cNvSpPr>
          <p:nvPr/>
        </p:nvSpPr>
        <p:spPr bwMode="auto">
          <a:xfrm flipV="1">
            <a:off x="7204075" y="3157538"/>
            <a:ext cx="0" cy="17938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69" name="Text Box 93"/>
          <p:cNvSpPr txBox="1">
            <a:spLocks noChangeArrowheads="1"/>
          </p:cNvSpPr>
          <p:nvPr/>
        </p:nvSpPr>
        <p:spPr bwMode="auto">
          <a:xfrm>
            <a:off x="6842125" y="4229100"/>
            <a:ext cx="354013" cy="27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b="1">
                <a:latin typeface="Times New Roman" panose="02020603050405020304" pitchFamily="18" charset="0"/>
              </a:rPr>
              <a:t>c’</a:t>
            </a:r>
            <a:r>
              <a:rPr lang="en-US" altLang="en-US" sz="1200" b="1" baseline="-25000">
                <a:latin typeface="Times New Roman" panose="02020603050405020304" pitchFamily="18" charset="0"/>
              </a:rPr>
              <a:t>1</a:t>
            </a:r>
          </a:p>
        </p:txBody>
      </p:sp>
      <p:sp>
        <p:nvSpPr>
          <p:cNvPr id="24670" name="Line 94"/>
          <p:cNvSpPr>
            <a:spLocks noChangeShapeType="1"/>
          </p:cNvSpPr>
          <p:nvPr/>
        </p:nvSpPr>
        <p:spPr bwMode="auto">
          <a:xfrm>
            <a:off x="6643688" y="4029075"/>
            <a:ext cx="598487" cy="3984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1" name="Line 95"/>
          <p:cNvSpPr>
            <a:spLocks noChangeShapeType="1"/>
          </p:cNvSpPr>
          <p:nvPr/>
        </p:nvSpPr>
        <p:spPr bwMode="auto">
          <a:xfrm>
            <a:off x="7242175" y="4427538"/>
            <a:ext cx="8969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2" name="Line 96"/>
          <p:cNvSpPr>
            <a:spLocks noChangeShapeType="1"/>
          </p:cNvSpPr>
          <p:nvPr/>
        </p:nvSpPr>
        <p:spPr bwMode="auto">
          <a:xfrm flipH="1" flipV="1">
            <a:off x="7640638" y="3132138"/>
            <a:ext cx="498475" cy="1295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3" name="Line 97"/>
          <p:cNvSpPr>
            <a:spLocks noChangeShapeType="1"/>
          </p:cNvSpPr>
          <p:nvPr/>
        </p:nvSpPr>
        <p:spPr bwMode="auto">
          <a:xfrm flipH="1">
            <a:off x="6643688" y="3132138"/>
            <a:ext cx="996950" cy="8969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74" name="Line 98"/>
          <p:cNvSpPr>
            <a:spLocks noChangeShapeType="1"/>
          </p:cNvSpPr>
          <p:nvPr/>
        </p:nvSpPr>
        <p:spPr bwMode="auto">
          <a:xfrm flipH="1">
            <a:off x="5321300" y="3032125"/>
            <a:ext cx="498475" cy="1296988"/>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4675" name="Group 99"/>
          <p:cNvGrpSpPr>
            <a:grpSpLocks/>
          </p:cNvGrpSpPr>
          <p:nvPr/>
        </p:nvGrpSpPr>
        <p:grpSpPr bwMode="auto">
          <a:xfrm>
            <a:off x="5727700" y="3017838"/>
            <a:ext cx="608013" cy="1449387"/>
            <a:chOff x="3609" y="1193"/>
            <a:chExt cx="293" cy="698"/>
          </a:xfrm>
        </p:grpSpPr>
        <p:sp>
          <p:nvSpPr>
            <p:cNvPr id="24638" name="Text Box 100"/>
            <p:cNvSpPr txBox="1">
              <a:spLocks noChangeArrowheads="1"/>
            </p:cNvSpPr>
            <p:nvPr/>
          </p:nvSpPr>
          <p:spPr bwMode="auto">
            <a:xfrm rot="1021896">
              <a:off x="3628" y="1701"/>
              <a:ext cx="171"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24639" name="Text Box 101"/>
            <p:cNvSpPr txBox="1">
              <a:spLocks noChangeArrowheads="1"/>
            </p:cNvSpPr>
            <p:nvPr/>
          </p:nvSpPr>
          <p:spPr bwMode="auto">
            <a:xfrm rot="1021896">
              <a:off x="3721" y="1729"/>
              <a:ext cx="165"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24640" name="Text Box 102"/>
            <p:cNvSpPr txBox="1">
              <a:spLocks noChangeArrowheads="1"/>
            </p:cNvSpPr>
            <p:nvPr/>
          </p:nvSpPr>
          <p:spPr bwMode="auto">
            <a:xfrm rot="1021896">
              <a:off x="3609" y="1193"/>
              <a:ext cx="170"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p>
          </p:txBody>
        </p:sp>
        <p:sp>
          <p:nvSpPr>
            <p:cNvPr id="24641" name="Line 103"/>
            <p:cNvSpPr>
              <a:spLocks noChangeShapeType="1"/>
            </p:cNvSpPr>
            <p:nvPr/>
          </p:nvSpPr>
          <p:spPr bwMode="auto">
            <a:xfrm>
              <a:off x="3644" y="1249"/>
              <a:ext cx="0" cy="6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Arc 104"/>
            <p:cNvSpPr>
              <a:spLocks/>
            </p:cNvSpPr>
            <p:nvPr/>
          </p:nvSpPr>
          <p:spPr bwMode="auto">
            <a:xfrm>
              <a:off x="3662" y="1645"/>
              <a:ext cx="240" cy="240"/>
            </a:xfrm>
            <a:custGeom>
              <a:avLst/>
              <a:gdLst>
                <a:gd name="T0" fmla="*/ 0 w 21600"/>
                <a:gd name="T1" fmla="*/ 0 h 21600"/>
                <a:gd name="T2" fmla="*/ 240 w 21600"/>
                <a:gd name="T3" fmla="*/ 240 h 21600"/>
                <a:gd name="T4" fmla="*/ 0 w 21600"/>
                <a:gd name="T5" fmla="*/ 24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4681" name="Line 105"/>
          <p:cNvSpPr>
            <a:spLocks noChangeShapeType="1"/>
          </p:cNvSpPr>
          <p:nvPr/>
        </p:nvSpPr>
        <p:spPr bwMode="auto">
          <a:xfrm flipH="1" flipV="1">
            <a:off x="6643688" y="4029075"/>
            <a:ext cx="1495425" cy="3984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82" name="Line 106"/>
          <p:cNvSpPr>
            <a:spLocks noChangeShapeType="1"/>
          </p:cNvSpPr>
          <p:nvPr/>
        </p:nvSpPr>
        <p:spPr bwMode="auto">
          <a:xfrm flipV="1">
            <a:off x="7242175" y="3132138"/>
            <a:ext cx="398463" cy="12954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4683" name="Group 107"/>
          <p:cNvGrpSpPr>
            <a:grpSpLocks/>
          </p:cNvGrpSpPr>
          <p:nvPr/>
        </p:nvGrpSpPr>
        <p:grpSpPr bwMode="auto">
          <a:xfrm>
            <a:off x="6343650" y="2782888"/>
            <a:ext cx="2122488" cy="1614487"/>
            <a:chOff x="2112" y="264"/>
            <a:chExt cx="1021" cy="777"/>
          </a:xfrm>
        </p:grpSpPr>
        <p:sp>
          <p:nvSpPr>
            <p:cNvPr id="24635" name="Text Box 108"/>
            <p:cNvSpPr txBox="1">
              <a:spLocks noChangeArrowheads="1"/>
            </p:cNvSpPr>
            <p:nvPr/>
          </p:nvSpPr>
          <p:spPr bwMode="auto">
            <a:xfrm>
              <a:off x="2112" y="672"/>
              <a:ext cx="182"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a’</a:t>
              </a:r>
              <a:r>
                <a:rPr lang="en-US" altLang="en-US" sz="1400" baseline="-25000">
                  <a:latin typeface="Times New Roman" panose="02020603050405020304" pitchFamily="18" charset="0"/>
                </a:rPr>
                <a:t>1</a:t>
              </a:r>
            </a:p>
          </p:txBody>
        </p:sp>
        <p:sp>
          <p:nvSpPr>
            <p:cNvPr id="24636" name="Text Box 109"/>
            <p:cNvSpPr txBox="1">
              <a:spLocks noChangeArrowheads="1"/>
            </p:cNvSpPr>
            <p:nvPr/>
          </p:nvSpPr>
          <p:spPr bwMode="auto">
            <a:xfrm>
              <a:off x="2688" y="264"/>
              <a:ext cx="187"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o’</a:t>
              </a:r>
              <a:r>
                <a:rPr lang="en-US" altLang="en-US" sz="1400" baseline="-25000">
                  <a:latin typeface="Times New Roman" panose="02020603050405020304" pitchFamily="18" charset="0"/>
                </a:rPr>
                <a:t>1</a:t>
              </a:r>
            </a:p>
          </p:txBody>
        </p:sp>
        <p:sp>
          <p:nvSpPr>
            <p:cNvPr id="25" name="Text Box 110"/>
            <p:cNvSpPr txBox="1">
              <a:spLocks noChangeArrowheads="1"/>
            </p:cNvSpPr>
            <p:nvPr/>
          </p:nvSpPr>
          <p:spPr bwMode="auto">
            <a:xfrm>
              <a:off x="2945" y="894"/>
              <a:ext cx="188" cy="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b’</a:t>
              </a:r>
              <a:r>
                <a:rPr lang="en-US" altLang="en-US" sz="1400" baseline="-25000">
                  <a:latin typeface="Times New Roman" panose="02020603050405020304" pitchFamily="18" charset="0"/>
                </a:rPr>
                <a:t>1</a:t>
              </a:r>
            </a:p>
          </p:txBody>
        </p:sp>
      </p:grpSp>
      <p:grpSp>
        <p:nvGrpSpPr>
          <p:cNvPr id="24687" name="Group 111"/>
          <p:cNvGrpSpPr>
            <a:grpSpLocks/>
          </p:cNvGrpSpPr>
          <p:nvPr/>
        </p:nvGrpSpPr>
        <p:grpSpPr bwMode="auto">
          <a:xfrm>
            <a:off x="28575" y="1371600"/>
            <a:ext cx="2105025" cy="4038600"/>
            <a:chOff x="18" y="864"/>
            <a:chExt cx="1326" cy="2544"/>
          </a:xfrm>
        </p:grpSpPr>
        <p:sp>
          <p:nvSpPr>
            <p:cNvPr id="26" name="Rectangle 112"/>
            <p:cNvSpPr>
              <a:spLocks noChangeArrowheads="1"/>
            </p:cNvSpPr>
            <p:nvPr/>
          </p:nvSpPr>
          <p:spPr bwMode="auto">
            <a:xfrm>
              <a:off x="18" y="864"/>
              <a:ext cx="1248" cy="254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4634" name="Text Box 113"/>
            <p:cNvSpPr txBox="1">
              <a:spLocks noChangeArrowheads="1"/>
            </p:cNvSpPr>
            <p:nvPr/>
          </p:nvSpPr>
          <p:spPr bwMode="auto">
            <a:xfrm>
              <a:off x="24" y="864"/>
              <a:ext cx="1320" cy="2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i="1">
                  <a:solidFill>
                    <a:srgbClr val="FF0000"/>
                  </a:solidFill>
                  <a:latin typeface="Times New Roman" panose="02020603050405020304" pitchFamily="18" charset="0"/>
                </a:rPr>
                <a:t>IMPORTANT:</a:t>
              </a:r>
            </a:p>
            <a:p>
              <a:pPr eaLnBrk="1" hangingPunct="1"/>
              <a:r>
                <a:rPr lang="en-US" altLang="en-US" b="1" i="1">
                  <a:solidFill>
                    <a:schemeClr val="accent2"/>
                  </a:solidFill>
                  <a:latin typeface="Times New Roman" panose="02020603050405020304" pitchFamily="18" charset="0"/>
                </a:rPr>
                <a:t>Tetrahedron is a </a:t>
              </a:r>
            </a:p>
            <a:p>
              <a:pPr eaLnBrk="1" hangingPunct="1"/>
              <a:r>
                <a:rPr lang="en-US" altLang="en-US" b="1" i="1">
                  <a:solidFill>
                    <a:schemeClr val="accent2"/>
                  </a:solidFill>
                  <a:latin typeface="Times New Roman" panose="02020603050405020304" pitchFamily="18" charset="0"/>
                </a:rPr>
                <a:t>special type</a:t>
              </a:r>
            </a:p>
            <a:p>
              <a:pPr eaLnBrk="1" hangingPunct="1"/>
              <a:r>
                <a:rPr lang="en-US" altLang="en-US" b="1" i="1">
                  <a:solidFill>
                    <a:schemeClr val="accent2"/>
                  </a:solidFill>
                  <a:latin typeface="Times New Roman" panose="02020603050405020304" pitchFamily="18" charset="0"/>
                </a:rPr>
                <a:t>of triangular</a:t>
              </a:r>
            </a:p>
            <a:p>
              <a:pPr eaLnBrk="1" hangingPunct="1"/>
              <a:r>
                <a:rPr lang="en-US" altLang="en-US" b="1" i="1">
                  <a:solidFill>
                    <a:schemeClr val="accent2"/>
                  </a:solidFill>
                  <a:latin typeface="Times New Roman" panose="02020603050405020304" pitchFamily="18" charset="0"/>
                </a:rPr>
                <a:t>pyramid in which </a:t>
              </a:r>
            </a:p>
            <a:p>
              <a:pPr eaLnBrk="1" hangingPunct="1"/>
              <a:r>
                <a:rPr lang="en-US" altLang="en-US" b="1" i="1">
                  <a:solidFill>
                    <a:schemeClr val="accent2"/>
                  </a:solidFill>
                  <a:latin typeface="Times New Roman" panose="02020603050405020304" pitchFamily="18" charset="0"/>
                </a:rPr>
                <a:t>base sides &amp; </a:t>
              </a:r>
            </a:p>
            <a:p>
              <a:pPr eaLnBrk="1" hangingPunct="1"/>
              <a:r>
                <a:rPr lang="en-US" altLang="en-US" b="1" i="1">
                  <a:solidFill>
                    <a:schemeClr val="accent2"/>
                  </a:solidFill>
                  <a:latin typeface="Times New Roman" panose="02020603050405020304" pitchFamily="18" charset="0"/>
                </a:rPr>
                <a:t>slant edges are</a:t>
              </a:r>
            </a:p>
            <a:p>
              <a:pPr eaLnBrk="1" hangingPunct="1"/>
              <a:r>
                <a:rPr lang="en-US" altLang="en-US" b="1" i="1">
                  <a:solidFill>
                    <a:schemeClr val="accent2"/>
                  </a:solidFill>
                  <a:latin typeface="Times New Roman" panose="02020603050405020304" pitchFamily="18" charset="0"/>
                </a:rPr>
                <a:t>equal in length.</a:t>
              </a:r>
            </a:p>
            <a:p>
              <a:pPr eaLnBrk="1" hangingPunct="1"/>
              <a:r>
                <a:rPr lang="en-US" altLang="en-US" b="1" i="1">
                  <a:solidFill>
                    <a:schemeClr val="accent2"/>
                  </a:solidFill>
                  <a:latin typeface="Times New Roman" panose="02020603050405020304" pitchFamily="18" charset="0"/>
                </a:rPr>
                <a:t>Solid of four faces.</a:t>
              </a:r>
            </a:p>
            <a:p>
              <a:pPr eaLnBrk="1" hangingPunct="1"/>
              <a:r>
                <a:rPr lang="en-US" altLang="en-US" b="1" i="1">
                  <a:solidFill>
                    <a:schemeClr val="accent2"/>
                  </a:solidFill>
                  <a:latin typeface="Times New Roman" panose="02020603050405020304" pitchFamily="18" charset="0"/>
                </a:rPr>
                <a:t>Like cube it is also</a:t>
              </a:r>
            </a:p>
            <a:p>
              <a:pPr eaLnBrk="1" hangingPunct="1"/>
              <a:r>
                <a:rPr lang="en-US" altLang="en-US" b="1" i="1">
                  <a:solidFill>
                    <a:schemeClr val="accent2"/>
                  </a:solidFill>
                  <a:latin typeface="Times New Roman" panose="02020603050405020304" pitchFamily="18" charset="0"/>
                </a:rPr>
                <a:t>described by One</a:t>
              </a:r>
            </a:p>
            <a:p>
              <a:pPr eaLnBrk="1" hangingPunct="1"/>
              <a:r>
                <a:rPr lang="en-US" altLang="en-US" b="1" i="1">
                  <a:solidFill>
                    <a:schemeClr val="accent2"/>
                  </a:solidFill>
                  <a:latin typeface="Times New Roman" panose="02020603050405020304" pitchFamily="18" charset="0"/>
                </a:rPr>
                <a:t> dimension only..</a:t>
              </a:r>
            </a:p>
            <a:p>
              <a:pPr eaLnBrk="1" hangingPunct="1"/>
              <a:r>
                <a:rPr lang="en-US" altLang="en-US" b="1" i="1">
                  <a:solidFill>
                    <a:schemeClr val="accent2"/>
                  </a:solidFill>
                  <a:latin typeface="Times New Roman" panose="02020603050405020304" pitchFamily="18" charset="0"/>
                </a:rPr>
                <a:t>Axis length </a:t>
              </a:r>
            </a:p>
            <a:p>
              <a:pPr eaLnBrk="1" hangingPunct="1"/>
              <a:r>
                <a:rPr lang="en-US" altLang="en-US" b="1" i="1">
                  <a:solidFill>
                    <a:schemeClr val="accent2"/>
                  </a:solidFill>
                  <a:latin typeface="Times New Roman" panose="02020603050405020304" pitchFamily="18" charset="0"/>
                </a:rPr>
                <a:t>generally not given.</a:t>
              </a:r>
            </a:p>
          </p:txBody>
        </p:sp>
      </p:grpSp>
      <p:grpSp>
        <p:nvGrpSpPr>
          <p:cNvPr id="24690" name="Group 114"/>
          <p:cNvGrpSpPr>
            <a:grpSpLocks/>
          </p:cNvGrpSpPr>
          <p:nvPr/>
        </p:nvGrpSpPr>
        <p:grpSpPr bwMode="auto">
          <a:xfrm>
            <a:off x="3657600" y="0"/>
            <a:ext cx="5505450" cy="2505075"/>
            <a:chOff x="2304" y="0"/>
            <a:chExt cx="3468" cy="1578"/>
          </a:xfrm>
        </p:grpSpPr>
        <p:sp>
          <p:nvSpPr>
            <p:cNvPr id="24631" name="AutoShape 115"/>
            <p:cNvSpPr>
              <a:spLocks noChangeArrowheads="1"/>
            </p:cNvSpPr>
            <p:nvPr/>
          </p:nvSpPr>
          <p:spPr bwMode="auto">
            <a:xfrm>
              <a:off x="2304" y="0"/>
              <a:ext cx="3465" cy="1488"/>
            </a:xfrm>
            <a:prstGeom prst="wedgeRoundRectCallout">
              <a:avLst>
                <a:gd name="adj1" fmla="val -42208"/>
                <a:gd name="adj2" fmla="val 70028"/>
                <a:gd name="adj3" fmla="val 16667"/>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1400">
                <a:latin typeface="Times New Roman" panose="02020603050405020304" pitchFamily="18" charset="0"/>
              </a:endParaRPr>
            </a:p>
          </p:txBody>
        </p:sp>
        <p:sp>
          <p:nvSpPr>
            <p:cNvPr id="24632" name="Text Box 116"/>
            <p:cNvSpPr txBox="1">
              <a:spLocks noChangeArrowheads="1"/>
            </p:cNvSpPr>
            <p:nvPr/>
          </p:nvSpPr>
          <p:spPr bwMode="auto">
            <a:xfrm>
              <a:off x="2352" y="0"/>
              <a:ext cx="3420" cy="1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solidFill>
                    <a:schemeClr val="accent2"/>
                  </a:solidFill>
                  <a:latin typeface="Times New Roman" panose="02020603050405020304" pitchFamily="18" charset="0"/>
                </a:rPr>
                <a:t>      Solution Steps</a:t>
              </a:r>
            </a:p>
            <a:p>
              <a:pPr eaLnBrk="1" hangingPunct="1"/>
              <a:r>
                <a:rPr lang="en-US" altLang="en-US" sz="1600" b="1">
                  <a:solidFill>
                    <a:srgbClr val="FF0000"/>
                  </a:solidFill>
                  <a:latin typeface="Times New Roman" panose="02020603050405020304" pitchFamily="18" charset="0"/>
                </a:rPr>
                <a:t>As it is resting assume it standing on Hp.</a:t>
              </a:r>
            </a:p>
            <a:p>
              <a:pPr eaLnBrk="1" hangingPunct="1"/>
              <a:r>
                <a:rPr lang="en-US" altLang="en-US" sz="1600" b="1">
                  <a:solidFill>
                    <a:srgbClr val="FF0000"/>
                  </a:solidFill>
                  <a:latin typeface="Times New Roman" panose="02020603050405020304" pitchFamily="18" charset="0"/>
                </a:rPr>
                <a:t>Begin with Tv , an equilateral triangle as side case as shown:</a:t>
              </a:r>
            </a:p>
            <a:p>
              <a:pPr eaLnBrk="1" hangingPunct="1"/>
              <a:r>
                <a:rPr lang="en-US" altLang="en-US" sz="1600" b="1">
                  <a:solidFill>
                    <a:srgbClr val="FF0000"/>
                  </a:solidFill>
                  <a:latin typeface="Times New Roman" panose="02020603050405020304" pitchFamily="18" charset="0"/>
                </a:rPr>
                <a:t>First project base points of Fv on xy, name those &amp; axis line.</a:t>
              </a:r>
            </a:p>
            <a:p>
              <a:pPr eaLnBrk="1" hangingPunct="1"/>
              <a:r>
                <a:rPr lang="en-US" altLang="en-US" sz="1600" b="1">
                  <a:solidFill>
                    <a:srgbClr val="FF0000"/>
                  </a:solidFill>
                  <a:latin typeface="Times New Roman" panose="02020603050405020304" pitchFamily="18" charset="0"/>
                </a:rPr>
                <a:t>From a’ with TL of edge, 50 mm, cut on axis line &amp; mark o’</a:t>
              </a:r>
            </a:p>
            <a:p>
              <a:pPr eaLnBrk="1" hangingPunct="1"/>
              <a:r>
                <a:rPr lang="en-US" altLang="en-US" sz="1600" b="1">
                  <a:solidFill>
                    <a:srgbClr val="FF0000"/>
                  </a:solidFill>
                  <a:latin typeface="Times New Roman" panose="02020603050405020304" pitchFamily="18" charset="0"/>
                </a:rPr>
                <a:t>(as axis is not known, o’ is finalized by slant edge length)</a:t>
              </a:r>
            </a:p>
            <a:p>
              <a:pPr eaLnBrk="1" hangingPunct="1"/>
              <a:r>
                <a:rPr lang="en-US" altLang="en-US" sz="1600" b="1">
                  <a:solidFill>
                    <a:srgbClr val="FF0000"/>
                  </a:solidFill>
                  <a:latin typeface="Times New Roman" panose="02020603050405020304" pitchFamily="18" charset="0"/>
                </a:rPr>
                <a:t>Then complete Fv.</a:t>
              </a:r>
            </a:p>
            <a:p>
              <a:pPr eaLnBrk="1" hangingPunct="1"/>
              <a:r>
                <a:rPr lang="en-US" altLang="en-US" sz="1600" b="1">
                  <a:solidFill>
                    <a:srgbClr val="FF0000"/>
                  </a:solidFill>
                  <a:latin typeface="Times New Roman" panose="02020603050405020304" pitchFamily="18" charset="0"/>
                </a:rPr>
                <a:t>In 2</a:t>
              </a:r>
              <a:r>
                <a:rPr lang="en-US" altLang="en-US" sz="1600" b="1" baseline="30000">
                  <a:solidFill>
                    <a:srgbClr val="FF0000"/>
                  </a:solidFill>
                  <a:latin typeface="Times New Roman" panose="02020603050405020304" pitchFamily="18" charset="0"/>
                </a:rPr>
                <a:t>nd</a:t>
              </a:r>
              <a:r>
                <a:rPr lang="en-US" altLang="en-US" sz="1600" b="1">
                  <a:solidFill>
                    <a:srgbClr val="FF0000"/>
                  </a:solidFill>
                  <a:latin typeface="Times New Roman" panose="02020603050405020304" pitchFamily="18" charset="0"/>
                </a:rPr>
                <a:t> Fv make face o’b’c’ vertical as said in problem.</a:t>
              </a:r>
            </a:p>
            <a:p>
              <a:pPr eaLnBrk="1" hangingPunct="1"/>
              <a:r>
                <a:rPr lang="en-US" altLang="en-US" sz="1600" b="1">
                  <a:solidFill>
                    <a:srgbClr val="FF0000"/>
                  </a:solidFill>
                  <a:latin typeface="Times New Roman" panose="02020603050405020304" pitchFamily="18" charset="0"/>
                </a:rPr>
                <a:t>And like all previous problems solve completely. </a:t>
              </a:r>
            </a:p>
            <a:p>
              <a:pPr eaLnBrk="1" hangingPunct="1"/>
              <a:endParaRPr lang="en-US" altLang="en-US" sz="1400">
                <a:solidFill>
                  <a:srgbClr val="FF00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0-#ppt_w/2"/>
                                          </p:val>
                                        </p:tav>
                                        <p:tav tm="100000">
                                          <p:val>
                                            <p:strVal val="#ppt_x"/>
                                          </p:val>
                                        </p:tav>
                                      </p:tavLst>
                                    </p:anim>
                                    <p:anim calcmode="lin" valueType="num">
                                      <p:cBhvr additive="base">
                                        <p:cTn id="8" dur="500" fill="hold"/>
                                        <p:tgtEl>
                                          <p:spTgt spid="2457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nodeType="clickEffect">
                                  <p:stCondLst>
                                    <p:cond delay="0"/>
                                  </p:stCondLst>
                                  <p:childTnLst>
                                    <p:set>
                                      <p:cBhvr>
                                        <p:cTn id="12" dur="1" fill="hold">
                                          <p:stCondLst>
                                            <p:cond delay="0"/>
                                          </p:stCondLst>
                                        </p:cTn>
                                        <p:tgtEl>
                                          <p:spTgt spid="24687"/>
                                        </p:tgtEl>
                                        <p:attrNameLst>
                                          <p:attrName>style.visibility</p:attrName>
                                        </p:attrNameLst>
                                      </p:cBhvr>
                                      <p:to>
                                        <p:strVal val="visible"/>
                                      </p:to>
                                    </p:set>
                                    <p:animEffect transition="in" filter="strips(downLeft)">
                                      <p:cBhvr>
                                        <p:cTn id="13" dur="500"/>
                                        <p:tgtEl>
                                          <p:spTgt spid="2468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12" fill="hold" nodeType="clickEffect">
                                  <p:stCondLst>
                                    <p:cond delay="0"/>
                                  </p:stCondLst>
                                  <p:childTnLst>
                                    <p:set>
                                      <p:cBhvr>
                                        <p:cTn id="17" dur="1" fill="hold">
                                          <p:stCondLst>
                                            <p:cond delay="0"/>
                                          </p:stCondLst>
                                        </p:cTn>
                                        <p:tgtEl>
                                          <p:spTgt spid="24690"/>
                                        </p:tgtEl>
                                        <p:attrNameLst>
                                          <p:attrName>style.visibility</p:attrName>
                                        </p:attrNameLst>
                                      </p:cBhvr>
                                      <p:to>
                                        <p:strVal val="visible"/>
                                      </p:to>
                                    </p:set>
                                    <p:animEffect transition="in" filter="strips(downLeft)">
                                      <p:cBhvr>
                                        <p:cTn id="18" dur="500"/>
                                        <p:tgtEl>
                                          <p:spTgt spid="2469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4582"/>
                                        </p:tgtEl>
                                        <p:attrNameLst>
                                          <p:attrName>style.visibility</p:attrName>
                                        </p:attrNameLst>
                                      </p:cBhvr>
                                      <p:to>
                                        <p:strVal val="visible"/>
                                      </p:to>
                                    </p:set>
                                    <p:anim calcmode="lin" valueType="num">
                                      <p:cBhvr additive="base">
                                        <p:cTn id="23" dur="500" fill="hold"/>
                                        <p:tgtEl>
                                          <p:spTgt spid="24582"/>
                                        </p:tgtEl>
                                        <p:attrNameLst>
                                          <p:attrName>ppt_x</p:attrName>
                                        </p:attrNameLst>
                                      </p:cBhvr>
                                      <p:tavLst>
                                        <p:tav tm="0">
                                          <p:val>
                                            <p:strVal val="0-#ppt_w/2"/>
                                          </p:val>
                                        </p:tav>
                                        <p:tav tm="100000">
                                          <p:val>
                                            <p:strVal val="#ppt_x"/>
                                          </p:val>
                                        </p:tav>
                                      </p:tavLst>
                                    </p:anim>
                                    <p:anim calcmode="lin" valueType="num">
                                      <p:cBhvr additive="base">
                                        <p:cTn id="24" dur="500" fill="hold"/>
                                        <p:tgtEl>
                                          <p:spTgt spid="24582"/>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4589"/>
                                        </p:tgtEl>
                                        <p:attrNameLst>
                                          <p:attrName>style.visibility</p:attrName>
                                        </p:attrNameLst>
                                      </p:cBhvr>
                                      <p:to>
                                        <p:strVal val="visible"/>
                                      </p:to>
                                    </p:set>
                                    <p:anim calcmode="lin" valueType="num">
                                      <p:cBhvr additive="base">
                                        <p:cTn id="29" dur="500" fill="hold"/>
                                        <p:tgtEl>
                                          <p:spTgt spid="24589"/>
                                        </p:tgtEl>
                                        <p:attrNameLst>
                                          <p:attrName>ppt_x</p:attrName>
                                        </p:attrNameLst>
                                      </p:cBhvr>
                                      <p:tavLst>
                                        <p:tav tm="0">
                                          <p:val>
                                            <p:strVal val="0-#ppt_w/2"/>
                                          </p:val>
                                        </p:tav>
                                        <p:tav tm="100000">
                                          <p:val>
                                            <p:strVal val="#ppt_x"/>
                                          </p:val>
                                        </p:tav>
                                      </p:tavLst>
                                    </p:anim>
                                    <p:anim calcmode="lin" valueType="num">
                                      <p:cBhvr additive="base">
                                        <p:cTn id="30" dur="500" fill="hold"/>
                                        <p:tgtEl>
                                          <p:spTgt spid="24589"/>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4578"/>
                                        </p:tgtEl>
                                        <p:attrNameLst>
                                          <p:attrName>style.visibility</p:attrName>
                                        </p:attrNameLst>
                                      </p:cBhvr>
                                      <p:to>
                                        <p:strVal val="visible"/>
                                      </p:to>
                                    </p:set>
                                    <p:anim calcmode="lin" valueType="num">
                                      <p:cBhvr additive="base">
                                        <p:cTn id="35" dur="500" fill="hold"/>
                                        <p:tgtEl>
                                          <p:spTgt spid="24578"/>
                                        </p:tgtEl>
                                        <p:attrNameLst>
                                          <p:attrName>ppt_x</p:attrName>
                                        </p:attrNameLst>
                                      </p:cBhvr>
                                      <p:tavLst>
                                        <p:tav tm="0">
                                          <p:val>
                                            <p:strVal val="0-#ppt_w/2"/>
                                          </p:val>
                                        </p:tav>
                                        <p:tav tm="100000">
                                          <p:val>
                                            <p:strVal val="#ppt_x"/>
                                          </p:val>
                                        </p:tav>
                                      </p:tavLst>
                                    </p:anim>
                                    <p:anim calcmode="lin" valueType="num">
                                      <p:cBhvr additive="base">
                                        <p:cTn id="36" dur="500" fill="hold"/>
                                        <p:tgtEl>
                                          <p:spTgt spid="24578"/>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4583"/>
                                        </p:tgtEl>
                                        <p:attrNameLst>
                                          <p:attrName>style.visibility</p:attrName>
                                        </p:attrNameLst>
                                      </p:cBhvr>
                                      <p:to>
                                        <p:strVal val="visible"/>
                                      </p:to>
                                    </p:set>
                                    <p:anim calcmode="lin" valueType="num">
                                      <p:cBhvr additive="base">
                                        <p:cTn id="41" dur="500" fill="hold"/>
                                        <p:tgtEl>
                                          <p:spTgt spid="24583"/>
                                        </p:tgtEl>
                                        <p:attrNameLst>
                                          <p:attrName>ppt_x</p:attrName>
                                        </p:attrNameLst>
                                      </p:cBhvr>
                                      <p:tavLst>
                                        <p:tav tm="0">
                                          <p:val>
                                            <p:strVal val="0-#ppt_w/2"/>
                                          </p:val>
                                        </p:tav>
                                        <p:tav tm="100000">
                                          <p:val>
                                            <p:strVal val="#ppt_x"/>
                                          </p:val>
                                        </p:tav>
                                      </p:tavLst>
                                    </p:anim>
                                    <p:anim calcmode="lin" valueType="num">
                                      <p:cBhvr additive="base">
                                        <p:cTn id="42" dur="500" fill="hold"/>
                                        <p:tgtEl>
                                          <p:spTgt spid="24583"/>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24584"/>
                                        </p:tgtEl>
                                        <p:attrNameLst>
                                          <p:attrName>style.visibility</p:attrName>
                                        </p:attrNameLst>
                                      </p:cBhvr>
                                      <p:to>
                                        <p:strVal val="visible"/>
                                      </p:to>
                                    </p:set>
                                    <p:anim calcmode="lin" valueType="num">
                                      <p:cBhvr additive="base">
                                        <p:cTn id="47" dur="500" fill="hold"/>
                                        <p:tgtEl>
                                          <p:spTgt spid="24584"/>
                                        </p:tgtEl>
                                        <p:attrNameLst>
                                          <p:attrName>ppt_x</p:attrName>
                                        </p:attrNameLst>
                                      </p:cBhvr>
                                      <p:tavLst>
                                        <p:tav tm="0">
                                          <p:val>
                                            <p:strVal val="0-#ppt_w/2"/>
                                          </p:val>
                                        </p:tav>
                                        <p:tav tm="100000">
                                          <p:val>
                                            <p:strVal val="#ppt_x"/>
                                          </p:val>
                                        </p:tav>
                                      </p:tavLst>
                                    </p:anim>
                                    <p:anim calcmode="lin" valueType="num">
                                      <p:cBhvr additive="base">
                                        <p:cTn id="48" dur="500" fill="hold"/>
                                        <p:tgtEl>
                                          <p:spTgt spid="24584"/>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24585"/>
                                        </p:tgtEl>
                                        <p:attrNameLst>
                                          <p:attrName>style.visibility</p:attrName>
                                        </p:attrNameLst>
                                      </p:cBhvr>
                                      <p:to>
                                        <p:strVal val="visible"/>
                                      </p:to>
                                    </p:set>
                                    <p:anim calcmode="lin" valueType="num">
                                      <p:cBhvr additive="base">
                                        <p:cTn id="53" dur="500" fill="hold"/>
                                        <p:tgtEl>
                                          <p:spTgt spid="24585"/>
                                        </p:tgtEl>
                                        <p:attrNameLst>
                                          <p:attrName>ppt_x</p:attrName>
                                        </p:attrNameLst>
                                      </p:cBhvr>
                                      <p:tavLst>
                                        <p:tav tm="0">
                                          <p:val>
                                            <p:strVal val="0-#ppt_w/2"/>
                                          </p:val>
                                        </p:tav>
                                        <p:tav tm="100000">
                                          <p:val>
                                            <p:strVal val="#ppt_x"/>
                                          </p:val>
                                        </p:tav>
                                      </p:tavLst>
                                    </p:anim>
                                    <p:anim calcmode="lin" valueType="num">
                                      <p:cBhvr additive="base">
                                        <p:cTn id="54" dur="500" fill="hold"/>
                                        <p:tgtEl>
                                          <p:spTgt spid="24585"/>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24586"/>
                                        </p:tgtEl>
                                        <p:attrNameLst>
                                          <p:attrName>style.visibility</p:attrName>
                                        </p:attrNameLst>
                                      </p:cBhvr>
                                      <p:to>
                                        <p:strVal val="visible"/>
                                      </p:to>
                                    </p:set>
                                    <p:anim calcmode="lin" valueType="num">
                                      <p:cBhvr additive="base">
                                        <p:cTn id="59" dur="500" fill="hold"/>
                                        <p:tgtEl>
                                          <p:spTgt spid="24586"/>
                                        </p:tgtEl>
                                        <p:attrNameLst>
                                          <p:attrName>ppt_x</p:attrName>
                                        </p:attrNameLst>
                                      </p:cBhvr>
                                      <p:tavLst>
                                        <p:tav tm="0">
                                          <p:val>
                                            <p:strVal val="0-#ppt_w/2"/>
                                          </p:val>
                                        </p:tav>
                                        <p:tav tm="100000">
                                          <p:val>
                                            <p:strVal val="#ppt_x"/>
                                          </p:val>
                                        </p:tav>
                                      </p:tavLst>
                                    </p:anim>
                                    <p:anim calcmode="lin" valueType="num">
                                      <p:cBhvr additive="base">
                                        <p:cTn id="60" dur="500" fill="hold"/>
                                        <p:tgtEl>
                                          <p:spTgt spid="24586"/>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24587"/>
                                        </p:tgtEl>
                                        <p:attrNameLst>
                                          <p:attrName>style.visibility</p:attrName>
                                        </p:attrNameLst>
                                      </p:cBhvr>
                                      <p:to>
                                        <p:strVal val="visible"/>
                                      </p:to>
                                    </p:set>
                                    <p:anim calcmode="lin" valueType="num">
                                      <p:cBhvr additive="base">
                                        <p:cTn id="65" dur="500" fill="hold"/>
                                        <p:tgtEl>
                                          <p:spTgt spid="24587"/>
                                        </p:tgtEl>
                                        <p:attrNameLst>
                                          <p:attrName>ppt_x</p:attrName>
                                        </p:attrNameLst>
                                      </p:cBhvr>
                                      <p:tavLst>
                                        <p:tav tm="0">
                                          <p:val>
                                            <p:strVal val="0-#ppt_w/2"/>
                                          </p:val>
                                        </p:tav>
                                        <p:tav tm="100000">
                                          <p:val>
                                            <p:strVal val="#ppt_x"/>
                                          </p:val>
                                        </p:tav>
                                      </p:tavLst>
                                    </p:anim>
                                    <p:anim calcmode="lin" valueType="num">
                                      <p:cBhvr additive="base">
                                        <p:cTn id="66" dur="500" fill="hold"/>
                                        <p:tgtEl>
                                          <p:spTgt spid="24587"/>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24588"/>
                                        </p:tgtEl>
                                        <p:attrNameLst>
                                          <p:attrName>style.visibility</p:attrName>
                                        </p:attrNameLst>
                                      </p:cBhvr>
                                      <p:to>
                                        <p:strVal val="visible"/>
                                      </p:to>
                                    </p:set>
                                    <p:anim calcmode="lin" valueType="num">
                                      <p:cBhvr additive="base">
                                        <p:cTn id="71" dur="500" fill="hold"/>
                                        <p:tgtEl>
                                          <p:spTgt spid="24588"/>
                                        </p:tgtEl>
                                        <p:attrNameLst>
                                          <p:attrName>ppt_x</p:attrName>
                                        </p:attrNameLst>
                                      </p:cBhvr>
                                      <p:tavLst>
                                        <p:tav tm="0">
                                          <p:val>
                                            <p:strVal val="0-#ppt_w/2"/>
                                          </p:val>
                                        </p:tav>
                                        <p:tav tm="100000">
                                          <p:val>
                                            <p:strVal val="#ppt_x"/>
                                          </p:val>
                                        </p:tav>
                                      </p:tavLst>
                                    </p:anim>
                                    <p:anim calcmode="lin" valueType="num">
                                      <p:cBhvr additive="base">
                                        <p:cTn id="72" dur="500" fill="hold"/>
                                        <p:tgtEl>
                                          <p:spTgt spid="24588"/>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17" presetClass="entr" presetSubtype="10" fill="hold" nodeType="clickEffect">
                                  <p:stCondLst>
                                    <p:cond delay="0"/>
                                  </p:stCondLst>
                                  <p:childTnLst>
                                    <p:set>
                                      <p:cBhvr>
                                        <p:cTn id="76" dur="1" fill="hold">
                                          <p:stCondLst>
                                            <p:cond delay="0"/>
                                          </p:stCondLst>
                                        </p:cTn>
                                        <p:tgtEl>
                                          <p:spTgt spid="24602"/>
                                        </p:tgtEl>
                                        <p:attrNameLst>
                                          <p:attrName>style.visibility</p:attrName>
                                        </p:attrNameLst>
                                      </p:cBhvr>
                                      <p:to>
                                        <p:strVal val="visible"/>
                                      </p:to>
                                    </p:set>
                                    <p:anim calcmode="lin" valueType="num">
                                      <p:cBhvr>
                                        <p:cTn id="77" dur="500" fill="hold"/>
                                        <p:tgtEl>
                                          <p:spTgt spid="24602"/>
                                        </p:tgtEl>
                                        <p:attrNameLst>
                                          <p:attrName>ppt_w</p:attrName>
                                        </p:attrNameLst>
                                      </p:cBhvr>
                                      <p:tavLst>
                                        <p:tav tm="0">
                                          <p:val>
                                            <p:fltVal val="0"/>
                                          </p:val>
                                        </p:tav>
                                        <p:tav tm="100000">
                                          <p:val>
                                            <p:strVal val="#ppt_w"/>
                                          </p:val>
                                        </p:tav>
                                      </p:tavLst>
                                    </p:anim>
                                    <p:anim calcmode="lin" valueType="num">
                                      <p:cBhvr>
                                        <p:cTn id="78" dur="500" fill="hold"/>
                                        <p:tgtEl>
                                          <p:spTgt spid="24602"/>
                                        </p:tgtEl>
                                        <p:attrNameLst>
                                          <p:attrName>ppt_h</p:attrName>
                                        </p:attrNameLst>
                                      </p:cBhvr>
                                      <p:tavLst>
                                        <p:tav tm="0">
                                          <p:val>
                                            <p:strVal val="#ppt_h"/>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2" presetClass="entr" presetSubtype="8" fill="hold" grpId="0" nodeType="clickEffect">
                                  <p:stCondLst>
                                    <p:cond delay="0"/>
                                  </p:stCondLst>
                                  <p:childTnLst>
                                    <p:set>
                                      <p:cBhvr>
                                        <p:cTn id="82" dur="1" fill="hold">
                                          <p:stCondLst>
                                            <p:cond delay="0"/>
                                          </p:stCondLst>
                                        </p:cTn>
                                        <p:tgtEl>
                                          <p:spTgt spid="24590"/>
                                        </p:tgtEl>
                                        <p:attrNameLst>
                                          <p:attrName>style.visibility</p:attrName>
                                        </p:attrNameLst>
                                      </p:cBhvr>
                                      <p:to>
                                        <p:strVal val="visible"/>
                                      </p:to>
                                    </p:set>
                                    <p:anim calcmode="lin" valueType="num">
                                      <p:cBhvr additive="base">
                                        <p:cTn id="83" dur="500" fill="hold"/>
                                        <p:tgtEl>
                                          <p:spTgt spid="24590"/>
                                        </p:tgtEl>
                                        <p:attrNameLst>
                                          <p:attrName>ppt_x</p:attrName>
                                        </p:attrNameLst>
                                      </p:cBhvr>
                                      <p:tavLst>
                                        <p:tav tm="0">
                                          <p:val>
                                            <p:strVal val="0-#ppt_w/2"/>
                                          </p:val>
                                        </p:tav>
                                        <p:tav tm="100000">
                                          <p:val>
                                            <p:strVal val="#ppt_x"/>
                                          </p:val>
                                        </p:tav>
                                      </p:tavLst>
                                    </p:anim>
                                    <p:anim calcmode="lin" valueType="num">
                                      <p:cBhvr additive="base">
                                        <p:cTn id="84" dur="500" fill="hold"/>
                                        <p:tgtEl>
                                          <p:spTgt spid="24590"/>
                                        </p:tgtEl>
                                        <p:attrNameLst>
                                          <p:attrName>ppt_y</p:attrName>
                                        </p:attrNameLst>
                                      </p:cBhvr>
                                      <p:tavLst>
                                        <p:tav tm="0">
                                          <p:val>
                                            <p:strVal val="#ppt_y"/>
                                          </p:val>
                                        </p:tav>
                                        <p:tav tm="100000">
                                          <p:val>
                                            <p:strVal val="#ppt_y"/>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ntr" presetSubtype="8" fill="hold" grpId="0" nodeType="clickEffect">
                                  <p:stCondLst>
                                    <p:cond delay="0"/>
                                  </p:stCondLst>
                                  <p:childTnLst>
                                    <p:set>
                                      <p:cBhvr>
                                        <p:cTn id="88" dur="1" fill="hold">
                                          <p:stCondLst>
                                            <p:cond delay="0"/>
                                          </p:stCondLst>
                                        </p:cTn>
                                        <p:tgtEl>
                                          <p:spTgt spid="24591"/>
                                        </p:tgtEl>
                                        <p:attrNameLst>
                                          <p:attrName>style.visibility</p:attrName>
                                        </p:attrNameLst>
                                      </p:cBhvr>
                                      <p:to>
                                        <p:strVal val="visible"/>
                                      </p:to>
                                    </p:set>
                                    <p:anim calcmode="lin" valueType="num">
                                      <p:cBhvr additive="base">
                                        <p:cTn id="89" dur="500" fill="hold"/>
                                        <p:tgtEl>
                                          <p:spTgt spid="24591"/>
                                        </p:tgtEl>
                                        <p:attrNameLst>
                                          <p:attrName>ppt_x</p:attrName>
                                        </p:attrNameLst>
                                      </p:cBhvr>
                                      <p:tavLst>
                                        <p:tav tm="0">
                                          <p:val>
                                            <p:strVal val="0-#ppt_w/2"/>
                                          </p:val>
                                        </p:tav>
                                        <p:tav tm="100000">
                                          <p:val>
                                            <p:strVal val="#ppt_x"/>
                                          </p:val>
                                        </p:tav>
                                      </p:tavLst>
                                    </p:anim>
                                    <p:anim calcmode="lin" valueType="num">
                                      <p:cBhvr additive="base">
                                        <p:cTn id="90" dur="500" fill="hold"/>
                                        <p:tgtEl>
                                          <p:spTgt spid="24591"/>
                                        </p:tgtEl>
                                        <p:attrNameLst>
                                          <p:attrName>ppt_y</p:attrName>
                                        </p:attrNameLst>
                                      </p:cBhvr>
                                      <p:tavLst>
                                        <p:tav tm="0">
                                          <p:val>
                                            <p:strVal val="#ppt_y"/>
                                          </p:val>
                                        </p:tav>
                                        <p:tav tm="100000">
                                          <p:val>
                                            <p:strVal val="#ppt_y"/>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 presetClass="entr" presetSubtype="8" fill="hold" grpId="0" nodeType="clickEffect">
                                  <p:stCondLst>
                                    <p:cond delay="0"/>
                                  </p:stCondLst>
                                  <p:childTnLst>
                                    <p:set>
                                      <p:cBhvr>
                                        <p:cTn id="94" dur="1" fill="hold">
                                          <p:stCondLst>
                                            <p:cond delay="0"/>
                                          </p:stCondLst>
                                        </p:cTn>
                                        <p:tgtEl>
                                          <p:spTgt spid="24592"/>
                                        </p:tgtEl>
                                        <p:attrNameLst>
                                          <p:attrName>style.visibility</p:attrName>
                                        </p:attrNameLst>
                                      </p:cBhvr>
                                      <p:to>
                                        <p:strVal val="visible"/>
                                      </p:to>
                                    </p:set>
                                    <p:anim calcmode="lin" valueType="num">
                                      <p:cBhvr additive="base">
                                        <p:cTn id="95" dur="500" fill="hold"/>
                                        <p:tgtEl>
                                          <p:spTgt spid="24592"/>
                                        </p:tgtEl>
                                        <p:attrNameLst>
                                          <p:attrName>ppt_x</p:attrName>
                                        </p:attrNameLst>
                                      </p:cBhvr>
                                      <p:tavLst>
                                        <p:tav tm="0">
                                          <p:val>
                                            <p:strVal val="0-#ppt_w/2"/>
                                          </p:val>
                                        </p:tav>
                                        <p:tav tm="100000">
                                          <p:val>
                                            <p:strVal val="#ppt_x"/>
                                          </p:val>
                                        </p:tav>
                                      </p:tavLst>
                                    </p:anim>
                                    <p:anim calcmode="lin" valueType="num">
                                      <p:cBhvr additive="base">
                                        <p:cTn id="96" dur="500" fill="hold"/>
                                        <p:tgtEl>
                                          <p:spTgt spid="24592"/>
                                        </p:tgtEl>
                                        <p:attrNameLst>
                                          <p:attrName>ppt_y</p:attrName>
                                        </p:attrNameLst>
                                      </p:cBhvr>
                                      <p:tavLst>
                                        <p:tav tm="0">
                                          <p:val>
                                            <p:strVal val="#ppt_y"/>
                                          </p:val>
                                        </p:tav>
                                        <p:tav tm="100000">
                                          <p:val>
                                            <p:strVal val="#ppt_y"/>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2" presetClass="entr" presetSubtype="8" fill="hold" grpId="0" nodeType="clickEffect">
                                  <p:stCondLst>
                                    <p:cond delay="0"/>
                                  </p:stCondLst>
                                  <p:childTnLst>
                                    <p:set>
                                      <p:cBhvr>
                                        <p:cTn id="100" dur="1" fill="hold">
                                          <p:stCondLst>
                                            <p:cond delay="0"/>
                                          </p:stCondLst>
                                        </p:cTn>
                                        <p:tgtEl>
                                          <p:spTgt spid="24593"/>
                                        </p:tgtEl>
                                        <p:attrNameLst>
                                          <p:attrName>style.visibility</p:attrName>
                                        </p:attrNameLst>
                                      </p:cBhvr>
                                      <p:to>
                                        <p:strVal val="visible"/>
                                      </p:to>
                                    </p:set>
                                    <p:anim calcmode="lin" valueType="num">
                                      <p:cBhvr additive="base">
                                        <p:cTn id="101" dur="500" fill="hold"/>
                                        <p:tgtEl>
                                          <p:spTgt spid="24593"/>
                                        </p:tgtEl>
                                        <p:attrNameLst>
                                          <p:attrName>ppt_x</p:attrName>
                                        </p:attrNameLst>
                                      </p:cBhvr>
                                      <p:tavLst>
                                        <p:tav tm="0">
                                          <p:val>
                                            <p:strVal val="0-#ppt_w/2"/>
                                          </p:val>
                                        </p:tav>
                                        <p:tav tm="100000">
                                          <p:val>
                                            <p:strVal val="#ppt_x"/>
                                          </p:val>
                                        </p:tav>
                                      </p:tavLst>
                                    </p:anim>
                                    <p:anim calcmode="lin" valueType="num">
                                      <p:cBhvr additive="base">
                                        <p:cTn id="102" dur="500" fill="hold"/>
                                        <p:tgtEl>
                                          <p:spTgt spid="24593"/>
                                        </p:tgtEl>
                                        <p:attrNameLst>
                                          <p:attrName>ppt_y</p:attrName>
                                        </p:attrNameLst>
                                      </p:cBhvr>
                                      <p:tavLst>
                                        <p:tav tm="0">
                                          <p:val>
                                            <p:strVal val="#ppt_y"/>
                                          </p:val>
                                        </p:tav>
                                        <p:tav tm="100000">
                                          <p:val>
                                            <p:strVal val="#ppt_y"/>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 presetClass="entr" presetSubtype="8" fill="hold" grpId="0" nodeType="clickEffect">
                                  <p:stCondLst>
                                    <p:cond delay="0"/>
                                  </p:stCondLst>
                                  <p:childTnLst>
                                    <p:set>
                                      <p:cBhvr>
                                        <p:cTn id="106" dur="1" fill="hold">
                                          <p:stCondLst>
                                            <p:cond delay="0"/>
                                          </p:stCondLst>
                                        </p:cTn>
                                        <p:tgtEl>
                                          <p:spTgt spid="24594"/>
                                        </p:tgtEl>
                                        <p:attrNameLst>
                                          <p:attrName>style.visibility</p:attrName>
                                        </p:attrNameLst>
                                      </p:cBhvr>
                                      <p:to>
                                        <p:strVal val="visible"/>
                                      </p:to>
                                    </p:set>
                                    <p:anim calcmode="lin" valueType="num">
                                      <p:cBhvr additive="base">
                                        <p:cTn id="107" dur="500" fill="hold"/>
                                        <p:tgtEl>
                                          <p:spTgt spid="24594"/>
                                        </p:tgtEl>
                                        <p:attrNameLst>
                                          <p:attrName>ppt_x</p:attrName>
                                        </p:attrNameLst>
                                      </p:cBhvr>
                                      <p:tavLst>
                                        <p:tav tm="0">
                                          <p:val>
                                            <p:strVal val="0-#ppt_w/2"/>
                                          </p:val>
                                        </p:tav>
                                        <p:tav tm="100000">
                                          <p:val>
                                            <p:strVal val="#ppt_x"/>
                                          </p:val>
                                        </p:tav>
                                      </p:tavLst>
                                    </p:anim>
                                    <p:anim calcmode="lin" valueType="num">
                                      <p:cBhvr additive="base">
                                        <p:cTn id="108" dur="500" fill="hold"/>
                                        <p:tgtEl>
                                          <p:spTgt spid="24594"/>
                                        </p:tgtEl>
                                        <p:attrNameLst>
                                          <p:attrName>ppt_y</p:attrName>
                                        </p:attrNameLst>
                                      </p:cBhvr>
                                      <p:tavLst>
                                        <p:tav tm="0">
                                          <p:val>
                                            <p:strVal val="#ppt_y"/>
                                          </p:val>
                                        </p:tav>
                                        <p:tav tm="100000">
                                          <p:val>
                                            <p:strVal val="#ppt_y"/>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 presetClass="entr" presetSubtype="8" fill="hold" grpId="0" nodeType="clickEffect">
                                  <p:stCondLst>
                                    <p:cond delay="0"/>
                                  </p:stCondLst>
                                  <p:childTnLst>
                                    <p:set>
                                      <p:cBhvr>
                                        <p:cTn id="112" dur="1" fill="hold">
                                          <p:stCondLst>
                                            <p:cond delay="0"/>
                                          </p:stCondLst>
                                        </p:cTn>
                                        <p:tgtEl>
                                          <p:spTgt spid="24595"/>
                                        </p:tgtEl>
                                        <p:attrNameLst>
                                          <p:attrName>style.visibility</p:attrName>
                                        </p:attrNameLst>
                                      </p:cBhvr>
                                      <p:to>
                                        <p:strVal val="visible"/>
                                      </p:to>
                                    </p:set>
                                    <p:anim calcmode="lin" valueType="num">
                                      <p:cBhvr additive="base">
                                        <p:cTn id="113" dur="500" fill="hold"/>
                                        <p:tgtEl>
                                          <p:spTgt spid="24595"/>
                                        </p:tgtEl>
                                        <p:attrNameLst>
                                          <p:attrName>ppt_x</p:attrName>
                                        </p:attrNameLst>
                                      </p:cBhvr>
                                      <p:tavLst>
                                        <p:tav tm="0">
                                          <p:val>
                                            <p:strVal val="0-#ppt_w/2"/>
                                          </p:val>
                                        </p:tav>
                                        <p:tav tm="100000">
                                          <p:val>
                                            <p:strVal val="#ppt_x"/>
                                          </p:val>
                                        </p:tav>
                                      </p:tavLst>
                                    </p:anim>
                                    <p:anim calcmode="lin" valueType="num">
                                      <p:cBhvr additive="base">
                                        <p:cTn id="114" dur="500" fill="hold"/>
                                        <p:tgtEl>
                                          <p:spTgt spid="24595"/>
                                        </p:tgtEl>
                                        <p:attrNameLst>
                                          <p:attrName>ppt_y</p:attrName>
                                        </p:attrNameLst>
                                      </p:cBhvr>
                                      <p:tavLst>
                                        <p:tav tm="0">
                                          <p:val>
                                            <p:strVal val="#ppt_y"/>
                                          </p:val>
                                        </p:tav>
                                        <p:tav tm="100000">
                                          <p:val>
                                            <p:strVal val="#ppt_y"/>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 presetClass="entr" presetSubtype="8" fill="hold" grpId="0" nodeType="clickEffect">
                                  <p:stCondLst>
                                    <p:cond delay="0"/>
                                  </p:stCondLst>
                                  <p:childTnLst>
                                    <p:set>
                                      <p:cBhvr>
                                        <p:cTn id="118" dur="1" fill="hold">
                                          <p:stCondLst>
                                            <p:cond delay="0"/>
                                          </p:stCondLst>
                                        </p:cTn>
                                        <p:tgtEl>
                                          <p:spTgt spid="24596"/>
                                        </p:tgtEl>
                                        <p:attrNameLst>
                                          <p:attrName>style.visibility</p:attrName>
                                        </p:attrNameLst>
                                      </p:cBhvr>
                                      <p:to>
                                        <p:strVal val="visible"/>
                                      </p:to>
                                    </p:set>
                                    <p:anim calcmode="lin" valueType="num">
                                      <p:cBhvr additive="base">
                                        <p:cTn id="119" dur="500" fill="hold"/>
                                        <p:tgtEl>
                                          <p:spTgt spid="24596"/>
                                        </p:tgtEl>
                                        <p:attrNameLst>
                                          <p:attrName>ppt_x</p:attrName>
                                        </p:attrNameLst>
                                      </p:cBhvr>
                                      <p:tavLst>
                                        <p:tav tm="0">
                                          <p:val>
                                            <p:strVal val="0-#ppt_w/2"/>
                                          </p:val>
                                        </p:tav>
                                        <p:tav tm="100000">
                                          <p:val>
                                            <p:strVal val="#ppt_x"/>
                                          </p:val>
                                        </p:tav>
                                      </p:tavLst>
                                    </p:anim>
                                    <p:anim calcmode="lin" valueType="num">
                                      <p:cBhvr additive="base">
                                        <p:cTn id="120" dur="500" fill="hold"/>
                                        <p:tgtEl>
                                          <p:spTgt spid="24596"/>
                                        </p:tgtEl>
                                        <p:attrNameLst>
                                          <p:attrName>ppt_y</p:attrName>
                                        </p:attrNameLst>
                                      </p:cBhvr>
                                      <p:tavLst>
                                        <p:tav tm="0">
                                          <p:val>
                                            <p:strVal val="#ppt_y"/>
                                          </p:val>
                                        </p:tav>
                                        <p:tav tm="100000">
                                          <p:val>
                                            <p:strVal val="#ppt_y"/>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 presetClass="entr" presetSubtype="8" fill="hold" nodeType="clickEffect">
                                  <p:stCondLst>
                                    <p:cond delay="0"/>
                                  </p:stCondLst>
                                  <p:childTnLst>
                                    <p:set>
                                      <p:cBhvr>
                                        <p:cTn id="124" dur="1" fill="hold">
                                          <p:stCondLst>
                                            <p:cond delay="0"/>
                                          </p:stCondLst>
                                        </p:cTn>
                                        <p:tgtEl>
                                          <p:spTgt spid="24607"/>
                                        </p:tgtEl>
                                        <p:attrNameLst>
                                          <p:attrName>style.visibility</p:attrName>
                                        </p:attrNameLst>
                                      </p:cBhvr>
                                      <p:to>
                                        <p:strVal val="visible"/>
                                      </p:to>
                                    </p:set>
                                    <p:anim calcmode="lin" valueType="num">
                                      <p:cBhvr additive="base">
                                        <p:cTn id="125" dur="500" fill="hold"/>
                                        <p:tgtEl>
                                          <p:spTgt spid="24607"/>
                                        </p:tgtEl>
                                        <p:attrNameLst>
                                          <p:attrName>ppt_x</p:attrName>
                                        </p:attrNameLst>
                                      </p:cBhvr>
                                      <p:tavLst>
                                        <p:tav tm="0">
                                          <p:val>
                                            <p:strVal val="0-#ppt_w/2"/>
                                          </p:val>
                                        </p:tav>
                                        <p:tav tm="100000">
                                          <p:val>
                                            <p:strVal val="#ppt_x"/>
                                          </p:val>
                                        </p:tav>
                                      </p:tavLst>
                                    </p:anim>
                                    <p:anim calcmode="lin" valueType="num">
                                      <p:cBhvr additive="base">
                                        <p:cTn id="126" dur="500" fill="hold"/>
                                        <p:tgtEl>
                                          <p:spTgt spid="24607"/>
                                        </p:tgtEl>
                                        <p:attrNameLst>
                                          <p:attrName>ppt_y</p:attrName>
                                        </p:attrNameLst>
                                      </p:cBhvr>
                                      <p:tavLst>
                                        <p:tav tm="0">
                                          <p:val>
                                            <p:strVal val="#ppt_y"/>
                                          </p:val>
                                        </p:tav>
                                        <p:tav tm="100000">
                                          <p:val>
                                            <p:strVal val="#ppt_y"/>
                                          </p:val>
                                        </p:tav>
                                      </p:tavLst>
                                    </p:anim>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 presetClass="entr" presetSubtype="8" fill="hold" grpId="0" nodeType="clickEffect">
                                  <p:stCondLst>
                                    <p:cond delay="0"/>
                                  </p:stCondLst>
                                  <p:childTnLst>
                                    <p:set>
                                      <p:cBhvr>
                                        <p:cTn id="130" dur="1" fill="hold">
                                          <p:stCondLst>
                                            <p:cond delay="0"/>
                                          </p:stCondLst>
                                        </p:cTn>
                                        <p:tgtEl>
                                          <p:spTgt spid="24598"/>
                                        </p:tgtEl>
                                        <p:attrNameLst>
                                          <p:attrName>style.visibility</p:attrName>
                                        </p:attrNameLst>
                                      </p:cBhvr>
                                      <p:to>
                                        <p:strVal val="visible"/>
                                      </p:to>
                                    </p:set>
                                    <p:anim calcmode="lin" valueType="num">
                                      <p:cBhvr additive="base">
                                        <p:cTn id="131" dur="500" fill="hold"/>
                                        <p:tgtEl>
                                          <p:spTgt spid="24598"/>
                                        </p:tgtEl>
                                        <p:attrNameLst>
                                          <p:attrName>ppt_x</p:attrName>
                                        </p:attrNameLst>
                                      </p:cBhvr>
                                      <p:tavLst>
                                        <p:tav tm="0">
                                          <p:val>
                                            <p:strVal val="0-#ppt_w/2"/>
                                          </p:val>
                                        </p:tav>
                                        <p:tav tm="100000">
                                          <p:val>
                                            <p:strVal val="#ppt_x"/>
                                          </p:val>
                                        </p:tav>
                                      </p:tavLst>
                                    </p:anim>
                                    <p:anim calcmode="lin" valueType="num">
                                      <p:cBhvr additive="base">
                                        <p:cTn id="132" dur="500" fill="hold"/>
                                        <p:tgtEl>
                                          <p:spTgt spid="24598"/>
                                        </p:tgtEl>
                                        <p:attrNameLst>
                                          <p:attrName>ppt_y</p:attrName>
                                        </p:attrNameLst>
                                      </p:cBhvr>
                                      <p:tavLst>
                                        <p:tav tm="0">
                                          <p:val>
                                            <p:strVal val="#ppt_y"/>
                                          </p:val>
                                        </p:tav>
                                        <p:tav tm="100000">
                                          <p:val>
                                            <p:strVal val="#ppt_y"/>
                                          </p:val>
                                        </p:tav>
                                      </p:tavLst>
                                    </p:anim>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 presetClass="entr" presetSubtype="8" fill="hold" grpId="0" nodeType="clickEffect">
                                  <p:stCondLst>
                                    <p:cond delay="0"/>
                                  </p:stCondLst>
                                  <p:childTnLst>
                                    <p:set>
                                      <p:cBhvr>
                                        <p:cTn id="136" dur="1" fill="hold">
                                          <p:stCondLst>
                                            <p:cond delay="0"/>
                                          </p:stCondLst>
                                        </p:cTn>
                                        <p:tgtEl>
                                          <p:spTgt spid="24597"/>
                                        </p:tgtEl>
                                        <p:attrNameLst>
                                          <p:attrName>style.visibility</p:attrName>
                                        </p:attrNameLst>
                                      </p:cBhvr>
                                      <p:to>
                                        <p:strVal val="visible"/>
                                      </p:to>
                                    </p:set>
                                    <p:anim calcmode="lin" valueType="num">
                                      <p:cBhvr additive="base">
                                        <p:cTn id="137" dur="500" fill="hold"/>
                                        <p:tgtEl>
                                          <p:spTgt spid="24597"/>
                                        </p:tgtEl>
                                        <p:attrNameLst>
                                          <p:attrName>ppt_x</p:attrName>
                                        </p:attrNameLst>
                                      </p:cBhvr>
                                      <p:tavLst>
                                        <p:tav tm="0">
                                          <p:val>
                                            <p:strVal val="0-#ppt_w/2"/>
                                          </p:val>
                                        </p:tav>
                                        <p:tav tm="100000">
                                          <p:val>
                                            <p:strVal val="#ppt_x"/>
                                          </p:val>
                                        </p:tav>
                                      </p:tavLst>
                                    </p:anim>
                                    <p:anim calcmode="lin" valueType="num">
                                      <p:cBhvr additive="base">
                                        <p:cTn id="138" dur="500" fill="hold"/>
                                        <p:tgtEl>
                                          <p:spTgt spid="24597"/>
                                        </p:tgtEl>
                                        <p:attrNameLst>
                                          <p:attrName>ppt_y</p:attrName>
                                        </p:attrNameLst>
                                      </p:cBhvr>
                                      <p:tavLst>
                                        <p:tav tm="0">
                                          <p:val>
                                            <p:strVal val="#ppt_y"/>
                                          </p:val>
                                        </p:tav>
                                        <p:tav tm="100000">
                                          <p:val>
                                            <p:strVal val="#ppt_y"/>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 presetClass="entr" presetSubtype="8" fill="hold" grpId="0" nodeType="clickEffect">
                                  <p:stCondLst>
                                    <p:cond delay="0"/>
                                  </p:stCondLst>
                                  <p:childTnLst>
                                    <p:set>
                                      <p:cBhvr>
                                        <p:cTn id="142" dur="1" fill="hold">
                                          <p:stCondLst>
                                            <p:cond delay="0"/>
                                          </p:stCondLst>
                                        </p:cTn>
                                        <p:tgtEl>
                                          <p:spTgt spid="24599"/>
                                        </p:tgtEl>
                                        <p:attrNameLst>
                                          <p:attrName>style.visibility</p:attrName>
                                        </p:attrNameLst>
                                      </p:cBhvr>
                                      <p:to>
                                        <p:strVal val="visible"/>
                                      </p:to>
                                    </p:set>
                                    <p:anim calcmode="lin" valueType="num">
                                      <p:cBhvr additive="base">
                                        <p:cTn id="143" dur="500" fill="hold"/>
                                        <p:tgtEl>
                                          <p:spTgt spid="24599"/>
                                        </p:tgtEl>
                                        <p:attrNameLst>
                                          <p:attrName>ppt_x</p:attrName>
                                        </p:attrNameLst>
                                      </p:cBhvr>
                                      <p:tavLst>
                                        <p:tav tm="0">
                                          <p:val>
                                            <p:strVal val="0-#ppt_w/2"/>
                                          </p:val>
                                        </p:tav>
                                        <p:tav tm="100000">
                                          <p:val>
                                            <p:strVal val="#ppt_x"/>
                                          </p:val>
                                        </p:tav>
                                      </p:tavLst>
                                    </p:anim>
                                    <p:anim calcmode="lin" valueType="num">
                                      <p:cBhvr additive="base">
                                        <p:cTn id="144" dur="500" fill="hold"/>
                                        <p:tgtEl>
                                          <p:spTgt spid="24599"/>
                                        </p:tgtEl>
                                        <p:attrNameLst>
                                          <p:attrName>ppt_y</p:attrName>
                                        </p:attrNameLst>
                                      </p:cBhvr>
                                      <p:tavLst>
                                        <p:tav tm="0">
                                          <p:val>
                                            <p:strVal val="#ppt_y"/>
                                          </p:val>
                                        </p:tav>
                                        <p:tav tm="100000">
                                          <p:val>
                                            <p:strVal val="#ppt_y"/>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 presetClass="entr" presetSubtype="8" fill="hold" grpId="0" nodeType="clickEffect">
                                  <p:stCondLst>
                                    <p:cond delay="0"/>
                                  </p:stCondLst>
                                  <p:childTnLst>
                                    <p:set>
                                      <p:cBhvr>
                                        <p:cTn id="148" dur="1" fill="hold">
                                          <p:stCondLst>
                                            <p:cond delay="0"/>
                                          </p:stCondLst>
                                        </p:cTn>
                                        <p:tgtEl>
                                          <p:spTgt spid="24600"/>
                                        </p:tgtEl>
                                        <p:attrNameLst>
                                          <p:attrName>style.visibility</p:attrName>
                                        </p:attrNameLst>
                                      </p:cBhvr>
                                      <p:to>
                                        <p:strVal val="visible"/>
                                      </p:to>
                                    </p:set>
                                    <p:anim calcmode="lin" valueType="num">
                                      <p:cBhvr additive="base">
                                        <p:cTn id="149" dur="500" fill="hold"/>
                                        <p:tgtEl>
                                          <p:spTgt spid="24600"/>
                                        </p:tgtEl>
                                        <p:attrNameLst>
                                          <p:attrName>ppt_x</p:attrName>
                                        </p:attrNameLst>
                                      </p:cBhvr>
                                      <p:tavLst>
                                        <p:tav tm="0">
                                          <p:val>
                                            <p:strVal val="0-#ppt_w/2"/>
                                          </p:val>
                                        </p:tav>
                                        <p:tav tm="100000">
                                          <p:val>
                                            <p:strVal val="#ppt_x"/>
                                          </p:val>
                                        </p:tav>
                                      </p:tavLst>
                                    </p:anim>
                                    <p:anim calcmode="lin" valueType="num">
                                      <p:cBhvr additive="base">
                                        <p:cTn id="150" dur="500" fill="hold"/>
                                        <p:tgtEl>
                                          <p:spTgt spid="24600"/>
                                        </p:tgtEl>
                                        <p:attrNameLst>
                                          <p:attrName>ppt_y</p:attrName>
                                        </p:attrNameLst>
                                      </p:cBhvr>
                                      <p:tavLst>
                                        <p:tav tm="0">
                                          <p:val>
                                            <p:strVal val="#ppt_y"/>
                                          </p:val>
                                        </p:tav>
                                        <p:tav tm="100000">
                                          <p:val>
                                            <p:strVal val="#ppt_y"/>
                                          </p:val>
                                        </p:tav>
                                      </p:tavLst>
                                    </p:anim>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 presetClass="entr" presetSubtype="8" fill="hold" grpId="0" nodeType="clickEffect">
                                  <p:stCondLst>
                                    <p:cond delay="0"/>
                                  </p:stCondLst>
                                  <p:childTnLst>
                                    <p:set>
                                      <p:cBhvr>
                                        <p:cTn id="154" dur="1" fill="hold">
                                          <p:stCondLst>
                                            <p:cond delay="0"/>
                                          </p:stCondLst>
                                        </p:cTn>
                                        <p:tgtEl>
                                          <p:spTgt spid="24601"/>
                                        </p:tgtEl>
                                        <p:attrNameLst>
                                          <p:attrName>style.visibility</p:attrName>
                                        </p:attrNameLst>
                                      </p:cBhvr>
                                      <p:to>
                                        <p:strVal val="visible"/>
                                      </p:to>
                                    </p:set>
                                    <p:anim calcmode="lin" valueType="num">
                                      <p:cBhvr additive="base">
                                        <p:cTn id="155" dur="500" fill="hold"/>
                                        <p:tgtEl>
                                          <p:spTgt spid="24601"/>
                                        </p:tgtEl>
                                        <p:attrNameLst>
                                          <p:attrName>ppt_x</p:attrName>
                                        </p:attrNameLst>
                                      </p:cBhvr>
                                      <p:tavLst>
                                        <p:tav tm="0">
                                          <p:val>
                                            <p:strVal val="0-#ppt_w/2"/>
                                          </p:val>
                                        </p:tav>
                                        <p:tav tm="100000">
                                          <p:val>
                                            <p:strVal val="#ppt_x"/>
                                          </p:val>
                                        </p:tav>
                                      </p:tavLst>
                                    </p:anim>
                                    <p:anim calcmode="lin" valueType="num">
                                      <p:cBhvr additive="base">
                                        <p:cTn id="156" dur="500" fill="hold"/>
                                        <p:tgtEl>
                                          <p:spTgt spid="24601"/>
                                        </p:tgtEl>
                                        <p:attrNameLst>
                                          <p:attrName>ppt_y</p:attrName>
                                        </p:attrNameLst>
                                      </p:cBhvr>
                                      <p:tavLst>
                                        <p:tav tm="0">
                                          <p:val>
                                            <p:strVal val="#ppt_y"/>
                                          </p:val>
                                        </p:tav>
                                        <p:tav tm="100000">
                                          <p:val>
                                            <p:strVal val="#ppt_y"/>
                                          </p:val>
                                        </p:tav>
                                      </p:tavLst>
                                    </p:anim>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 presetClass="entr" presetSubtype="8" fill="hold" nodeType="clickEffect">
                                  <p:stCondLst>
                                    <p:cond delay="0"/>
                                  </p:stCondLst>
                                  <p:childTnLst>
                                    <p:set>
                                      <p:cBhvr>
                                        <p:cTn id="160" dur="1" fill="hold">
                                          <p:stCondLst>
                                            <p:cond delay="0"/>
                                          </p:stCondLst>
                                        </p:cTn>
                                        <p:tgtEl>
                                          <p:spTgt spid="24675"/>
                                        </p:tgtEl>
                                        <p:attrNameLst>
                                          <p:attrName>style.visibility</p:attrName>
                                        </p:attrNameLst>
                                      </p:cBhvr>
                                      <p:to>
                                        <p:strVal val="visible"/>
                                      </p:to>
                                    </p:set>
                                    <p:anim calcmode="lin" valueType="num">
                                      <p:cBhvr additive="base">
                                        <p:cTn id="161" dur="500" fill="hold"/>
                                        <p:tgtEl>
                                          <p:spTgt spid="24675"/>
                                        </p:tgtEl>
                                        <p:attrNameLst>
                                          <p:attrName>ppt_x</p:attrName>
                                        </p:attrNameLst>
                                      </p:cBhvr>
                                      <p:tavLst>
                                        <p:tav tm="0">
                                          <p:val>
                                            <p:strVal val="0-#ppt_w/2"/>
                                          </p:val>
                                        </p:tav>
                                        <p:tav tm="100000">
                                          <p:val>
                                            <p:strVal val="#ppt_x"/>
                                          </p:val>
                                        </p:tav>
                                      </p:tavLst>
                                    </p:anim>
                                    <p:anim calcmode="lin" valueType="num">
                                      <p:cBhvr additive="base">
                                        <p:cTn id="162" dur="500" fill="hold"/>
                                        <p:tgtEl>
                                          <p:spTgt spid="24675"/>
                                        </p:tgtEl>
                                        <p:attrNameLst>
                                          <p:attrName>ppt_y</p:attrName>
                                        </p:attrNameLst>
                                      </p:cBhvr>
                                      <p:tavLst>
                                        <p:tav tm="0">
                                          <p:val>
                                            <p:strVal val="#ppt_y"/>
                                          </p:val>
                                        </p:tav>
                                        <p:tav tm="100000">
                                          <p:val>
                                            <p:strVal val="#ppt_y"/>
                                          </p:val>
                                        </p:tav>
                                      </p:tavLst>
                                    </p:anim>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 presetClass="entr" presetSubtype="8" fill="hold" grpId="0" nodeType="clickEffect">
                                  <p:stCondLst>
                                    <p:cond delay="0"/>
                                  </p:stCondLst>
                                  <p:childTnLst>
                                    <p:set>
                                      <p:cBhvr>
                                        <p:cTn id="166" dur="1" fill="hold">
                                          <p:stCondLst>
                                            <p:cond delay="0"/>
                                          </p:stCondLst>
                                        </p:cTn>
                                        <p:tgtEl>
                                          <p:spTgt spid="24649"/>
                                        </p:tgtEl>
                                        <p:attrNameLst>
                                          <p:attrName>style.visibility</p:attrName>
                                        </p:attrNameLst>
                                      </p:cBhvr>
                                      <p:to>
                                        <p:strVal val="visible"/>
                                      </p:to>
                                    </p:set>
                                    <p:anim calcmode="lin" valueType="num">
                                      <p:cBhvr additive="base">
                                        <p:cTn id="167" dur="500" fill="hold"/>
                                        <p:tgtEl>
                                          <p:spTgt spid="24649"/>
                                        </p:tgtEl>
                                        <p:attrNameLst>
                                          <p:attrName>ppt_x</p:attrName>
                                        </p:attrNameLst>
                                      </p:cBhvr>
                                      <p:tavLst>
                                        <p:tav tm="0">
                                          <p:val>
                                            <p:strVal val="0-#ppt_w/2"/>
                                          </p:val>
                                        </p:tav>
                                        <p:tav tm="100000">
                                          <p:val>
                                            <p:strVal val="#ppt_x"/>
                                          </p:val>
                                        </p:tav>
                                      </p:tavLst>
                                    </p:anim>
                                    <p:anim calcmode="lin" valueType="num">
                                      <p:cBhvr additive="base">
                                        <p:cTn id="168" dur="500" fill="hold"/>
                                        <p:tgtEl>
                                          <p:spTgt spid="24649"/>
                                        </p:tgtEl>
                                        <p:attrNameLst>
                                          <p:attrName>ppt_y</p:attrName>
                                        </p:attrNameLst>
                                      </p:cBhvr>
                                      <p:tavLst>
                                        <p:tav tm="0">
                                          <p:val>
                                            <p:strVal val="#ppt_y"/>
                                          </p:val>
                                        </p:tav>
                                        <p:tav tm="100000">
                                          <p:val>
                                            <p:strVal val="#ppt_y"/>
                                          </p:val>
                                        </p:tav>
                                      </p:tavLst>
                                    </p:anim>
                                  </p:childTnLst>
                                </p:cTn>
                              </p:par>
                            </p:childTnLst>
                          </p:cTn>
                        </p:par>
                      </p:childTnLst>
                    </p:cTn>
                  </p:par>
                  <p:par>
                    <p:cTn id="169" fill="hold" nodeType="clickPar">
                      <p:stCondLst>
                        <p:cond delay="indefinite"/>
                      </p:stCondLst>
                      <p:childTnLst>
                        <p:par>
                          <p:cTn id="170" fill="hold" nodeType="withGroup">
                            <p:stCondLst>
                              <p:cond delay="0"/>
                            </p:stCondLst>
                            <p:childTnLst>
                              <p:par>
                                <p:cTn id="171" presetID="2" presetClass="entr" presetSubtype="8" fill="hold" nodeType="clickEffect">
                                  <p:stCondLst>
                                    <p:cond delay="0"/>
                                  </p:stCondLst>
                                  <p:childTnLst>
                                    <p:set>
                                      <p:cBhvr>
                                        <p:cTn id="172" dur="1" fill="hold">
                                          <p:stCondLst>
                                            <p:cond delay="0"/>
                                          </p:stCondLst>
                                        </p:cTn>
                                        <p:tgtEl>
                                          <p:spTgt spid="24612"/>
                                        </p:tgtEl>
                                        <p:attrNameLst>
                                          <p:attrName>style.visibility</p:attrName>
                                        </p:attrNameLst>
                                      </p:cBhvr>
                                      <p:to>
                                        <p:strVal val="visible"/>
                                      </p:to>
                                    </p:set>
                                    <p:anim calcmode="lin" valueType="num">
                                      <p:cBhvr additive="base">
                                        <p:cTn id="173" dur="500" fill="hold"/>
                                        <p:tgtEl>
                                          <p:spTgt spid="24612"/>
                                        </p:tgtEl>
                                        <p:attrNameLst>
                                          <p:attrName>ppt_x</p:attrName>
                                        </p:attrNameLst>
                                      </p:cBhvr>
                                      <p:tavLst>
                                        <p:tav tm="0">
                                          <p:val>
                                            <p:strVal val="0-#ppt_w/2"/>
                                          </p:val>
                                        </p:tav>
                                        <p:tav tm="100000">
                                          <p:val>
                                            <p:strVal val="#ppt_x"/>
                                          </p:val>
                                        </p:tav>
                                      </p:tavLst>
                                    </p:anim>
                                    <p:anim calcmode="lin" valueType="num">
                                      <p:cBhvr additive="base">
                                        <p:cTn id="174" dur="500" fill="hold"/>
                                        <p:tgtEl>
                                          <p:spTgt spid="24612"/>
                                        </p:tgtEl>
                                        <p:attrNameLst>
                                          <p:attrName>ppt_y</p:attrName>
                                        </p:attrNameLst>
                                      </p:cBhvr>
                                      <p:tavLst>
                                        <p:tav tm="0">
                                          <p:val>
                                            <p:strVal val="#ppt_y"/>
                                          </p:val>
                                        </p:tav>
                                        <p:tav tm="100000">
                                          <p:val>
                                            <p:strVal val="#ppt_y"/>
                                          </p:val>
                                        </p:tav>
                                      </p:tavLst>
                                    </p:anim>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8" presetClass="entr" presetSubtype="12" fill="hold" grpId="0" nodeType="clickEffect">
                                  <p:stCondLst>
                                    <p:cond delay="0"/>
                                  </p:stCondLst>
                                  <p:childTnLst>
                                    <p:set>
                                      <p:cBhvr>
                                        <p:cTn id="178" dur="1" fill="hold">
                                          <p:stCondLst>
                                            <p:cond delay="0"/>
                                          </p:stCondLst>
                                        </p:cTn>
                                        <p:tgtEl>
                                          <p:spTgt spid="24674"/>
                                        </p:tgtEl>
                                        <p:attrNameLst>
                                          <p:attrName>style.visibility</p:attrName>
                                        </p:attrNameLst>
                                      </p:cBhvr>
                                      <p:to>
                                        <p:strVal val="visible"/>
                                      </p:to>
                                    </p:set>
                                    <p:animEffect transition="in" filter="strips(downLeft)">
                                      <p:cBhvr>
                                        <p:cTn id="179" dur="500"/>
                                        <p:tgtEl>
                                          <p:spTgt spid="24674"/>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 presetClass="entr" presetSubtype="1" fill="hold" nodeType="clickEffect">
                                  <p:stCondLst>
                                    <p:cond delay="0"/>
                                  </p:stCondLst>
                                  <p:childTnLst>
                                    <p:set>
                                      <p:cBhvr>
                                        <p:cTn id="183" dur="1" fill="hold">
                                          <p:stCondLst>
                                            <p:cond delay="0"/>
                                          </p:stCondLst>
                                        </p:cTn>
                                        <p:tgtEl>
                                          <p:spTgt spid="24616"/>
                                        </p:tgtEl>
                                        <p:attrNameLst>
                                          <p:attrName>style.visibility</p:attrName>
                                        </p:attrNameLst>
                                      </p:cBhvr>
                                      <p:to>
                                        <p:strVal val="visible"/>
                                      </p:to>
                                    </p:set>
                                    <p:anim calcmode="lin" valueType="num">
                                      <p:cBhvr additive="base">
                                        <p:cTn id="184" dur="500" fill="hold"/>
                                        <p:tgtEl>
                                          <p:spTgt spid="24616"/>
                                        </p:tgtEl>
                                        <p:attrNameLst>
                                          <p:attrName>ppt_x</p:attrName>
                                        </p:attrNameLst>
                                      </p:cBhvr>
                                      <p:tavLst>
                                        <p:tav tm="0">
                                          <p:val>
                                            <p:strVal val="#ppt_x"/>
                                          </p:val>
                                        </p:tav>
                                        <p:tav tm="100000">
                                          <p:val>
                                            <p:strVal val="#ppt_x"/>
                                          </p:val>
                                        </p:tav>
                                      </p:tavLst>
                                    </p:anim>
                                    <p:anim calcmode="lin" valueType="num">
                                      <p:cBhvr additive="base">
                                        <p:cTn id="185" dur="500" fill="hold"/>
                                        <p:tgtEl>
                                          <p:spTgt spid="24616"/>
                                        </p:tgtEl>
                                        <p:attrNameLst>
                                          <p:attrName>ppt_y</p:attrName>
                                        </p:attrNameLst>
                                      </p:cBhvr>
                                      <p:tavLst>
                                        <p:tav tm="0">
                                          <p:val>
                                            <p:strVal val="0-#ppt_h/2"/>
                                          </p:val>
                                        </p:tav>
                                        <p:tav tm="100000">
                                          <p:val>
                                            <p:strVal val="#ppt_y"/>
                                          </p:val>
                                        </p:tav>
                                      </p:tavLst>
                                    </p:anim>
                                  </p:childTnLst>
                                </p:cTn>
                              </p:par>
                            </p:childTnLst>
                          </p:cTn>
                        </p:par>
                      </p:childTnLst>
                    </p:cTn>
                  </p:par>
                  <p:par>
                    <p:cTn id="186" fill="hold" nodeType="clickPar">
                      <p:stCondLst>
                        <p:cond delay="indefinite"/>
                      </p:stCondLst>
                      <p:childTnLst>
                        <p:par>
                          <p:cTn id="187" fill="hold" nodeType="withGroup">
                            <p:stCondLst>
                              <p:cond delay="0"/>
                            </p:stCondLst>
                            <p:childTnLst>
                              <p:par>
                                <p:cTn id="188" presetID="2" presetClass="entr" presetSubtype="8" fill="hold" nodeType="clickEffect">
                                  <p:stCondLst>
                                    <p:cond delay="0"/>
                                  </p:stCondLst>
                                  <p:childTnLst>
                                    <p:set>
                                      <p:cBhvr>
                                        <p:cTn id="189" dur="1" fill="hold">
                                          <p:stCondLst>
                                            <p:cond delay="0"/>
                                          </p:stCondLst>
                                        </p:cTn>
                                        <p:tgtEl>
                                          <p:spTgt spid="24619"/>
                                        </p:tgtEl>
                                        <p:attrNameLst>
                                          <p:attrName>style.visibility</p:attrName>
                                        </p:attrNameLst>
                                      </p:cBhvr>
                                      <p:to>
                                        <p:strVal val="visible"/>
                                      </p:to>
                                    </p:set>
                                    <p:anim calcmode="lin" valueType="num">
                                      <p:cBhvr additive="base">
                                        <p:cTn id="190" dur="500" fill="hold"/>
                                        <p:tgtEl>
                                          <p:spTgt spid="24619"/>
                                        </p:tgtEl>
                                        <p:attrNameLst>
                                          <p:attrName>ppt_x</p:attrName>
                                        </p:attrNameLst>
                                      </p:cBhvr>
                                      <p:tavLst>
                                        <p:tav tm="0">
                                          <p:val>
                                            <p:strVal val="0-#ppt_w/2"/>
                                          </p:val>
                                        </p:tav>
                                        <p:tav tm="100000">
                                          <p:val>
                                            <p:strVal val="#ppt_x"/>
                                          </p:val>
                                        </p:tav>
                                      </p:tavLst>
                                    </p:anim>
                                    <p:anim calcmode="lin" valueType="num">
                                      <p:cBhvr additive="base">
                                        <p:cTn id="191" dur="500" fill="hold"/>
                                        <p:tgtEl>
                                          <p:spTgt spid="24619"/>
                                        </p:tgtEl>
                                        <p:attrNameLst>
                                          <p:attrName>ppt_y</p:attrName>
                                        </p:attrNameLst>
                                      </p:cBhvr>
                                      <p:tavLst>
                                        <p:tav tm="0">
                                          <p:val>
                                            <p:strVal val="#ppt_y"/>
                                          </p:val>
                                        </p:tav>
                                        <p:tav tm="100000">
                                          <p:val>
                                            <p:strVal val="#ppt_y"/>
                                          </p:val>
                                        </p:tav>
                                      </p:tavLst>
                                    </p:anim>
                                  </p:childTnLst>
                                </p:cTn>
                              </p:par>
                            </p:childTnLst>
                          </p:cTn>
                        </p:par>
                      </p:childTnLst>
                    </p:cTn>
                  </p:par>
                  <p:par>
                    <p:cTn id="192" fill="hold" nodeType="clickPar">
                      <p:stCondLst>
                        <p:cond delay="indefinite"/>
                      </p:stCondLst>
                      <p:childTnLst>
                        <p:par>
                          <p:cTn id="193" fill="hold" nodeType="withGroup">
                            <p:stCondLst>
                              <p:cond delay="0"/>
                            </p:stCondLst>
                            <p:childTnLst>
                              <p:par>
                                <p:cTn id="194" presetID="2" presetClass="entr" presetSubtype="8" fill="hold" nodeType="clickEffect">
                                  <p:stCondLst>
                                    <p:cond delay="0"/>
                                  </p:stCondLst>
                                  <p:childTnLst>
                                    <p:set>
                                      <p:cBhvr>
                                        <p:cTn id="195" dur="1" fill="hold">
                                          <p:stCondLst>
                                            <p:cond delay="0"/>
                                          </p:stCondLst>
                                        </p:cTn>
                                        <p:tgtEl>
                                          <p:spTgt spid="24623"/>
                                        </p:tgtEl>
                                        <p:attrNameLst>
                                          <p:attrName>style.visibility</p:attrName>
                                        </p:attrNameLst>
                                      </p:cBhvr>
                                      <p:to>
                                        <p:strVal val="visible"/>
                                      </p:to>
                                    </p:set>
                                    <p:anim calcmode="lin" valueType="num">
                                      <p:cBhvr additive="base">
                                        <p:cTn id="196" dur="500" fill="hold"/>
                                        <p:tgtEl>
                                          <p:spTgt spid="24623"/>
                                        </p:tgtEl>
                                        <p:attrNameLst>
                                          <p:attrName>ppt_x</p:attrName>
                                        </p:attrNameLst>
                                      </p:cBhvr>
                                      <p:tavLst>
                                        <p:tav tm="0">
                                          <p:val>
                                            <p:strVal val="0-#ppt_w/2"/>
                                          </p:val>
                                        </p:tav>
                                        <p:tav tm="100000">
                                          <p:val>
                                            <p:strVal val="#ppt_x"/>
                                          </p:val>
                                        </p:tav>
                                      </p:tavLst>
                                    </p:anim>
                                    <p:anim calcmode="lin" valueType="num">
                                      <p:cBhvr additive="base">
                                        <p:cTn id="197" dur="500" fill="hold"/>
                                        <p:tgtEl>
                                          <p:spTgt spid="24623"/>
                                        </p:tgtEl>
                                        <p:attrNameLst>
                                          <p:attrName>ppt_y</p:attrName>
                                        </p:attrNameLst>
                                      </p:cBhvr>
                                      <p:tavLst>
                                        <p:tav tm="0">
                                          <p:val>
                                            <p:strVal val="#ppt_y"/>
                                          </p:val>
                                        </p:tav>
                                        <p:tav tm="100000">
                                          <p:val>
                                            <p:strVal val="#ppt_y"/>
                                          </p:val>
                                        </p:tav>
                                      </p:tavLst>
                                    </p:anim>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 presetClass="entr" presetSubtype="8" fill="hold" nodeType="clickEffect">
                                  <p:stCondLst>
                                    <p:cond delay="0"/>
                                  </p:stCondLst>
                                  <p:childTnLst>
                                    <p:set>
                                      <p:cBhvr>
                                        <p:cTn id="201" dur="1" fill="hold">
                                          <p:stCondLst>
                                            <p:cond delay="0"/>
                                          </p:stCondLst>
                                        </p:cTn>
                                        <p:tgtEl>
                                          <p:spTgt spid="24633"/>
                                        </p:tgtEl>
                                        <p:attrNameLst>
                                          <p:attrName>style.visibility</p:attrName>
                                        </p:attrNameLst>
                                      </p:cBhvr>
                                      <p:to>
                                        <p:strVal val="visible"/>
                                      </p:to>
                                    </p:set>
                                    <p:anim calcmode="lin" valueType="num">
                                      <p:cBhvr additive="base">
                                        <p:cTn id="202" dur="500" fill="hold"/>
                                        <p:tgtEl>
                                          <p:spTgt spid="24633"/>
                                        </p:tgtEl>
                                        <p:attrNameLst>
                                          <p:attrName>ppt_x</p:attrName>
                                        </p:attrNameLst>
                                      </p:cBhvr>
                                      <p:tavLst>
                                        <p:tav tm="0">
                                          <p:val>
                                            <p:strVal val="0-#ppt_w/2"/>
                                          </p:val>
                                        </p:tav>
                                        <p:tav tm="100000">
                                          <p:val>
                                            <p:strVal val="#ppt_x"/>
                                          </p:val>
                                        </p:tav>
                                      </p:tavLst>
                                    </p:anim>
                                    <p:anim calcmode="lin" valueType="num">
                                      <p:cBhvr additive="base">
                                        <p:cTn id="203" dur="500" fill="hold"/>
                                        <p:tgtEl>
                                          <p:spTgt spid="24633"/>
                                        </p:tgtEl>
                                        <p:attrNameLst>
                                          <p:attrName>ppt_y</p:attrName>
                                        </p:attrNameLst>
                                      </p:cBhvr>
                                      <p:tavLst>
                                        <p:tav tm="0">
                                          <p:val>
                                            <p:strVal val="#ppt_y"/>
                                          </p:val>
                                        </p:tav>
                                        <p:tav tm="100000">
                                          <p:val>
                                            <p:strVal val="#ppt_y"/>
                                          </p:val>
                                        </p:tav>
                                      </p:tavLst>
                                    </p:anim>
                                  </p:childTnLst>
                                </p:cTn>
                              </p:par>
                            </p:childTnLst>
                          </p:cTn>
                        </p:par>
                      </p:childTnLst>
                    </p:cTn>
                  </p:par>
                  <p:par>
                    <p:cTn id="204" fill="hold" nodeType="clickPar">
                      <p:stCondLst>
                        <p:cond delay="indefinite"/>
                      </p:stCondLst>
                      <p:childTnLst>
                        <p:par>
                          <p:cTn id="205" fill="hold" nodeType="withGroup">
                            <p:stCondLst>
                              <p:cond delay="0"/>
                            </p:stCondLst>
                            <p:childTnLst>
                              <p:par>
                                <p:cTn id="206" presetID="2" presetClass="entr" presetSubtype="8" fill="hold" nodeType="clickEffect">
                                  <p:stCondLst>
                                    <p:cond delay="0"/>
                                  </p:stCondLst>
                                  <p:childTnLst>
                                    <p:set>
                                      <p:cBhvr>
                                        <p:cTn id="207" dur="1" fill="hold">
                                          <p:stCondLst>
                                            <p:cond delay="0"/>
                                          </p:stCondLst>
                                        </p:cTn>
                                        <p:tgtEl>
                                          <p:spTgt spid="24650"/>
                                        </p:tgtEl>
                                        <p:attrNameLst>
                                          <p:attrName>style.visibility</p:attrName>
                                        </p:attrNameLst>
                                      </p:cBhvr>
                                      <p:to>
                                        <p:strVal val="visible"/>
                                      </p:to>
                                    </p:set>
                                    <p:anim calcmode="lin" valueType="num">
                                      <p:cBhvr additive="base">
                                        <p:cTn id="208" dur="500" fill="hold"/>
                                        <p:tgtEl>
                                          <p:spTgt spid="24650"/>
                                        </p:tgtEl>
                                        <p:attrNameLst>
                                          <p:attrName>ppt_x</p:attrName>
                                        </p:attrNameLst>
                                      </p:cBhvr>
                                      <p:tavLst>
                                        <p:tav tm="0">
                                          <p:val>
                                            <p:strVal val="0-#ppt_w/2"/>
                                          </p:val>
                                        </p:tav>
                                        <p:tav tm="100000">
                                          <p:val>
                                            <p:strVal val="#ppt_x"/>
                                          </p:val>
                                        </p:tav>
                                      </p:tavLst>
                                    </p:anim>
                                    <p:anim calcmode="lin" valueType="num">
                                      <p:cBhvr additive="base">
                                        <p:cTn id="209" dur="500" fill="hold"/>
                                        <p:tgtEl>
                                          <p:spTgt spid="24650"/>
                                        </p:tgtEl>
                                        <p:attrNameLst>
                                          <p:attrName>ppt_y</p:attrName>
                                        </p:attrNameLst>
                                      </p:cBhvr>
                                      <p:tavLst>
                                        <p:tav tm="0">
                                          <p:val>
                                            <p:strVal val="#ppt_y"/>
                                          </p:val>
                                        </p:tav>
                                        <p:tav tm="100000">
                                          <p:val>
                                            <p:strVal val="#ppt_y"/>
                                          </p:val>
                                        </p:tav>
                                      </p:tavLst>
                                    </p:anim>
                                  </p:childTnLst>
                                </p:cTn>
                              </p:par>
                            </p:childTnLst>
                          </p:cTn>
                        </p:par>
                      </p:childTnLst>
                    </p:cTn>
                  </p:par>
                  <p:par>
                    <p:cTn id="210" fill="hold" nodeType="clickPar">
                      <p:stCondLst>
                        <p:cond delay="indefinite"/>
                      </p:stCondLst>
                      <p:childTnLst>
                        <p:par>
                          <p:cTn id="211" fill="hold" nodeType="withGroup">
                            <p:stCondLst>
                              <p:cond delay="0"/>
                            </p:stCondLst>
                            <p:childTnLst>
                              <p:par>
                                <p:cTn id="212" presetID="18" presetClass="entr" presetSubtype="6" fill="hold" nodeType="clickEffect">
                                  <p:stCondLst>
                                    <p:cond delay="0"/>
                                  </p:stCondLst>
                                  <p:childTnLst>
                                    <p:set>
                                      <p:cBhvr>
                                        <p:cTn id="213" dur="1" fill="hold">
                                          <p:stCondLst>
                                            <p:cond delay="0"/>
                                          </p:stCondLst>
                                        </p:cTn>
                                        <p:tgtEl>
                                          <p:spTgt spid="24665"/>
                                        </p:tgtEl>
                                        <p:attrNameLst>
                                          <p:attrName>style.visibility</p:attrName>
                                        </p:attrNameLst>
                                      </p:cBhvr>
                                      <p:to>
                                        <p:strVal val="visible"/>
                                      </p:to>
                                    </p:set>
                                    <p:animEffect transition="in" filter="strips(downRight)">
                                      <p:cBhvr>
                                        <p:cTn id="214" dur="500"/>
                                        <p:tgtEl>
                                          <p:spTgt spid="24665"/>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2" presetClass="entr" presetSubtype="8" fill="hold" nodeType="clickEffect">
                                  <p:stCondLst>
                                    <p:cond delay="0"/>
                                  </p:stCondLst>
                                  <p:childTnLst>
                                    <p:set>
                                      <p:cBhvr>
                                        <p:cTn id="218" dur="1" fill="hold">
                                          <p:stCondLst>
                                            <p:cond delay="0"/>
                                          </p:stCondLst>
                                        </p:cTn>
                                        <p:tgtEl>
                                          <p:spTgt spid="24637"/>
                                        </p:tgtEl>
                                        <p:attrNameLst>
                                          <p:attrName>style.visibility</p:attrName>
                                        </p:attrNameLst>
                                      </p:cBhvr>
                                      <p:to>
                                        <p:strVal val="visible"/>
                                      </p:to>
                                    </p:set>
                                    <p:anim calcmode="lin" valueType="num">
                                      <p:cBhvr additive="base">
                                        <p:cTn id="219" dur="500" fill="hold"/>
                                        <p:tgtEl>
                                          <p:spTgt spid="24637"/>
                                        </p:tgtEl>
                                        <p:attrNameLst>
                                          <p:attrName>ppt_x</p:attrName>
                                        </p:attrNameLst>
                                      </p:cBhvr>
                                      <p:tavLst>
                                        <p:tav tm="0">
                                          <p:val>
                                            <p:strVal val="0-#ppt_w/2"/>
                                          </p:val>
                                        </p:tav>
                                        <p:tav tm="100000">
                                          <p:val>
                                            <p:strVal val="#ppt_x"/>
                                          </p:val>
                                        </p:tav>
                                      </p:tavLst>
                                    </p:anim>
                                    <p:anim calcmode="lin" valueType="num">
                                      <p:cBhvr additive="base">
                                        <p:cTn id="220" dur="500" fill="hold"/>
                                        <p:tgtEl>
                                          <p:spTgt spid="24637"/>
                                        </p:tgtEl>
                                        <p:attrNameLst>
                                          <p:attrName>ppt_y</p:attrName>
                                        </p:attrNameLst>
                                      </p:cBhvr>
                                      <p:tavLst>
                                        <p:tav tm="0">
                                          <p:val>
                                            <p:strVal val="#ppt_y"/>
                                          </p:val>
                                        </p:tav>
                                        <p:tav tm="100000">
                                          <p:val>
                                            <p:strVal val="#ppt_y"/>
                                          </p:val>
                                        </p:tav>
                                      </p:tavLst>
                                    </p:anim>
                                  </p:childTnLst>
                                </p:cTn>
                              </p:par>
                            </p:childTnLst>
                          </p:cTn>
                        </p:par>
                      </p:childTnLst>
                    </p:cTn>
                  </p:par>
                  <p:par>
                    <p:cTn id="221" fill="hold" nodeType="clickPar">
                      <p:stCondLst>
                        <p:cond delay="indefinite"/>
                      </p:stCondLst>
                      <p:childTnLst>
                        <p:par>
                          <p:cTn id="222" fill="hold" nodeType="withGroup">
                            <p:stCondLst>
                              <p:cond delay="0"/>
                            </p:stCondLst>
                            <p:childTnLst>
                              <p:par>
                                <p:cTn id="223" presetID="2" presetClass="entr" presetSubtype="8" fill="hold" nodeType="clickEffect">
                                  <p:stCondLst>
                                    <p:cond delay="0"/>
                                  </p:stCondLst>
                                  <p:childTnLst>
                                    <p:set>
                                      <p:cBhvr>
                                        <p:cTn id="224" dur="1" fill="hold">
                                          <p:stCondLst>
                                            <p:cond delay="0"/>
                                          </p:stCondLst>
                                        </p:cTn>
                                        <p:tgtEl>
                                          <p:spTgt spid="24642"/>
                                        </p:tgtEl>
                                        <p:attrNameLst>
                                          <p:attrName>style.visibility</p:attrName>
                                        </p:attrNameLst>
                                      </p:cBhvr>
                                      <p:to>
                                        <p:strVal val="visible"/>
                                      </p:to>
                                    </p:set>
                                    <p:anim calcmode="lin" valueType="num">
                                      <p:cBhvr additive="base">
                                        <p:cTn id="225" dur="500" fill="hold"/>
                                        <p:tgtEl>
                                          <p:spTgt spid="24642"/>
                                        </p:tgtEl>
                                        <p:attrNameLst>
                                          <p:attrName>ppt_x</p:attrName>
                                        </p:attrNameLst>
                                      </p:cBhvr>
                                      <p:tavLst>
                                        <p:tav tm="0">
                                          <p:val>
                                            <p:strVal val="0-#ppt_w/2"/>
                                          </p:val>
                                        </p:tav>
                                        <p:tav tm="100000">
                                          <p:val>
                                            <p:strVal val="#ppt_x"/>
                                          </p:val>
                                        </p:tav>
                                      </p:tavLst>
                                    </p:anim>
                                    <p:anim calcmode="lin" valueType="num">
                                      <p:cBhvr additive="base">
                                        <p:cTn id="226" dur="500" fill="hold"/>
                                        <p:tgtEl>
                                          <p:spTgt spid="24642"/>
                                        </p:tgtEl>
                                        <p:attrNameLst>
                                          <p:attrName>ppt_y</p:attrName>
                                        </p:attrNameLst>
                                      </p:cBhvr>
                                      <p:tavLst>
                                        <p:tav tm="0">
                                          <p:val>
                                            <p:strVal val="#ppt_y"/>
                                          </p:val>
                                        </p:tav>
                                        <p:tav tm="100000">
                                          <p:val>
                                            <p:strVal val="#ppt_y"/>
                                          </p:val>
                                        </p:tav>
                                      </p:tavLst>
                                    </p:anim>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 presetClass="entr" presetSubtype="8" fill="hold" grpId="0" nodeType="clickEffect">
                                  <p:stCondLst>
                                    <p:cond delay="0"/>
                                  </p:stCondLst>
                                  <p:childTnLst>
                                    <p:set>
                                      <p:cBhvr>
                                        <p:cTn id="230" dur="1" fill="hold">
                                          <p:stCondLst>
                                            <p:cond delay="0"/>
                                          </p:stCondLst>
                                        </p:cTn>
                                        <p:tgtEl>
                                          <p:spTgt spid="24655"/>
                                        </p:tgtEl>
                                        <p:attrNameLst>
                                          <p:attrName>style.visibility</p:attrName>
                                        </p:attrNameLst>
                                      </p:cBhvr>
                                      <p:to>
                                        <p:strVal val="visible"/>
                                      </p:to>
                                    </p:set>
                                    <p:anim calcmode="lin" valueType="num">
                                      <p:cBhvr additive="base">
                                        <p:cTn id="231" dur="500" fill="hold"/>
                                        <p:tgtEl>
                                          <p:spTgt spid="24655"/>
                                        </p:tgtEl>
                                        <p:attrNameLst>
                                          <p:attrName>ppt_x</p:attrName>
                                        </p:attrNameLst>
                                      </p:cBhvr>
                                      <p:tavLst>
                                        <p:tav tm="0">
                                          <p:val>
                                            <p:strVal val="0-#ppt_w/2"/>
                                          </p:val>
                                        </p:tav>
                                        <p:tav tm="100000">
                                          <p:val>
                                            <p:strVal val="#ppt_x"/>
                                          </p:val>
                                        </p:tav>
                                      </p:tavLst>
                                    </p:anim>
                                    <p:anim calcmode="lin" valueType="num">
                                      <p:cBhvr additive="base">
                                        <p:cTn id="232" dur="500" fill="hold"/>
                                        <p:tgtEl>
                                          <p:spTgt spid="24655"/>
                                        </p:tgtEl>
                                        <p:attrNameLst>
                                          <p:attrName>ppt_y</p:attrName>
                                        </p:attrNameLst>
                                      </p:cBhvr>
                                      <p:tavLst>
                                        <p:tav tm="0">
                                          <p:val>
                                            <p:strVal val="#ppt_y"/>
                                          </p:val>
                                        </p:tav>
                                        <p:tav tm="100000">
                                          <p:val>
                                            <p:strVal val="#ppt_y"/>
                                          </p:val>
                                        </p:tav>
                                      </p:tavLst>
                                    </p:anim>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 presetClass="entr" presetSubtype="8" fill="hold" grpId="0" nodeType="clickEffect">
                                  <p:stCondLst>
                                    <p:cond delay="0"/>
                                  </p:stCondLst>
                                  <p:childTnLst>
                                    <p:set>
                                      <p:cBhvr>
                                        <p:cTn id="236" dur="1" fill="hold">
                                          <p:stCondLst>
                                            <p:cond delay="0"/>
                                          </p:stCondLst>
                                        </p:cTn>
                                        <p:tgtEl>
                                          <p:spTgt spid="24656"/>
                                        </p:tgtEl>
                                        <p:attrNameLst>
                                          <p:attrName>style.visibility</p:attrName>
                                        </p:attrNameLst>
                                      </p:cBhvr>
                                      <p:to>
                                        <p:strVal val="visible"/>
                                      </p:to>
                                    </p:set>
                                    <p:anim calcmode="lin" valueType="num">
                                      <p:cBhvr additive="base">
                                        <p:cTn id="237" dur="500" fill="hold"/>
                                        <p:tgtEl>
                                          <p:spTgt spid="24656"/>
                                        </p:tgtEl>
                                        <p:attrNameLst>
                                          <p:attrName>ppt_x</p:attrName>
                                        </p:attrNameLst>
                                      </p:cBhvr>
                                      <p:tavLst>
                                        <p:tav tm="0">
                                          <p:val>
                                            <p:strVal val="0-#ppt_w/2"/>
                                          </p:val>
                                        </p:tav>
                                        <p:tav tm="100000">
                                          <p:val>
                                            <p:strVal val="#ppt_x"/>
                                          </p:val>
                                        </p:tav>
                                      </p:tavLst>
                                    </p:anim>
                                    <p:anim calcmode="lin" valueType="num">
                                      <p:cBhvr additive="base">
                                        <p:cTn id="238" dur="500" fill="hold"/>
                                        <p:tgtEl>
                                          <p:spTgt spid="24656"/>
                                        </p:tgtEl>
                                        <p:attrNameLst>
                                          <p:attrName>ppt_y</p:attrName>
                                        </p:attrNameLst>
                                      </p:cBhvr>
                                      <p:tavLst>
                                        <p:tav tm="0">
                                          <p:val>
                                            <p:strVal val="#ppt_y"/>
                                          </p:val>
                                        </p:tav>
                                        <p:tav tm="100000">
                                          <p:val>
                                            <p:strVal val="#ppt_y"/>
                                          </p:val>
                                        </p:tav>
                                      </p:tavLst>
                                    </p:anim>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 presetClass="entr" presetSubtype="8" fill="hold" grpId="0" nodeType="clickEffect">
                                  <p:stCondLst>
                                    <p:cond delay="0"/>
                                  </p:stCondLst>
                                  <p:childTnLst>
                                    <p:set>
                                      <p:cBhvr>
                                        <p:cTn id="242" dur="1" fill="hold">
                                          <p:stCondLst>
                                            <p:cond delay="0"/>
                                          </p:stCondLst>
                                        </p:cTn>
                                        <p:tgtEl>
                                          <p:spTgt spid="24657"/>
                                        </p:tgtEl>
                                        <p:attrNameLst>
                                          <p:attrName>style.visibility</p:attrName>
                                        </p:attrNameLst>
                                      </p:cBhvr>
                                      <p:to>
                                        <p:strVal val="visible"/>
                                      </p:to>
                                    </p:set>
                                    <p:anim calcmode="lin" valueType="num">
                                      <p:cBhvr additive="base">
                                        <p:cTn id="243" dur="500" fill="hold"/>
                                        <p:tgtEl>
                                          <p:spTgt spid="24657"/>
                                        </p:tgtEl>
                                        <p:attrNameLst>
                                          <p:attrName>ppt_x</p:attrName>
                                        </p:attrNameLst>
                                      </p:cBhvr>
                                      <p:tavLst>
                                        <p:tav tm="0">
                                          <p:val>
                                            <p:strVal val="0-#ppt_w/2"/>
                                          </p:val>
                                        </p:tav>
                                        <p:tav tm="100000">
                                          <p:val>
                                            <p:strVal val="#ppt_x"/>
                                          </p:val>
                                        </p:tav>
                                      </p:tavLst>
                                    </p:anim>
                                    <p:anim calcmode="lin" valueType="num">
                                      <p:cBhvr additive="base">
                                        <p:cTn id="244" dur="500" fill="hold"/>
                                        <p:tgtEl>
                                          <p:spTgt spid="24657"/>
                                        </p:tgtEl>
                                        <p:attrNameLst>
                                          <p:attrName>ppt_y</p:attrName>
                                        </p:attrNameLst>
                                      </p:cBhvr>
                                      <p:tavLst>
                                        <p:tav tm="0">
                                          <p:val>
                                            <p:strVal val="#ppt_y"/>
                                          </p:val>
                                        </p:tav>
                                        <p:tav tm="100000">
                                          <p:val>
                                            <p:strVal val="#ppt_y"/>
                                          </p:val>
                                        </p:tav>
                                      </p:tavLst>
                                    </p:anim>
                                  </p:childTnLst>
                                </p:cTn>
                              </p:par>
                            </p:childTnLst>
                          </p:cTn>
                        </p:par>
                      </p:childTnLst>
                    </p:cTn>
                  </p:par>
                  <p:par>
                    <p:cTn id="245" fill="hold" nodeType="clickPar">
                      <p:stCondLst>
                        <p:cond delay="indefinite"/>
                      </p:stCondLst>
                      <p:childTnLst>
                        <p:par>
                          <p:cTn id="246" fill="hold" nodeType="withGroup">
                            <p:stCondLst>
                              <p:cond delay="0"/>
                            </p:stCondLst>
                            <p:childTnLst>
                              <p:par>
                                <p:cTn id="247" presetID="17" presetClass="entr" presetSubtype="4" fill="hold" grpId="0" nodeType="clickEffect">
                                  <p:stCondLst>
                                    <p:cond delay="0"/>
                                  </p:stCondLst>
                                  <p:childTnLst>
                                    <p:set>
                                      <p:cBhvr>
                                        <p:cTn id="248" dur="1" fill="hold">
                                          <p:stCondLst>
                                            <p:cond delay="0"/>
                                          </p:stCondLst>
                                        </p:cTn>
                                        <p:tgtEl>
                                          <p:spTgt spid="24668"/>
                                        </p:tgtEl>
                                        <p:attrNameLst>
                                          <p:attrName>style.visibility</p:attrName>
                                        </p:attrNameLst>
                                      </p:cBhvr>
                                      <p:to>
                                        <p:strVal val="visible"/>
                                      </p:to>
                                    </p:set>
                                    <p:anim calcmode="lin" valueType="num">
                                      <p:cBhvr>
                                        <p:cTn id="249" dur="500" fill="hold"/>
                                        <p:tgtEl>
                                          <p:spTgt spid="24668"/>
                                        </p:tgtEl>
                                        <p:attrNameLst>
                                          <p:attrName>ppt_x</p:attrName>
                                        </p:attrNameLst>
                                      </p:cBhvr>
                                      <p:tavLst>
                                        <p:tav tm="0">
                                          <p:val>
                                            <p:strVal val="#ppt_x"/>
                                          </p:val>
                                        </p:tav>
                                        <p:tav tm="100000">
                                          <p:val>
                                            <p:strVal val="#ppt_x"/>
                                          </p:val>
                                        </p:tav>
                                      </p:tavLst>
                                    </p:anim>
                                    <p:anim calcmode="lin" valueType="num">
                                      <p:cBhvr>
                                        <p:cTn id="250" dur="500" fill="hold"/>
                                        <p:tgtEl>
                                          <p:spTgt spid="24668"/>
                                        </p:tgtEl>
                                        <p:attrNameLst>
                                          <p:attrName>ppt_y</p:attrName>
                                        </p:attrNameLst>
                                      </p:cBhvr>
                                      <p:tavLst>
                                        <p:tav tm="0">
                                          <p:val>
                                            <p:strVal val="#ppt_y+#ppt_h/2"/>
                                          </p:val>
                                        </p:tav>
                                        <p:tav tm="100000">
                                          <p:val>
                                            <p:strVal val="#ppt_y"/>
                                          </p:val>
                                        </p:tav>
                                      </p:tavLst>
                                    </p:anim>
                                    <p:anim calcmode="lin" valueType="num">
                                      <p:cBhvr>
                                        <p:cTn id="251" dur="500" fill="hold"/>
                                        <p:tgtEl>
                                          <p:spTgt spid="24668"/>
                                        </p:tgtEl>
                                        <p:attrNameLst>
                                          <p:attrName>ppt_w</p:attrName>
                                        </p:attrNameLst>
                                      </p:cBhvr>
                                      <p:tavLst>
                                        <p:tav tm="0">
                                          <p:val>
                                            <p:strVal val="#ppt_w"/>
                                          </p:val>
                                        </p:tav>
                                        <p:tav tm="100000">
                                          <p:val>
                                            <p:strVal val="#ppt_w"/>
                                          </p:val>
                                        </p:tav>
                                      </p:tavLst>
                                    </p:anim>
                                    <p:anim calcmode="lin" valueType="num">
                                      <p:cBhvr>
                                        <p:cTn id="252" dur="500" fill="hold"/>
                                        <p:tgtEl>
                                          <p:spTgt spid="24668"/>
                                        </p:tgtEl>
                                        <p:attrNameLst>
                                          <p:attrName>ppt_h</p:attrName>
                                        </p:attrNameLst>
                                      </p:cBhvr>
                                      <p:tavLst>
                                        <p:tav tm="0">
                                          <p:val>
                                            <p:fltVal val="0"/>
                                          </p:val>
                                        </p:tav>
                                        <p:tav tm="100000">
                                          <p:val>
                                            <p:strVal val="#ppt_h"/>
                                          </p:val>
                                        </p:tav>
                                      </p:tavLst>
                                    </p:anim>
                                  </p:childTnLst>
                                </p:cTn>
                              </p:par>
                            </p:childTnLst>
                          </p:cTn>
                        </p:par>
                      </p:childTnLst>
                    </p:cTn>
                  </p:par>
                  <p:par>
                    <p:cTn id="253" fill="hold" nodeType="clickPar">
                      <p:stCondLst>
                        <p:cond delay="indefinite"/>
                      </p:stCondLst>
                      <p:childTnLst>
                        <p:par>
                          <p:cTn id="254" fill="hold" nodeType="withGroup">
                            <p:stCondLst>
                              <p:cond delay="0"/>
                            </p:stCondLst>
                            <p:childTnLst>
                              <p:par>
                                <p:cTn id="255" presetID="2" presetClass="entr" presetSubtype="8" fill="hold" grpId="0" nodeType="clickEffect">
                                  <p:stCondLst>
                                    <p:cond delay="0"/>
                                  </p:stCondLst>
                                  <p:childTnLst>
                                    <p:set>
                                      <p:cBhvr>
                                        <p:cTn id="256" dur="1" fill="hold">
                                          <p:stCondLst>
                                            <p:cond delay="0"/>
                                          </p:stCondLst>
                                        </p:cTn>
                                        <p:tgtEl>
                                          <p:spTgt spid="24658"/>
                                        </p:tgtEl>
                                        <p:attrNameLst>
                                          <p:attrName>style.visibility</p:attrName>
                                        </p:attrNameLst>
                                      </p:cBhvr>
                                      <p:to>
                                        <p:strVal val="visible"/>
                                      </p:to>
                                    </p:set>
                                    <p:anim calcmode="lin" valueType="num">
                                      <p:cBhvr additive="base">
                                        <p:cTn id="257" dur="500" fill="hold"/>
                                        <p:tgtEl>
                                          <p:spTgt spid="24658"/>
                                        </p:tgtEl>
                                        <p:attrNameLst>
                                          <p:attrName>ppt_x</p:attrName>
                                        </p:attrNameLst>
                                      </p:cBhvr>
                                      <p:tavLst>
                                        <p:tav tm="0">
                                          <p:val>
                                            <p:strVal val="0-#ppt_w/2"/>
                                          </p:val>
                                        </p:tav>
                                        <p:tav tm="100000">
                                          <p:val>
                                            <p:strVal val="#ppt_x"/>
                                          </p:val>
                                        </p:tav>
                                      </p:tavLst>
                                    </p:anim>
                                    <p:anim calcmode="lin" valueType="num">
                                      <p:cBhvr additive="base">
                                        <p:cTn id="258" dur="500" fill="hold"/>
                                        <p:tgtEl>
                                          <p:spTgt spid="24658"/>
                                        </p:tgtEl>
                                        <p:attrNameLst>
                                          <p:attrName>ppt_y</p:attrName>
                                        </p:attrNameLst>
                                      </p:cBhvr>
                                      <p:tavLst>
                                        <p:tav tm="0">
                                          <p:val>
                                            <p:strVal val="#ppt_y"/>
                                          </p:val>
                                        </p:tav>
                                        <p:tav tm="100000">
                                          <p:val>
                                            <p:strVal val="#ppt_y"/>
                                          </p:val>
                                        </p:tav>
                                      </p:tavLst>
                                    </p:anim>
                                  </p:childTnLst>
                                </p:cTn>
                              </p:par>
                            </p:childTnLst>
                          </p:cTn>
                        </p:par>
                      </p:childTnLst>
                    </p:cTn>
                  </p:par>
                  <p:par>
                    <p:cTn id="259" fill="hold" nodeType="clickPar">
                      <p:stCondLst>
                        <p:cond delay="indefinite"/>
                      </p:stCondLst>
                      <p:childTnLst>
                        <p:par>
                          <p:cTn id="260" fill="hold" nodeType="withGroup">
                            <p:stCondLst>
                              <p:cond delay="0"/>
                            </p:stCondLst>
                            <p:childTnLst>
                              <p:par>
                                <p:cTn id="261" presetID="2" presetClass="entr" presetSubtype="8" fill="hold" grpId="0" nodeType="clickEffect">
                                  <p:stCondLst>
                                    <p:cond delay="0"/>
                                  </p:stCondLst>
                                  <p:childTnLst>
                                    <p:set>
                                      <p:cBhvr>
                                        <p:cTn id="262" dur="1" fill="hold">
                                          <p:stCondLst>
                                            <p:cond delay="0"/>
                                          </p:stCondLst>
                                        </p:cTn>
                                        <p:tgtEl>
                                          <p:spTgt spid="24659"/>
                                        </p:tgtEl>
                                        <p:attrNameLst>
                                          <p:attrName>style.visibility</p:attrName>
                                        </p:attrNameLst>
                                      </p:cBhvr>
                                      <p:to>
                                        <p:strVal val="visible"/>
                                      </p:to>
                                    </p:set>
                                    <p:anim calcmode="lin" valueType="num">
                                      <p:cBhvr additive="base">
                                        <p:cTn id="263" dur="500" fill="hold"/>
                                        <p:tgtEl>
                                          <p:spTgt spid="24659"/>
                                        </p:tgtEl>
                                        <p:attrNameLst>
                                          <p:attrName>ppt_x</p:attrName>
                                        </p:attrNameLst>
                                      </p:cBhvr>
                                      <p:tavLst>
                                        <p:tav tm="0">
                                          <p:val>
                                            <p:strVal val="0-#ppt_w/2"/>
                                          </p:val>
                                        </p:tav>
                                        <p:tav tm="100000">
                                          <p:val>
                                            <p:strVal val="#ppt_x"/>
                                          </p:val>
                                        </p:tav>
                                      </p:tavLst>
                                    </p:anim>
                                    <p:anim calcmode="lin" valueType="num">
                                      <p:cBhvr additive="base">
                                        <p:cTn id="264" dur="500" fill="hold"/>
                                        <p:tgtEl>
                                          <p:spTgt spid="24659"/>
                                        </p:tgtEl>
                                        <p:attrNameLst>
                                          <p:attrName>ppt_y</p:attrName>
                                        </p:attrNameLst>
                                      </p:cBhvr>
                                      <p:tavLst>
                                        <p:tav tm="0">
                                          <p:val>
                                            <p:strVal val="#ppt_y"/>
                                          </p:val>
                                        </p:tav>
                                        <p:tav tm="100000">
                                          <p:val>
                                            <p:strVal val="#ppt_y"/>
                                          </p:val>
                                        </p:tav>
                                      </p:tavLst>
                                    </p:anim>
                                  </p:childTnLst>
                                </p:cTn>
                              </p:par>
                            </p:childTnLst>
                          </p:cTn>
                        </p:par>
                      </p:childTnLst>
                    </p:cTn>
                  </p:par>
                  <p:par>
                    <p:cTn id="265" fill="hold" nodeType="clickPar">
                      <p:stCondLst>
                        <p:cond delay="indefinite"/>
                      </p:stCondLst>
                      <p:childTnLst>
                        <p:par>
                          <p:cTn id="266" fill="hold" nodeType="withGroup">
                            <p:stCondLst>
                              <p:cond delay="0"/>
                            </p:stCondLst>
                            <p:childTnLst>
                              <p:par>
                                <p:cTn id="267" presetID="2" presetClass="entr" presetSubtype="8" fill="hold" nodeType="clickEffect">
                                  <p:stCondLst>
                                    <p:cond delay="0"/>
                                  </p:stCondLst>
                                  <p:childTnLst>
                                    <p:set>
                                      <p:cBhvr>
                                        <p:cTn id="268" dur="1" fill="hold">
                                          <p:stCondLst>
                                            <p:cond delay="0"/>
                                          </p:stCondLst>
                                        </p:cTn>
                                        <p:tgtEl>
                                          <p:spTgt spid="24660"/>
                                        </p:tgtEl>
                                        <p:attrNameLst>
                                          <p:attrName>style.visibility</p:attrName>
                                        </p:attrNameLst>
                                      </p:cBhvr>
                                      <p:to>
                                        <p:strVal val="visible"/>
                                      </p:to>
                                    </p:set>
                                    <p:anim calcmode="lin" valueType="num">
                                      <p:cBhvr additive="base">
                                        <p:cTn id="269" dur="500" fill="hold"/>
                                        <p:tgtEl>
                                          <p:spTgt spid="24660"/>
                                        </p:tgtEl>
                                        <p:attrNameLst>
                                          <p:attrName>ppt_x</p:attrName>
                                        </p:attrNameLst>
                                      </p:cBhvr>
                                      <p:tavLst>
                                        <p:tav tm="0">
                                          <p:val>
                                            <p:strVal val="0-#ppt_w/2"/>
                                          </p:val>
                                        </p:tav>
                                        <p:tav tm="100000">
                                          <p:val>
                                            <p:strVal val="#ppt_x"/>
                                          </p:val>
                                        </p:tav>
                                      </p:tavLst>
                                    </p:anim>
                                    <p:anim calcmode="lin" valueType="num">
                                      <p:cBhvr additive="base">
                                        <p:cTn id="270" dur="500" fill="hold"/>
                                        <p:tgtEl>
                                          <p:spTgt spid="24660"/>
                                        </p:tgtEl>
                                        <p:attrNameLst>
                                          <p:attrName>ppt_y</p:attrName>
                                        </p:attrNameLst>
                                      </p:cBhvr>
                                      <p:tavLst>
                                        <p:tav tm="0">
                                          <p:val>
                                            <p:strVal val="#ppt_y"/>
                                          </p:val>
                                        </p:tav>
                                        <p:tav tm="100000">
                                          <p:val>
                                            <p:strVal val="#ppt_y"/>
                                          </p:val>
                                        </p:tav>
                                      </p:tavLst>
                                    </p:anim>
                                  </p:childTnLst>
                                </p:cTn>
                              </p:par>
                            </p:childTnLst>
                          </p:cTn>
                        </p:par>
                      </p:childTnLst>
                    </p:cTn>
                  </p:par>
                  <p:par>
                    <p:cTn id="271" fill="hold" nodeType="clickPar">
                      <p:stCondLst>
                        <p:cond delay="indefinite"/>
                      </p:stCondLst>
                      <p:childTnLst>
                        <p:par>
                          <p:cTn id="272" fill="hold" nodeType="withGroup">
                            <p:stCondLst>
                              <p:cond delay="0"/>
                            </p:stCondLst>
                            <p:childTnLst>
                              <p:par>
                                <p:cTn id="273" presetID="2" presetClass="entr" presetSubtype="8" fill="hold" nodeType="clickEffect">
                                  <p:stCondLst>
                                    <p:cond delay="0"/>
                                  </p:stCondLst>
                                  <p:childTnLst>
                                    <p:set>
                                      <p:cBhvr>
                                        <p:cTn id="274" dur="1" fill="hold">
                                          <p:stCondLst>
                                            <p:cond delay="0"/>
                                          </p:stCondLst>
                                        </p:cTn>
                                        <p:tgtEl>
                                          <p:spTgt spid="24683"/>
                                        </p:tgtEl>
                                        <p:attrNameLst>
                                          <p:attrName>style.visibility</p:attrName>
                                        </p:attrNameLst>
                                      </p:cBhvr>
                                      <p:to>
                                        <p:strVal val="visible"/>
                                      </p:to>
                                    </p:set>
                                    <p:anim calcmode="lin" valueType="num">
                                      <p:cBhvr additive="base">
                                        <p:cTn id="275" dur="500" fill="hold"/>
                                        <p:tgtEl>
                                          <p:spTgt spid="24683"/>
                                        </p:tgtEl>
                                        <p:attrNameLst>
                                          <p:attrName>ppt_x</p:attrName>
                                        </p:attrNameLst>
                                      </p:cBhvr>
                                      <p:tavLst>
                                        <p:tav tm="0">
                                          <p:val>
                                            <p:strVal val="0-#ppt_w/2"/>
                                          </p:val>
                                        </p:tav>
                                        <p:tav tm="100000">
                                          <p:val>
                                            <p:strVal val="#ppt_x"/>
                                          </p:val>
                                        </p:tav>
                                      </p:tavLst>
                                    </p:anim>
                                    <p:anim calcmode="lin" valueType="num">
                                      <p:cBhvr additive="base">
                                        <p:cTn id="276" dur="500" fill="hold"/>
                                        <p:tgtEl>
                                          <p:spTgt spid="24683"/>
                                        </p:tgtEl>
                                        <p:attrNameLst>
                                          <p:attrName>ppt_y</p:attrName>
                                        </p:attrNameLst>
                                      </p:cBhvr>
                                      <p:tavLst>
                                        <p:tav tm="0">
                                          <p:val>
                                            <p:strVal val="#ppt_y"/>
                                          </p:val>
                                        </p:tav>
                                        <p:tav tm="100000">
                                          <p:val>
                                            <p:strVal val="#ppt_y"/>
                                          </p:val>
                                        </p:tav>
                                      </p:tavLst>
                                    </p:anim>
                                  </p:childTnLst>
                                </p:cTn>
                              </p:par>
                            </p:childTnLst>
                          </p:cTn>
                        </p:par>
                      </p:childTnLst>
                    </p:cTn>
                  </p:par>
                  <p:par>
                    <p:cTn id="277" fill="hold" nodeType="clickPar">
                      <p:stCondLst>
                        <p:cond delay="indefinite"/>
                      </p:stCondLst>
                      <p:childTnLst>
                        <p:par>
                          <p:cTn id="278" fill="hold" nodeType="withGroup">
                            <p:stCondLst>
                              <p:cond delay="0"/>
                            </p:stCondLst>
                            <p:childTnLst>
                              <p:par>
                                <p:cTn id="279" presetID="2" presetClass="entr" presetSubtype="8" fill="hold" grpId="0" nodeType="clickEffect">
                                  <p:stCondLst>
                                    <p:cond delay="0"/>
                                  </p:stCondLst>
                                  <p:childTnLst>
                                    <p:set>
                                      <p:cBhvr>
                                        <p:cTn id="280" dur="1" fill="hold">
                                          <p:stCondLst>
                                            <p:cond delay="0"/>
                                          </p:stCondLst>
                                        </p:cTn>
                                        <p:tgtEl>
                                          <p:spTgt spid="24669"/>
                                        </p:tgtEl>
                                        <p:attrNameLst>
                                          <p:attrName>style.visibility</p:attrName>
                                        </p:attrNameLst>
                                      </p:cBhvr>
                                      <p:to>
                                        <p:strVal val="visible"/>
                                      </p:to>
                                    </p:set>
                                    <p:anim calcmode="lin" valueType="num">
                                      <p:cBhvr additive="base">
                                        <p:cTn id="281" dur="500" fill="hold"/>
                                        <p:tgtEl>
                                          <p:spTgt spid="24669"/>
                                        </p:tgtEl>
                                        <p:attrNameLst>
                                          <p:attrName>ppt_x</p:attrName>
                                        </p:attrNameLst>
                                      </p:cBhvr>
                                      <p:tavLst>
                                        <p:tav tm="0">
                                          <p:val>
                                            <p:strVal val="0-#ppt_w/2"/>
                                          </p:val>
                                        </p:tav>
                                        <p:tav tm="100000">
                                          <p:val>
                                            <p:strVal val="#ppt_x"/>
                                          </p:val>
                                        </p:tav>
                                      </p:tavLst>
                                    </p:anim>
                                    <p:anim calcmode="lin" valueType="num">
                                      <p:cBhvr additive="base">
                                        <p:cTn id="282" dur="500" fill="hold"/>
                                        <p:tgtEl>
                                          <p:spTgt spid="24669"/>
                                        </p:tgtEl>
                                        <p:attrNameLst>
                                          <p:attrName>ppt_y</p:attrName>
                                        </p:attrNameLst>
                                      </p:cBhvr>
                                      <p:tavLst>
                                        <p:tav tm="0">
                                          <p:val>
                                            <p:strVal val="#ppt_y"/>
                                          </p:val>
                                        </p:tav>
                                        <p:tav tm="100000">
                                          <p:val>
                                            <p:strVal val="#ppt_y"/>
                                          </p:val>
                                        </p:tav>
                                      </p:tavLst>
                                    </p:anim>
                                  </p:childTnLst>
                                </p:cTn>
                              </p:par>
                            </p:childTnLst>
                          </p:cTn>
                        </p:par>
                      </p:childTnLst>
                    </p:cTn>
                  </p:par>
                  <p:par>
                    <p:cTn id="283" fill="hold" nodeType="clickPar">
                      <p:stCondLst>
                        <p:cond delay="indefinite"/>
                      </p:stCondLst>
                      <p:childTnLst>
                        <p:par>
                          <p:cTn id="284" fill="hold" nodeType="withGroup">
                            <p:stCondLst>
                              <p:cond delay="0"/>
                            </p:stCondLst>
                            <p:childTnLst>
                              <p:par>
                                <p:cTn id="285" presetID="18" presetClass="entr" presetSubtype="9" fill="hold" grpId="0" nodeType="clickEffect">
                                  <p:stCondLst>
                                    <p:cond delay="0"/>
                                  </p:stCondLst>
                                  <p:childTnLst>
                                    <p:set>
                                      <p:cBhvr>
                                        <p:cTn id="286" dur="1" fill="hold">
                                          <p:stCondLst>
                                            <p:cond delay="0"/>
                                          </p:stCondLst>
                                        </p:cTn>
                                        <p:tgtEl>
                                          <p:spTgt spid="24672"/>
                                        </p:tgtEl>
                                        <p:attrNameLst>
                                          <p:attrName>style.visibility</p:attrName>
                                        </p:attrNameLst>
                                      </p:cBhvr>
                                      <p:to>
                                        <p:strVal val="visible"/>
                                      </p:to>
                                    </p:set>
                                    <p:animEffect transition="in" filter="strips(upLeft)">
                                      <p:cBhvr>
                                        <p:cTn id="287" dur="500"/>
                                        <p:tgtEl>
                                          <p:spTgt spid="24672"/>
                                        </p:tgtEl>
                                      </p:cBhvr>
                                    </p:animEffect>
                                  </p:childTnLst>
                                </p:cTn>
                              </p:par>
                            </p:childTnLst>
                          </p:cTn>
                        </p:par>
                      </p:childTnLst>
                    </p:cTn>
                  </p:par>
                  <p:par>
                    <p:cTn id="288" fill="hold" nodeType="clickPar">
                      <p:stCondLst>
                        <p:cond delay="indefinite"/>
                      </p:stCondLst>
                      <p:childTnLst>
                        <p:par>
                          <p:cTn id="289" fill="hold" nodeType="withGroup">
                            <p:stCondLst>
                              <p:cond delay="0"/>
                            </p:stCondLst>
                            <p:childTnLst>
                              <p:par>
                                <p:cTn id="290" presetID="18" presetClass="entr" presetSubtype="12" fill="hold" grpId="0" nodeType="clickEffect">
                                  <p:stCondLst>
                                    <p:cond delay="0"/>
                                  </p:stCondLst>
                                  <p:childTnLst>
                                    <p:set>
                                      <p:cBhvr>
                                        <p:cTn id="291" dur="1" fill="hold">
                                          <p:stCondLst>
                                            <p:cond delay="0"/>
                                          </p:stCondLst>
                                        </p:cTn>
                                        <p:tgtEl>
                                          <p:spTgt spid="24673"/>
                                        </p:tgtEl>
                                        <p:attrNameLst>
                                          <p:attrName>style.visibility</p:attrName>
                                        </p:attrNameLst>
                                      </p:cBhvr>
                                      <p:to>
                                        <p:strVal val="visible"/>
                                      </p:to>
                                    </p:set>
                                    <p:animEffect transition="in" filter="strips(downLeft)">
                                      <p:cBhvr>
                                        <p:cTn id="292" dur="500"/>
                                        <p:tgtEl>
                                          <p:spTgt spid="24673"/>
                                        </p:tgtEl>
                                      </p:cBhvr>
                                    </p:animEffect>
                                  </p:childTnLst>
                                </p:cTn>
                              </p:par>
                            </p:childTnLst>
                          </p:cTn>
                        </p:par>
                      </p:childTnLst>
                    </p:cTn>
                  </p:par>
                  <p:par>
                    <p:cTn id="293" fill="hold" nodeType="clickPar">
                      <p:stCondLst>
                        <p:cond delay="indefinite"/>
                      </p:stCondLst>
                      <p:childTnLst>
                        <p:par>
                          <p:cTn id="294" fill="hold" nodeType="withGroup">
                            <p:stCondLst>
                              <p:cond delay="0"/>
                            </p:stCondLst>
                            <p:childTnLst>
                              <p:par>
                                <p:cTn id="295" presetID="18" presetClass="entr" presetSubtype="6" fill="hold" grpId="0" nodeType="clickEffect">
                                  <p:stCondLst>
                                    <p:cond delay="0"/>
                                  </p:stCondLst>
                                  <p:childTnLst>
                                    <p:set>
                                      <p:cBhvr>
                                        <p:cTn id="296" dur="1" fill="hold">
                                          <p:stCondLst>
                                            <p:cond delay="0"/>
                                          </p:stCondLst>
                                        </p:cTn>
                                        <p:tgtEl>
                                          <p:spTgt spid="24670"/>
                                        </p:tgtEl>
                                        <p:attrNameLst>
                                          <p:attrName>style.visibility</p:attrName>
                                        </p:attrNameLst>
                                      </p:cBhvr>
                                      <p:to>
                                        <p:strVal val="visible"/>
                                      </p:to>
                                    </p:set>
                                    <p:animEffect transition="in" filter="strips(downRight)">
                                      <p:cBhvr>
                                        <p:cTn id="297" dur="500"/>
                                        <p:tgtEl>
                                          <p:spTgt spid="24670"/>
                                        </p:tgtEl>
                                      </p:cBhvr>
                                    </p:animEffect>
                                  </p:childTnLst>
                                </p:cTn>
                              </p:par>
                            </p:childTnLst>
                          </p:cTn>
                        </p:par>
                      </p:childTnLst>
                    </p:cTn>
                  </p:par>
                  <p:par>
                    <p:cTn id="298" fill="hold" nodeType="clickPar">
                      <p:stCondLst>
                        <p:cond delay="indefinite"/>
                      </p:stCondLst>
                      <p:childTnLst>
                        <p:par>
                          <p:cTn id="299" fill="hold" nodeType="withGroup">
                            <p:stCondLst>
                              <p:cond delay="0"/>
                            </p:stCondLst>
                            <p:childTnLst>
                              <p:par>
                                <p:cTn id="300" presetID="17" presetClass="entr" presetSubtype="8" fill="hold" grpId="0" nodeType="clickEffect">
                                  <p:stCondLst>
                                    <p:cond delay="0"/>
                                  </p:stCondLst>
                                  <p:childTnLst>
                                    <p:set>
                                      <p:cBhvr>
                                        <p:cTn id="301" dur="1" fill="hold">
                                          <p:stCondLst>
                                            <p:cond delay="0"/>
                                          </p:stCondLst>
                                        </p:cTn>
                                        <p:tgtEl>
                                          <p:spTgt spid="24671"/>
                                        </p:tgtEl>
                                        <p:attrNameLst>
                                          <p:attrName>style.visibility</p:attrName>
                                        </p:attrNameLst>
                                      </p:cBhvr>
                                      <p:to>
                                        <p:strVal val="visible"/>
                                      </p:to>
                                    </p:set>
                                    <p:anim calcmode="lin" valueType="num">
                                      <p:cBhvr>
                                        <p:cTn id="302" dur="500" fill="hold"/>
                                        <p:tgtEl>
                                          <p:spTgt spid="24671"/>
                                        </p:tgtEl>
                                        <p:attrNameLst>
                                          <p:attrName>ppt_x</p:attrName>
                                        </p:attrNameLst>
                                      </p:cBhvr>
                                      <p:tavLst>
                                        <p:tav tm="0">
                                          <p:val>
                                            <p:strVal val="#ppt_x-#ppt_w/2"/>
                                          </p:val>
                                        </p:tav>
                                        <p:tav tm="100000">
                                          <p:val>
                                            <p:strVal val="#ppt_x"/>
                                          </p:val>
                                        </p:tav>
                                      </p:tavLst>
                                    </p:anim>
                                    <p:anim calcmode="lin" valueType="num">
                                      <p:cBhvr>
                                        <p:cTn id="303" dur="500" fill="hold"/>
                                        <p:tgtEl>
                                          <p:spTgt spid="24671"/>
                                        </p:tgtEl>
                                        <p:attrNameLst>
                                          <p:attrName>ppt_y</p:attrName>
                                        </p:attrNameLst>
                                      </p:cBhvr>
                                      <p:tavLst>
                                        <p:tav tm="0">
                                          <p:val>
                                            <p:strVal val="#ppt_y"/>
                                          </p:val>
                                        </p:tav>
                                        <p:tav tm="100000">
                                          <p:val>
                                            <p:strVal val="#ppt_y"/>
                                          </p:val>
                                        </p:tav>
                                      </p:tavLst>
                                    </p:anim>
                                    <p:anim calcmode="lin" valueType="num">
                                      <p:cBhvr>
                                        <p:cTn id="304" dur="500" fill="hold"/>
                                        <p:tgtEl>
                                          <p:spTgt spid="24671"/>
                                        </p:tgtEl>
                                        <p:attrNameLst>
                                          <p:attrName>ppt_w</p:attrName>
                                        </p:attrNameLst>
                                      </p:cBhvr>
                                      <p:tavLst>
                                        <p:tav tm="0">
                                          <p:val>
                                            <p:fltVal val="0"/>
                                          </p:val>
                                        </p:tav>
                                        <p:tav tm="100000">
                                          <p:val>
                                            <p:strVal val="#ppt_w"/>
                                          </p:val>
                                        </p:tav>
                                      </p:tavLst>
                                    </p:anim>
                                    <p:anim calcmode="lin" valueType="num">
                                      <p:cBhvr>
                                        <p:cTn id="305" dur="500" fill="hold"/>
                                        <p:tgtEl>
                                          <p:spTgt spid="24671"/>
                                        </p:tgtEl>
                                        <p:attrNameLst>
                                          <p:attrName>ppt_h</p:attrName>
                                        </p:attrNameLst>
                                      </p:cBhvr>
                                      <p:tavLst>
                                        <p:tav tm="0">
                                          <p:val>
                                            <p:strVal val="#ppt_h"/>
                                          </p:val>
                                        </p:tav>
                                        <p:tav tm="100000">
                                          <p:val>
                                            <p:strVal val="#ppt_h"/>
                                          </p:val>
                                        </p:tav>
                                      </p:tavLst>
                                    </p:anim>
                                  </p:childTnLst>
                                </p:cTn>
                              </p:par>
                            </p:childTnLst>
                          </p:cTn>
                        </p:par>
                      </p:childTnLst>
                    </p:cTn>
                  </p:par>
                  <p:par>
                    <p:cTn id="306" fill="hold" nodeType="clickPar">
                      <p:stCondLst>
                        <p:cond delay="indefinite"/>
                      </p:stCondLst>
                      <p:childTnLst>
                        <p:par>
                          <p:cTn id="307" fill="hold" nodeType="withGroup">
                            <p:stCondLst>
                              <p:cond delay="0"/>
                            </p:stCondLst>
                            <p:childTnLst>
                              <p:par>
                                <p:cTn id="308" presetID="18" presetClass="entr" presetSubtype="9" fill="hold" grpId="0" nodeType="clickEffect">
                                  <p:stCondLst>
                                    <p:cond delay="0"/>
                                  </p:stCondLst>
                                  <p:childTnLst>
                                    <p:set>
                                      <p:cBhvr>
                                        <p:cTn id="309" dur="1" fill="hold">
                                          <p:stCondLst>
                                            <p:cond delay="0"/>
                                          </p:stCondLst>
                                        </p:cTn>
                                        <p:tgtEl>
                                          <p:spTgt spid="24681"/>
                                        </p:tgtEl>
                                        <p:attrNameLst>
                                          <p:attrName>style.visibility</p:attrName>
                                        </p:attrNameLst>
                                      </p:cBhvr>
                                      <p:to>
                                        <p:strVal val="visible"/>
                                      </p:to>
                                    </p:set>
                                    <p:animEffect transition="in" filter="strips(upLeft)">
                                      <p:cBhvr>
                                        <p:cTn id="310" dur="500"/>
                                        <p:tgtEl>
                                          <p:spTgt spid="24681"/>
                                        </p:tgtEl>
                                      </p:cBhvr>
                                    </p:animEffect>
                                  </p:childTnLst>
                                </p:cTn>
                              </p:par>
                            </p:childTnLst>
                          </p:cTn>
                        </p:par>
                      </p:childTnLst>
                    </p:cTn>
                  </p:par>
                  <p:par>
                    <p:cTn id="311" fill="hold" nodeType="clickPar">
                      <p:stCondLst>
                        <p:cond delay="indefinite"/>
                      </p:stCondLst>
                      <p:childTnLst>
                        <p:par>
                          <p:cTn id="312" fill="hold" nodeType="withGroup">
                            <p:stCondLst>
                              <p:cond delay="0"/>
                            </p:stCondLst>
                            <p:childTnLst>
                              <p:par>
                                <p:cTn id="313" presetID="18" presetClass="entr" presetSubtype="3" fill="hold" grpId="0" nodeType="clickEffect">
                                  <p:stCondLst>
                                    <p:cond delay="0"/>
                                  </p:stCondLst>
                                  <p:childTnLst>
                                    <p:set>
                                      <p:cBhvr>
                                        <p:cTn id="314" dur="1" fill="hold">
                                          <p:stCondLst>
                                            <p:cond delay="0"/>
                                          </p:stCondLst>
                                        </p:cTn>
                                        <p:tgtEl>
                                          <p:spTgt spid="24682"/>
                                        </p:tgtEl>
                                        <p:attrNameLst>
                                          <p:attrName>style.visibility</p:attrName>
                                        </p:attrNameLst>
                                      </p:cBhvr>
                                      <p:to>
                                        <p:strVal val="visible"/>
                                      </p:to>
                                    </p:set>
                                    <p:animEffect transition="in" filter="strips(upRight)">
                                      <p:cBhvr>
                                        <p:cTn id="315" dur="500"/>
                                        <p:tgtEl>
                                          <p:spTgt spid="24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82" grpId="0" animBg="1"/>
      <p:bldP spid="24583" grpId="0" animBg="1"/>
      <p:bldP spid="24584" grpId="0" animBg="1"/>
      <p:bldP spid="24585" grpId="0" animBg="1"/>
      <p:bldP spid="24586" grpId="0" animBg="1"/>
      <p:bldP spid="24587" grpId="0" animBg="1"/>
      <p:bldP spid="24588" grpId="0" animBg="1"/>
      <p:bldP spid="24589" grpId="0" autoUpdateAnimBg="0"/>
      <p:bldP spid="24590" grpId="0" animBg="1"/>
      <p:bldP spid="24591" grpId="0" animBg="1"/>
      <p:bldP spid="24592" grpId="0" animBg="1"/>
      <p:bldP spid="24593" grpId="0" animBg="1"/>
      <p:bldP spid="24594" grpId="0" animBg="1"/>
      <p:bldP spid="24595" grpId="0" animBg="1"/>
      <p:bldP spid="24596" grpId="0" animBg="1"/>
      <p:bldP spid="24597" grpId="0" animBg="1"/>
      <p:bldP spid="24598" grpId="0" animBg="1"/>
      <p:bldP spid="24599" grpId="0" animBg="1"/>
      <p:bldP spid="24600" grpId="0" animBg="1"/>
      <p:bldP spid="24601" grpId="0" autoUpdateAnimBg="0"/>
      <p:bldP spid="24649" grpId="0" autoUpdateAnimBg="0"/>
      <p:bldP spid="24655" grpId="0" animBg="1"/>
      <p:bldP spid="24656" grpId="0" animBg="1"/>
      <p:bldP spid="24657" grpId="0" animBg="1"/>
      <p:bldP spid="24658" grpId="0" animBg="1"/>
      <p:bldP spid="24659" grpId="0" animBg="1"/>
      <p:bldP spid="24668" grpId="0" animBg="1"/>
      <p:bldP spid="24669" grpId="0" autoUpdateAnimBg="0"/>
      <p:bldP spid="24670" grpId="0" animBg="1"/>
      <p:bldP spid="24671" grpId="0" animBg="1"/>
      <p:bldP spid="24672" grpId="0" animBg="1"/>
      <p:bldP spid="24673" grpId="0" animBg="1"/>
      <p:bldP spid="24674" grpId="0" animBg="1"/>
      <p:bldP spid="24681" grpId="0" animBg="1"/>
      <p:bldP spid="2468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2"/>
          <p:cNvGrpSpPr>
            <a:grpSpLocks/>
          </p:cNvGrpSpPr>
          <p:nvPr/>
        </p:nvGrpSpPr>
        <p:grpSpPr bwMode="auto">
          <a:xfrm>
            <a:off x="368300" y="1041400"/>
            <a:ext cx="8064501" cy="4197350"/>
            <a:chOff x="232" y="656"/>
            <a:chExt cx="5080" cy="2644"/>
          </a:xfrm>
        </p:grpSpPr>
        <p:sp>
          <p:nvSpPr>
            <p:cNvPr id="26631" name="Text Box 3"/>
            <p:cNvSpPr txBox="1">
              <a:spLocks noChangeArrowheads="1"/>
            </p:cNvSpPr>
            <p:nvPr/>
          </p:nvSpPr>
          <p:spPr bwMode="auto">
            <a:xfrm>
              <a:off x="232" y="656"/>
              <a:ext cx="5080" cy="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chemeClr val="accent2"/>
                  </a:solidFill>
                  <a:latin typeface="Times New Roman" panose="02020603050405020304" pitchFamily="18" charset="0"/>
                </a:rPr>
                <a:t>FREELY SUSPENDED SOLIDS:</a:t>
              </a:r>
            </a:p>
            <a:p>
              <a:pPr algn="ctr" eaLnBrk="1" hangingPunct="1"/>
              <a:r>
                <a:rPr lang="en-US" altLang="en-US" sz="2000" b="1">
                  <a:latin typeface="Times New Roman" panose="02020603050405020304" pitchFamily="18" charset="0"/>
                </a:rPr>
                <a:t>Positions of CG, on axis, from base, for different solids are shown below.</a:t>
              </a:r>
              <a:endParaRPr lang="en-US" altLang="en-US" sz="2000" b="1">
                <a:solidFill>
                  <a:schemeClr val="accent2"/>
                </a:solidFill>
                <a:latin typeface="Times New Roman" panose="02020603050405020304" pitchFamily="18" charset="0"/>
              </a:endParaRPr>
            </a:p>
          </p:txBody>
        </p:sp>
        <p:sp>
          <p:nvSpPr>
            <p:cNvPr id="26632" name="Rectangle 4"/>
            <p:cNvSpPr>
              <a:spLocks noChangeArrowheads="1"/>
            </p:cNvSpPr>
            <p:nvPr/>
          </p:nvSpPr>
          <p:spPr bwMode="auto">
            <a:xfrm>
              <a:off x="1163" y="1417"/>
              <a:ext cx="820" cy="141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6633" name="AutoShape 5"/>
            <p:cNvSpPr>
              <a:spLocks noChangeArrowheads="1"/>
            </p:cNvSpPr>
            <p:nvPr/>
          </p:nvSpPr>
          <p:spPr bwMode="auto">
            <a:xfrm>
              <a:off x="3325" y="1417"/>
              <a:ext cx="1119" cy="1417"/>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6634" name="Line 6"/>
            <p:cNvSpPr>
              <a:spLocks noChangeShapeType="1"/>
            </p:cNvSpPr>
            <p:nvPr/>
          </p:nvSpPr>
          <p:spPr bwMode="auto">
            <a:xfrm>
              <a:off x="2132" y="1417"/>
              <a:ext cx="119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35" name="Line 7"/>
            <p:cNvSpPr>
              <a:spLocks noChangeShapeType="1"/>
            </p:cNvSpPr>
            <p:nvPr/>
          </p:nvSpPr>
          <p:spPr bwMode="auto">
            <a:xfrm>
              <a:off x="2058" y="2834"/>
              <a:ext cx="126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36" name="Line 8"/>
            <p:cNvSpPr>
              <a:spLocks noChangeShapeType="1"/>
            </p:cNvSpPr>
            <p:nvPr/>
          </p:nvSpPr>
          <p:spPr bwMode="auto">
            <a:xfrm>
              <a:off x="2729" y="1417"/>
              <a:ext cx="0" cy="141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37" name="Text Box 9"/>
            <p:cNvSpPr txBox="1">
              <a:spLocks noChangeArrowheads="1"/>
            </p:cNvSpPr>
            <p:nvPr/>
          </p:nvSpPr>
          <p:spPr bwMode="auto">
            <a:xfrm>
              <a:off x="2497" y="1924"/>
              <a:ext cx="22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H</a:t>
              </a:r>
            </a:p>
          </p:txBody>
        </p:sp>
        <p:sp>
          <p:nvSpPr>
            <p:cNvPr id="26638" name="Text Box 10"/>
            <p:cNvSpPr txBox="1">
              <a:spLocks noChangeArrowheads="1"/>
            </p:cNvSpPr>
            <p:nvPr/>
          </p:nvSpPr>
          <p:spPr bwMode="auto">
            <a:xfrm>
              <a:off x="576" y="2345"/>
              <a:ext cx="33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H/2</a:t>
              </a:r>
            </a:p>
          </p:txBody>
        </p:sp>
        <p:sp>
          <p:nvSpPr>
            <p:cNvPr id="26639" name="Text Box 11"/>
            <p:cNvSpPr txBox="1">
              <a:spLocks noChangeArrowheads="1"/>
            </p:cNvSpPr>
            <p:nvPr/>
          </p:nvSpPr>
          <p:spPr bwMode="auto">
            <a:xfrm>
              <a:off x="4615" y="2543"/>
              <a:ext cx="33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H/4</a:t>
              </a:r>
            </a:p>
          </p:txBody>
        </p:sp>
        <p:sp>
          <p:nvSpPr>
            <p:cNvPr id="26640" name="Line 12"/>
            <p:cNvSpPr>
              <a:spLocks noChangeShapeType="1"/>
            </p:cNvSpPr>
            <p:nvPr/>
          </p:nvSpPr>
          <p:spPr bwMode="auto">
            <a:xfrm>
              <a:off x="1564" y="1361"/>
              <a:ext cx="0" cy="149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41" name="Line 13"/>
            <p:cNvSpPr>
              <a:spLocks noChangeShapeType="1"/>
            </p:cNvSpPr>
            <p:nvPr/>
          </p:nvSpPr>
          <p:spPr bwMode="auto">
            <a:xfrm>
              <a:off x="3875" y="1380"/>
              <a:ext cx="0" cy="149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42" name="Line 14"/>
            <p:cNvSpPr>
              <a:spLocks noChangeShapeType="1"/>
            </p:cNvSpPr>
            <p:nvPr/>
          </p:nvSpPr>
          <p:spPr bwMode="auto">
            <a:xfrm>
              <a:off x="865" y="2834"/>
              <a:ext cx="37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43" name="Line 15"/>
            <p:cNvSpPr>
              <a:spLocks noChangeShapeType="1"/>
            </p:cNvSpPr>
            <p:nvPr/>
          </p:nvSpPr>
          <p:spPr bwMode="auto">
            <a:xfrm>
              <a:off x="790" y="2098"/>
              <a:ext cx="8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44" name="Line 16"/>
            <p:cNvSpPr>
              <a:spLocks noChangeShapeType="1"/>
            </p:cNvSpPr>
            <p:nvPr/>
          </p:nvSpPr>
          <p:spPr bwMode="auto">
            <a:xfrm>
              <a:off x="3847" y="2461"/>
              <a:ext cx="111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45" name="Line 17"/>
            <p:cNvSpPr>
              <a:spLocks noChangeShapeType="1"/>
            </p:cNvSpPr>
            <p:nvPr/>
          </p:nvSpPr>
          <p:spPr bwMode="auto">
            <a:xfrm>
              <a:off x="3847" y="2834"/>
              <a:ext cx="119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46" name="Line 18"/>
            <p:cNvSpPr>
              <a:spLocks noChangeShapeType="1"/>
            </p:cNvSpPr>
            <p:nvPr/>
          </p:nvSpPr>
          <p:spPr bwMode="auto">
            <a:xfrm>
              <a:off x="4593" y="2461"/>
              <a:ext cx="0" cy="373"/>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47" name="Line 19"/>
            <p:cNvSpPr>
              <a:spLocks noChangeShapeType="1"/>
            </p:cNvSpPr>
            <p:nvPr/>
          </p:nvSpPr>
          <p:spPr bwMode="auto">
            <a:xfrm>
              <a:off x="939" y="2089"/>
              <a:ext cx="0" cy="74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6648" name="Text Box 20"/>
            <p:cNvSpPr txBox="1">
              <a:spLocks noChangeArrowheads="1"/>
            </p:cNvSpPr>
            <p:nvPr/>
          </p:nvSpPr>
          <p:spPr bwMode="auto">
            <a:xfrm>
              <a:off x="934" y="2893"/>
              <a:ext cx="1418"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latin typeface="Times New Roman" panose="02020603050405020304" pitchFamily="18" charset="0"/>
                </a:rPr>
                <a:t>GROUP A SOLIDS</a:t>
              </a:r>
            </a:p>
            <a:p>
              <a:pPr eaLnBrk="1" hangingPunct="1"/>
              <a:r>
                <a:rPr lang="en-US" altLang="en-US" b="1">
                  <a:latin typeface="Times New Roman" panose="02020603050405020304" pitchFamily="18" charset="0"/>
                </a:rPr>
                <a:t>( Cylinder &amp; Prisms)</a:t>
              </a:r>
            </a:p>
          </p:txBody>
        </p:sp>
        <p:sp>
          <p:nvSpPr>
            <p:cNvPr id="26649" name="Text Box 21"/>
            <p:cNvSpPr txBox="1">
              <a:spLocks noChangeArrowheads="1"/>
            </p:cNvSpPr>
            <p:nvPr/>
          </p:nvSpPr>
          <p:spPr bwMode="auto">
            <a:xfrm>
              <a:off x="3263" y="2893"/>
              <a:ext cx="1401"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latin typeface="Times New Roman" panose="02020603050405020304" pitchFamily="18" charset="0"/>
                </a:rPr>
                <a:t>GROUP B SOLIDS</a:t>
              </a:r>
            </a:p>
            <a:p>
              <a:pPr eaLnBrk="1" hangingPunct="1"/>
              <a:r>
                <a:rPr lang="en-US" altLang="en-US" b="1">
                  <a:latin typeface="Times New Roman" panose="02020603050405020304" pitchFamily="18" charset="0"/>
                </a:rPr>
                <a:t>( Cone  &amp; Pyramids)</a:t>
              </a:r>
            </a:p>
          </p:txBody>
        </p:sp>
      </p:grpSp>
      <p:sp>
        <p:nvSpPr>
          <p:cNvPr id="26627" name="Text Box 22"/>
          <p:cNvSpPr txBox="1">
            <a:spLocks noChangeArrowheads="1"/>
          </p:cNvSpPr>
          <p:nvPr/>
        </p:nvSpPr>
        <p:spPr bwMode="auto">
          <a:xfrm>
            <a:off x="2514600" y="3200400"/>
            <a:ext cx="49244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solidFill>
                  <a:schemeClr val="bg1"/>
                </a:solidFill>
                <a:latin typeface="Times New Roman" panose="02020603050405020304" pitchFamily="18" charset="0"/>
              </a:rPr>
              <a:t>CG</a:t>
            </a:r>
          </a:p>
        </p:txBody>
      </p:sp>
      <p:sp>
        <p:nvSpPr>
          <p:cNvPr id="26628" name="Text Box 23"/>
          <p:cNvSpPr txBox="1">
            <a:spLocks noChangeArrowheads="1"/>
          </p:cNvSpPr>
          <p:nvPr/>
        </p:nvSpPr>
        <p:spPr bwMode="auto">
          <a:xfrm>
            <a:off x="5715000" y="3733800"/>
            <a:ext cx="49244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solidFill>
                  <a:schemeClr val="bg1"/>
                </a:solidFill>
                <a:latin typeface="Times New Roman" panose="02020603050405020304" pitchFamily="18" charset="0"/>
              </a:rPr>
              <a:t>CG</a:t>
            </a:r>
          </a:p>
        </p:txBody>
      </p:sp>
      <p:sp>
        <p:nvSpPr>
          <p:cNvPr id="26629" name="Oval 24"/>
          <p:cNvSpPr>
            <a:spLocks noChangeArrowheads="1"/>
          </p:cNvSpPr>
          <p:nvPr/>
        </p:nvSpPr>
        <p:spPr bwMode="auto">
          <a:xfrm>
            <a:off x="2438400" y="3276600"/>
            <a:ext cx="76200" cy="76200"/>
          </a:xfrm>
          <a:prstGeom prst="ellipse">
            <a:avLst/>
          </a:prstGeom>
          <a:solidFill>
            <a:srgbClr val="3333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6630" name="Oval 25"/>
          <p:cNvSpPr>
            <a:spLocks noChangeArrowheads="1"/>
          </p:cNvSpPr>
          <p:nvPr/>
        </p:nvSpPr>
        <p:spPr bwMode="auto">
          <a:xfrm>
            <a:off x="6096000" y="3886200"/>
            <a:ext cx="76200" cy="76200"/>
          </a:xfrm>
          <a:prstGeom prst="ellipse">
            <a:avLst/>
          </a:prstGeom>
          <a:solidFill>
            <a:srgbClr val="3333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p:cNvSpPr>
            <a:spLocks noChangeArrowheads="1"/>
          </p:cNvSpPr>
          <p:nvPr/>
        </p:nvSpPr>
        <p:spPr bwMode="auto">
          <a:xfrm rot="-7545332">
            <a:off x="3555207" y="4217193"/>
            <a:ext cx="1066800" cy="1014413"/>
          </a:xfrm>
          <a:prstGeom prst="pentagon">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8675" name="Line 3"/>
          <p:cNvSpPr>
            <a:spLocks noChangeShapeType="1"/>
          </p:cNvSpPr>
          <p:nvPr/>
        </p:nvSpPr>
        <p:spPr bwMode="auto">
          <a:xfrm>
            <a:off x="2819400" y="3886200"/>
            <a:ext cx="5943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76" name="Text Box 4"/>
          <p:cNvSpPr txBox="1">
            <a:spLocks noChangeArrowheads="1"/>
          </p:cNvSpPr>
          <p:nvPr/>
        </p:nvSpPr>
        <p:spPr bwMode="auto">
          <a:xfrm>
            <a:off x="2647950" y="3733800"/>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X</a:t>
            </a:r>
          </a:p>
        </p:txBody>
      </p:sp>
      <p:sp>
        <p:nvSpPr>
          <p:cNvPr id="28677" name="Text Box 5"/>
          <p:cNvSpPr txBox="1">
            <a:spLocks noChangeArrowheads="1"/>
          </p:cNvSpPr>
          <p:nvPr/>
        </p:nvSpPr>
        <p:spPr bwMode="auto">
          <a:xfrm>
            <a:off x="8442325" y="3592513"/>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Y</a:t>
            </a:r>
          </a:p>
        </p:txBody>
      </p:sp>
      <p:sp>
        <p:nvSpPr>
          <p:cNvPr id="28678" name="Line 6"/>
          <p:cNvSpPr>
            <a:spLocks noChangeShapeType="1"/>
          </p:cNvSpPr>
          <p:nvPr/>
        </p:nvSpPr>
        <p:spPr bwMode="auto">
          <a:xfrm flipH="1">
            <a:off x="4114800" y="4191000"/>
            <a:ext cx="152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79" name="Line 7"/>
          <p:cNvSpPr>
            <a:spLocks noChangeShapeType="1"/>
          </p:cNvSpPr>
          <p:nvPr/>
        </p:nvSpPr>
        <p:spPr bwMode="auto">
          <a:xfrm>
            <a:off x="3657600" y="4343400"/>
            <a:ext cx="457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80" name="Line 8"/>
          <p:cNvSpPr>
            <a:spLocks noChangeShapeType="1"/>
          </p:cNvSpPr>
          <p:nvPr/>
        </p:nvSpPr>
        <p:spPr bwMode="auto">
          <a:xfrm flipH="1" flipV="1">
            <a:off x="4114800" y="47244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81" name="Line 9"/>
          <p:cNvSpPr>
            <a:spLocks noChangeShapeType="1"/>
          </p:cNvSpPr>
          <p:nvPr/>
        </p:nvSpPr>
        <p:spPr bwMode="auto">
          <a:xfrm flipV="1">
            <a:off x="3657600" y="47244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82" name="Line 10"/>
          <p:cNvSpPr>
            <a:spLocks noChangeShapeType="1"/>
          </p:cNvSpPr>
          <p:nvPr/>
        </p:nvSpPr>
        <p:spPr bwMode="auto">
          <a:xfrm>
            <a:off x="4114800" y="4714875"/>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83" name="Line 11"/>
          <p:cNvSpPr>
            <a:spLocks noChangeShapeType="1"/>
          </p:cNvSpPr>
          <p:nvPr/>
        </p:nvSpPr>
        <p:spPr bwMode="auto">
          <a:xfrm flipV="1">
            <a:off x="3657600" y="38100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84" name="Line 12"/>
          <p:cNvSpPr>
            <a:spLocks noChangeShapeType="1"/>
          </p:cNvSpPr>
          <p:nvPr/>
        </p:nvSpPr>
        <p:spPr bwMode="auto">
          <a:xfrm flipV="1">
            <a:off x="4114800" y="2400300"/>
            <a:ext cx="0" cy="167640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85" name="Line 13"/>
          <p:cNvSpPr>
            <a:spLocks noChangeShapeType="1"/>
          </p:cNvSpPr>
          <p:nvPr/>
        </p:nvSpPr>
        <p:spPr bwMode="auto">
          <a:xfrm flipV="1">
            <a:off x="4267200" y="38100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86" name="Line 14"/>
          <p:cNvSpPr>
            <a:spLocks noChangeShapeType="1"/>
          </p:cNvSpPr>
          <p:nvPr/>
        </p:nvSpPr>
        <p:spPr bwMode="auto">
          <a:xfrm flipV="1">
            <a:off x="4676775" y="3867150"/>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87" name="Line 15"/>
          <p:cNvSpPr>
            <a:spLocks noChangeShapeType="1"/>
          </p:cNvSpPr>
          <p:nvPr/>
        </p:nvSpPr>
        <p:spPr bwMode="auto">
          <a:xfrm flipH="1">
            <a:off x="3657600" y="2438400"/>
            <a:ext cx="4572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88" name="Line 16"/>
          <p:cNvSpPr>
            <a:spLocks noChangeShapeType="1"/>
          </p:cNvSpPr>
          <p:nvPr/>
        </p:nvSpPr>
        <p:spPr bwMode="auto">
          <a:xfrm rot="-69725">
            <a:off x="4133850" y="2438400"/>
            <a:ext cx="5334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689" name="Line 17"/>
          <p:cNvSpPr>
            <a:spLocks noChangeShapeType="1"/>
          </p:cNvSpPr>
          <p:nvPr/>
        </p:nvSpPr>
        <p:spPr bwMode="auto">
          <a:xfrm>
            <a:off x="4114800" y="2438400"/>
            <a:ext cx="1524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28690" name="Group 18"/>
          <p:cNvGrpSpPr>
            <a:grpSpLocks/>
          </p:cNvGrpSpPr>
          <p:nvPr/>
        </p:nvGrpSpPr>
        <p:grpSpPr bwMode="auto">
          <a:xfrm>
            <a:off x="3438525" y="2238375"/>
            <a:ext cx="1565276" cy="1776413"/>
            <a:chOff x="822" y="1026"/>
            <a:chExt cx="986" cy="1119"/>
          </a:xfrm>
        </p:grpSpPr>
        <p:sp>
          <p:nvSpPr>
            <p:cNvPr id="2" name="Text Box 19"/>
            <p:cNvSpPr txBox="1">
              <a:spLocks noChangeArrowheads="1"/>
            </p:cNvSpPr>
            <p:nvPr/>
          </p:nvSpPr>
          <p:spPr bwMode="auto">
            <a:xfrm>
              <a:off x="822" y="1932"/>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28808" name="Text Box 20"/>
            <p:cNvSpPr txBox="1">
              <a:spLocks noChangeArrowheads="1"/>
            </p:cNvSpPr>
            <p:nvPr/>
          </p:nvSpPr>
          <p:spPr bwMode="auto">
            <a:xfrm>
              <a:off x="1584" y="1920"/>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p>
          </p:txBody>
        </p:sp>
        <p:sp>
          <p:nvSpPr>
            <p:cNvPr id="28809" name="Text Box 21"/>
            <p:cNvSpPr txBox="1">
              <a:spLocks noChangeArrowheads="1"/>
            </p:cNvSpPr>
            <p:nvPr/>
          </p:nvSpPr>
          <p:spPr bwMode="auto">
            <a:xfrm>
              <a:off x="1296" y="1914"/>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p>
          </p:txBody>
        </p:sp>
        <p:sp>
          <p:nvSpPr>
            <p:cNvPr id="3" name="Text Box 22"/>
            <p:cNvSpPr txBox="1">
              <a:spLocks noChangeArrowheads="1"/>
            </p:cNvSpPr>
            <p:nvPr/>
          </p:nvSpPr>
          <p:spPr bwMode="auto">
            <a:xfrm>
              <a:off x="1200" y="1920"/>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28811" name="Text Box 23"/>
            <p:cNvSpPr txBox="1">
              <a:spLocks noChangeArrowheads="1"/>
            </p:cNvSpPr>
            <p:nvPr/>
          </p:nvSpPr>
          <p:spPr bwMode="auto">
            <a:xfrm>
              <a:off x="960" y="1920"/>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28812" name="Text Box 24"/>
            <p:cNvSpPr txBox="1">
              <a:spLocks noChangeArrowheads="1"/>
            </p:cNvSpPr>
            <p:nvPr/>
          </p:nvSpPr>
          <p:spPr bwMode="auto">
            <a:xfrm>
              <a:off x="1200" y="1026"/>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p>
          </p:txBody>
        </p:sp>
      </p:grpSp>
      <p:grpSp>
        <p:nvGrpSpPr>
          <p:cNvPr id="28697" name="Group 25"/>
          <p:cNvGrpSpPr>
            <a:grpSpLocks/>
          </p:cNvGrpSpPr>
          <p:nvPr/>
        </p:nvGrpSpPr>
        <p:grpSpPr bwMode="auto">
          <a:xfrm>
            <a:off x="3429000" y="3971926"/>
            <a:ext cx="1487488" cy="1471613"/>
            <a:chOff x="816" y="2118"/>
            <a:chExt cx="937" cy="927"/>
          </a:xfrm>
        </p:grpSpPr>
        <p:sp>
          <p:nvSpPr>
            <p:cNvPr id="4" name="Text Box 26"/>
            <p:cNvSpPr txBox="1">
              <a:spLocks noChangeArrowheads="1"/>
            </p:cNvSpPr>
            <p:nvPr/>
          </p:nvSpPr>
          <p:spPr bwMode="auto">
            <a:xfrm>
              <a:off x="816" y="2304"/>
              <a:ext cx="17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5" name="Text Box 27"/>
            <p:cNvSpPr txBox="1">
              <a:spLocks noChangeArrowheads="1"/>
            </p:cNvSpPr>
            <p:nvPr/>
          </p:nvSpPr>
          <p:spPr bwMode="auto">
            <a:xfrm>
              <a:off x="828" y="2640"/>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6" name="Text Box 28"/>
            <p:cNvSpPr txBox="1">
              <a:spLocks noChangeArrowheads="1"/>
            </p:cNvSpPr>
            <p:nvPr/>
          </p:nvSpPr>
          <p:spPr bwMode="auto">
            <a:xfrm>
              <a:off x="1248" y="2832"/>
              <a:ext cx="17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7" name="Text Box 29"/>
            <p:cNvSpPr txBox="1">
              <a:spLocks noChangeArrowheads="1"/>
            </p:cNvSpPr>
            <p:nvPr/>
          </p:nvSpPr>
          <p:spPr bwMode="auto">
            <a:xfrm>
              <a:off x="1572" y="2466"/>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p>
          </p:txBody>
        </p:sp>
        <p:sp>
          <p:nvSpPr>
            <p:cNvPr id="28805" name="Text Box 30"/>
            <p:cNvSpPr txBox="1">
              <a:spLocks noChangeArrowheads="1"/>
            </p:cNvSpPr>
            <p:nvPr/>
          </p:nvSpPr>
          <p:spPr bwMode="auto">
            <a:xfrm>
              <a:off x="1320" y="2118"/>
              <a:ext cx="17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p>
          </p:txBody>
        </p:sp>
        <p:sp>
          <p:nvSpPr>
            <p:cNvPr id="28806" name="Text Box 31"/>
            <p:cNvSpPr txBox="1">
              <a:spLocks noChangeArrowheads="1"/>
            </p:cNvSpPr>
            <p:nvPr/>
          </p:nvSpPr>
          <p:spPr bwMode="auto">
            <a:xfrm>
              <a:off x="1080" y="2484"/>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p>
          </p:txBody>
        </p:sp>
      </p:grpSp>
      <p:sp>
        <p:nvSpPr>
          <p:cNvPr id="28704" name="Oval 32"/>
          <p:cNvSpPr>
            <a:spLocks noChangeArrowheads="1"/>
          </p:cNvSpPr>
          <p:nvPr/>
        </p:nvSpPr>
        <p:spPr bwMode="auto">
          <a:xfrm>
            <a:off x="4067175" y="3505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8705" name="Text Box 33"/>
          <p:cNvSpPr txBox="1">
            <a:spLocks noChangeArrowheads="1"/>
          </p:cNvSpPr>
          <p:nvPr/>
        </p:nvSpPr>
        <p:spPr bwMode="auto">
          <a:xfrm>
            <a:off x="3867150" y="3276600"/>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p>
        </p:txBody>
      </p:sp>
      <p:sp>
        <p:nvSpPr>
          <p:cNvPr id="28706" name="Line 34"/>
          <p:cNvSpPr>
            <a:spLocks noChangeShapeType="1"/>
          </p:cNvSpPr>
          <p:nvPr/>
        </p:nvSpPr>
        <p:spPr bwMode="auto">
          <a:xfrm flipH="1">
            <a:off x="3200400" y="3543300"/>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07" name="Line 35"/>
          <p:cNvSpPr>
            <a:spLocks noChangeShapeType="1"/>
          </p:cNvSpPr>
          <p:nvPr/>
        </p:nvSpPr>
        <p:spPr bwMode="auto">
          <a:xfrm>
            <a:off x="3359150" y="33051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08" name="Line 36"/>
          <p:cNvSpPr>
            <a:spLocks noChangeShapeType="1"/>
          </p:cNvSpPr>
          <p:nvPr/>
        </p:nvSpPr>
        <p:spPr bwMode="auto">
          <a:xfrm flipV="1">
            <a:off x="3359150" y="386715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09" name="Text Box 37"/>
          <p:cNvSpPr txBox="1">
            <a:spLocks noChangeArrowheads="1"/>
          </p:cNvSpPr>
          <p:nvPr/>
        </p:nvSpPr>
        <p:spPr bwMode="auto">
          <a:xfrm>
            <a:off x="3168650" y="3543300"/>
            <a:ext cx="49244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H/4</a:t>
            </a:r>
          </a:p>
        </p:txBody>
      </p:sp>
      <p:sp>
        <p:nvSpPr>
          <p:cNvPr id="28710" name="Line 38"/>
          <p:cNvSpPr>
            <a:spLocks noChangeShapeType="1"/>
          </p:cNvSpPr>
          <p:nvPr/>
        </p:nvSpPr>
        <p:spPr bwMode="auto">
          <a:xfrm flipH="1">
            <a:off x="2743200" y="2438400"/>
            <a:ext cx="1371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11" name="Line 39"/>
          <p:cNvSpPr>
            <a:spLocks noChangeShapeType="1"/>
          </p:cNvSpPr>
          <p:nvPr/>
        </p:nvSpPr>
        <p:spPr bwMode="auto">
          <a:xfrm>
            <a:off x="3048000" y="32766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12" name="Line 40"/>
          <p:cNvSpPr>
            <a:spLocks noChangeShapeType="1"/>
          </p:cNvSpPr>
          <p:nvPr/>
        </p:nvSpPr>
        <p:spPr bwMode="auto">
          <a:xfrm flipV="1">
            <a:off x="3057525" y="24384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13" name="Text Box 41"/>
          <p:cNvSpPr txBox="1">
            <a:spLocks noChangeArrowheads="1"/>
          </p:cNvSpPr>
          <p:nvPr/>
        </p:nvSpPr>
        <p:spPr bwMode="auto">
          <a:xfrm>
            <a:off x="2898775" y="2973388"/>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a:t>
            </a:r>
          </a:p>
        </p:txBody>
      </p:sp>
      <p:sp>
        <p:nvSpPr>
          <p:cNvPr id="28714" name="Line 42"/>
          <p:cNvSpPr>
            <a:spLocks noChangeShapeType="1"/>
          </p:cNvSpPr>
          <p:nvPr/>
        </p:nvSpPr>
        <p:spPr bwMode="auto">
          <a:xfrm flipH="1" flipV="1">
            <a:off x="4114800" y="3524250"/>
            <a:ext cx="609600" cy="3810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15" name="Line 43"/>
          <p:cNvSpPr>
            <a:spLocks noChangeShapeType="1"/>
          </p:cNvSpPr>
          <p:nvPr/>
        </p:nvSpPr>
        <p:spPr bwMode="auto">
          <a:xfrm rot="-7320323" flipH="1" flipV="1">
            <a:off x="5686425" y="2514600"/>
            <a:ext cx="609600" cy="3810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16" name="Line 44"/>
          <p:cNvSpPr>
            <a:spLocks noChangeShapeType="1"/>
          </p:cNvSpPr>
          <p:nvPr/>
        </p:nvSpPr>
        <p:spPr bwMode="auto">
          <a:xfrm rot="14282219" flipV="1">
            <a:off x="5753100" y="2332038"/>
            <a:ext cx="0" cy="167640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17" name="Line 45"/>
          <p:cNvSpPr>
            <a:spLocks noChangeShapeType="1"/>
          </p:cNvSpPr>
          <p:nvPr/>
        </p:nvSpPr>
        <p:spPr bwMode="auto">
          <a:xfrm rot="14282219" flipH="1">
            <a:off x="5580063" y="2681288"/>
            <a:ext cx="4572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18" name="Line 46"/>
          <p:cNvSpPr>
            <a:spLocks noChangeShapeType="1"/>
          </p:cNvSpPr>
          <p:nvPr/>
        </p:nvSpPr>
        <p:spPr bwMode="auto">
          <a:xfrm rot="-7387505">
            <a:off x="5270500" y="2244725"/>
            <a:ext cx="5334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19" name="Line 47"/>
          <p:cNvSpPr>
            <a:spLocks noChangeShapeType="1"/>
          </p:cNvSpPr>
          <p:nvPr/>
        </p:nvSpPr>
        <p:spPr bwMode="auto">
          <a:xfrm rot="-7317781">
            <a:off x="5570538" y="2422525"/>
            <a:ext cx="1524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20" name="Oval 48"/>
          <p:cNvSpPr>
            <a:spLocks noChangeArrowheads="1"/>
          </p:cNvSpPr>
          <p:nvPr/>
        </p:nvSpPr>
        <p:spPr bwMode="auto">
          <a:xfrm rot="-7317781">
            <a:off x="5978525" y="297973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8721" name="Line 49"/>
          <p:cNvSpPr>
            <a:spLocks noChangeShapeType="1"/>
          </p:cNvSpPr>
          <p:nvPr/>
        </p:nvSpPr>
        <p:spPr bwMode="auto">
          <a:xfrm rot="-7317781">
            <a:off x="5761831" y="2770982"/>
            <a:ext cx="998537" cy="19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22" name="Text Box 50"/>
          <p:cNvSpPr txBox="1">
            <a:spLocks noChangeArrowheads="1"/>
          </p:cNvSpPr>
          <p:nvPr/>
        </p:nvSpPr>
        <p:spPr bwMode="auto">
          <a:xfrm>
            <a:off x="4800600" y="1981200"/>
            <a:ext cx="195897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050">
                <a:latin typeface="Times New Roman" panose="02020603050405020304" pitchFamily="18" charset="0"/>
              </a:rPr>
              <a:t>LINE</a:t>
            </a:r>
            <a:r>
              <a:rPr lang="en-US" altLang="en-US" sz="1600">
                <a:latin typeface="Times New Roman" panose="02020603050405020304" pitchFamily="18" charset="0"/>
              </a:rPr>
              <a:t> d’g’ </a:t>
            </a:r>
            <a:r>
              <a:rPr lang="en-US" altLang="en-US" sz="1050">
                <a:latin typeface="Times New Roman" panose="02020603050405020304" pitchFamily="18" charset="0"/>
              </a:rPr>
              <a:t>VERTICAL</a:t>
            </a:r>
          </a:p>
        </p:txBody>
      </p:sp>
      <p:sp>
        <p:nvSpPr>
          <p:cNvPr id="28723" name="Text Box 51"/>
          <p:cNvSpPr txBox="1">
            <a:spLocks noChangeArrowheads="1"/>
          </p:cNvSpPr>
          <p:nvPr/>
        </p:nvSpPr>
        <p:spPr bwMode="auto">
          <a:xfrm>
            <a:off x="6467475" y="3000375"/>
            <a:ext cx="344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28724" name="Text Box 52"/>
          <p:cNvSpPr txBox="1">
            <a:spLocks noChangeArrowheads="1"/>
          </p:cNvSpPr>
          <p:nvPr/>
        </p:nvSpPr>
        <p:spPr bwMode="auto">
          <a:xfrm>
            <a:off x="6591300" y="3048000"/>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28725" name="Text Box 53"/>
          <p:cNvSpPr txBox="1">
            <a:spLocks noChangeArrowheads="1"/>
          </p:cNvSpPr>
          <p:nvPr/>
        </p:nvSpPr>
        <p:spPr bwMode="auto">
          <a:xfrm>
            <a:off x="6172200" y="2514600"/>
            <a:ext cx="344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28726" name="Text Box 54"/>
          <p:cNvSpPr txBox="1">
            <a:spLocks noChangeArrowheads="1"/>
          </p:cNvSpPr>
          <p:nvPr/>
        </p:nvSpPr>
        <p:spPr bwMode="auto">
          <a:xfrm>
            <a:off x="5953125" y="2152650"/>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p>
        </p:txBody>
      </p:sp>
      <p:sp>
        <p:nvSpPr>
          <p:cNvPr id="28727" name="Text Box 55"/>
          <p:cNvSpPr txBox="1">
            <a:spLocks noChangeArrowheads="1"/>
          </p:cNvSpPr>
          <p:nvPr/>
        </p:nvSpPr>
        <p:spPr bwMode="auto">
          <a:xfrm>
            <a:off x="7696200" y="3505200"/>
            <a:ext cx="3786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p>
        </p:txBody>
      </p:sp>
      <p:sp>
        <p:nvSpPr>
          <p:cNvPr id="28728" name="Text Box 56"/>
          <p:cNvSpPr txBox="1">
            <a:spLocks noChangeArrowheads="1"/>
          </p:cNvSpPr>
          <p:nvPr/>
        </p:nvSpPr>
        <p:spPr bwMode="auto">
          <a:xfrm>
            <a:off x="6286500" y="2514600"/>
            <a:ext cx="34496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p>
        </p:txBody>
      </p:sp>
      <p:sp>
        <p:nvSpPr>
          <p:cNvPr id="28729" name="Text Box 57"/>
          <p:cNvSpPr txBox="1">
            <a:spLocks noChangeArrowheads="1"/>
          </p:cNvSpPr>
          <p:nvPr/>
        </p:nvSpPr>
        <p:spPr bwMode="auto">
          <a:xfrm>
            <a:off x="5972175" y="2847975"/>
            <a:ext cx="3561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p>
        </p:txBody>
      </p:sp>
      <p:grpSp>
        <p:nvGrpSpPr>
          <p:cNvPr id="28730" name="Group 58"/>
          <p:cNvGrpSpPr>
            <a:grpSpLocks/>
          </p:cNvGrpSpPr>
          <p:nvPr/>
        </p:nvGrpSpPr>
        <p:grpSpPr bwMode="auto">
          <a:xfrm>
            <a:off x="5029200" y="2667000"/>
            <a:ext cx="1524000" cy="2743200"/>
            <a:chOff x="1824" y="1296"/>
            <a:chExt cx="960" cy="1728"/>
          </a:xfrm>
        </p:grpSpPr>
        <p:sp>
          <p:nvSpPr>
            <p:cNvPr id="8" name="Line 59"/>
            <p:cNvSpPr>
              <a:spLocks noChangeShapeType="1"/>
            </p:cNvSpPr>
            <p:nvPr/>
          </p:nvSpPr>
          <p:spPr bwMode="auto">
            <a:xfrm>
              <a:off x="2784" y="1632"/>
              <a:ext cx="0" cy="13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9" name="Line 60"/>
            <p:cNvSpPr>
              <a:spLocks noChangeShapeType="1"/>
            </p:cNvSpPr>
            <p:nvPr/>
          </p:nvSpPr>
          <p:spPr bwMode="auto">
            <a:xfrm>
              <a:off x="2568" y="1296"/>
              <a:ext cx="0" cy="172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0" name="Line 61"/>
            <p:cNvSpPr>
              <a:spLocks noChangeShapeType="1"/>
            </p:cNvSpPr>
            <p:nvPr/>
          </p:nvSpPr>
          <p:spPr bwMode="auto">
            <a:xfrm>
              <a:off x="2436" y="1536"/>
              <a:ext cx="0" cy="14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1" name="Line 62"/>
            <p:cNvSpPr>
              <a:spLocks noChangeShapeType="1"/>
            </p:cNvSpPr>
            <p:nvPr/>
          </p:nvSpPr>
          <p:spPr bwMode="auto">
            <a:xfrm>
              <a:off x="1824" y="1872"/>
              <a:ext cx="0" cy="110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28735" name="Group 63"/>
          <p:cNvGrpSpPr>
            <a:grpSpLocks/>
          </p:cNvGrpSpPr>
          <p:nvPr/>
        </p:nvGrpSpPr>
        <p:grpSpPr bwMode="auto">
          <a:xfrm>
            <a:off x="3657600" y="4191000"/>
            <a:ext cx="3048000" cy="1066800"/>
            <a:chOff x="960" y="2256"/>
            <a:chExt cx="1920" cy="672"/>
          </a:xfrm>
        </p:grpSpPr>
        <p:sp>
          <p:nvSpPr>
            <p:cNvPr id="12" name="Line 64"/>
            <p:cNvSpPr>
              <a:spLocks noChangeShapeType="1"/>
            </p:cNvSpPr>
            <p:nvPr/>
          </p:nvSpPr>
          <p:spPr bwMode="auto">
            <a:xfrm>
              <a:off x="1344" y="2256"/>
              <a:ext cx="153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3" name="Line 65"/>
            <p:cNvSpPr>
              <a:spLocks noChangeShapeType="1"/>
            </p:cNvSpPr>
            <p:nvPr/>
          </p:nvSpPr>
          <p:spPr bwMode="auto">
            <a:xfrm>
              <a:off x="960" y="2352"/>
              <a:ext cx="192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4" name="Line 66"/>
            <p:cNvSpPr>
              <a:spLocks noChangeShapeType="1"/>
            </p:cNvSpPr>
            <p:nvPr/>
          </p:nvSpPr>
          <p:spPr bwMode="auto">
            <a:xfrm>
              <a:off x="1584" y="2580"/>
              <a:ext cx="124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5" name="Line 67"/>
            <p:cNvSpPr>
              <a:spLocks noChangeShapeType="1"/>
            </p:cNvSpPr>
            <p:nvPr/>
          </p:nvSpPr>
          <p:spPr bwMode="auto">
            <a:xfrm>
              <a:off x="960" y="2784"/>
              <a:ext cx="187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6" name="Line 68"/>
            <p:cNvSpPr>
              <a:spLocks noChangeShapeType="1"/>
            </p:cNvSpPr>
            <p:nvPr/>
          </p:nvSpPr>
          <p:spPr bwMode="auto">
            <a:xfrm>
              <a:off x="1344" y="2928"/>
              <a:ext cx="148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28741" name="Group 69"/>
          <p:cNvGrpSpPr>
            <a:grpSpLocks/>
          </p:cNvGrpSpPr>
          <p:nvPr/>
        </p:nvGrpSpPr>
        <p:grpSpPr bwMode="auto">
          <a:xfrm>
            <a:off x="4981575" y="4143375"/>
            <a:ext cx="1609725" cy="1143000"/>
            <a:chOff x="1794" y="2226"/>
            <a:chExt cx="1014" cy="720"/>
          </a:xfrm>
        </p:grpSpPr>
        <p:sp>
          <p:nvSpPr>
            <p:cNvPr id="17" name="Oval 70"/>
            <p:cNvSpPr>
              <a:spLocks noChangeArrowheads="1"/>
            </p:cNvSpPr>
            <p:nvPr/>
          </p:nvSpPr>
          <p:spPr bwMode="auto">
            <a:xfrm>
              <a:off x="2400" y="254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8" name="Oval 71"/>
            <p:cNvSpPr>
              <a:spLocks noChangeArrowheads="1"/>
            </p:cNvSpPr>
            <p:nvPr/>
          </p:nvSpPr>
          <p:spPr bwMode="auto">
            <a:xfrm>
              <a:off x="2544" y="222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9" name="Oval 72"/>
            <p:cNvSpPr>
              <a:spLocks noChangeArrowheads="1"/>
            </p:cNvSpPr>
            <p:nvPr/>
          </p:nvSpPr>
          <p:spPr bwMode="auto">
            <a:xfrm>
              <a:off x="2754" y="232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 name="Oval 73"/>
            <p:cNvSpPr>
              <a:spLocks noChangeArrowheads="1"/>
            </p:cNvSpPr>
            <p:nvPr/>
          </p:nvSpPr>
          <p:spPr bwMode="auto">
            <a:xfrm>
              <a:off x="2760" y="276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1" name="Oval 74"/>
            <p:cNvSpPr>
              <a:spLocks noChangeArrowheads="1"/>
            </p:cNvSpPr>
            <p:nvPr/>
          </p:nvSpPr>
          <p:spPr bwMode="auto">
            <a:xfrm>
              <a:off x="2544" y="289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2" name="Oval 75"/>
            <p:cNvSpPr>
              <a:spLocks noChangeArrowheads="1"/>
            </p:cNvSpPr>
            <p:nvPr/>
          </p:nvSpPr>
          <p:spPr bwMode="auto">
            <a:xfrm>
              <a:off x="1794" y="255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28748" name="Group 76"/>
          <p:cNvGrpSpPr>
            <a:grpSpLocks/>
          </p:cNvGrpSpPr>
          <p:nvPr/>
        </p:nvGrpSpPr>
        <p:grpSpPr bwMode="auto">
          <a:xfrm>
            <a:off x="4775200" y="3895726"/>
            <a:ext cx="2133600" cy="1624013"/>
            <a:chOff x="1664" y="2070"/>
            <a:chExt cx="1344" cy="1023"/>
          </a:xfrm>
        </p:grpSpPr>
        <p:sp>
          <p:nvSpPr>
            <p:cNvPr id="23" name="Text Box 77"/>
            <p:cNvSpPr txBox="1">
              <a:spLocks noChangeArrowheads="1"/>
            </p:cNvSpPr>
            <p:nvPr/>
          </p:nvSpPr>
          <p:spPr bwMode="auto">
            <a:xfrm>
              <a:off x="2766" y="2232"/>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r>
                <a:rPr lang="en-US" altLang="en-US" sz="1600" baseline="-25000">
                  <a:latin typeface="Times New Roman" panose="02020603050405020304" pitchFamily="18" charset="0"/>
                </a:rPr>
                <a:t>1</a:t>
              </a:r>
            </a:p>
          </p:txBody>
        </p:sp>
        <p:sp>
          <p:nvSpPr>
            <p:cNvPr id="24" name="Text Box 78"/>
            <p:cNvSpPr txBox="1">
              <a:spLocks noChangeArrowheads="1"/>
            </p:cNvSpPr>
            <p:nvPr/>
          </p:nvSpPr>
          <p:spPr bwMode="auto">
            <a:xfrm>
              <a:off x="2784" y="2688"/>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r>
                <a:rPr lang="en-US" altLang="en-US" sz="1600" baseline="-25000">
                  <a:latin typeface="Times New Roman" panose="02020603050405020304" pitchFamily="18" charset="0"/>
                </a:rPr>
                <a:t>1</a:t>
              </a:r>
            </a:p>
          </p:txBody>
        </p:sp>
        <p:sp>
          <p:nvSpPr>
            <p:cNvPr id="25" name="Text Box 79"/>
            <p:cNvSpPr txBox="1">
              <a:spLocks noChangeArrowheads="1"/>
            </p:cNvSpPr>
            <p:nvPr/>
          </p:nvSpPr>
          <p:spPr bwMode="auto">
            <a:xfrm>
              <a:off x="1664" y="2496"/>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r>
                <a:rPr lang="en-US" altLang="en-US" sz="1600" baseline="-25000">
                  <a:latin typeface="Times New Roman" panose="02020603050405020304" pitchFamily="18" charset="0"/>
                </a:rPr>
                <a:t>1</a:t>
              </a:r>
            </a:p>
          </p:txBody>
        </p:sp>
        <p:sp>
          <p:nvSpPr>
            <p:cNvPr id="26" name="Text Box 80"/>
            <p:cNvSpPr txBox="1">
              <a:spLocks noChangeArrowheads="1"/>
            </p:cNvSpPr>
            <p:nvPr/>
          </p:nvSpPr>
          <p:spPr bwMode="auto">
            <a:xfrm>
              <a:off x="2520" y="2070"/>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r>
                <a:rPr lang="en-US" altLang="en-US" sz="1600" baseline="-25000">
                  <a:latin typeface="Times New Roman" panose="02020603050405020304" pitchFamily="18" charset="0"/>
                </a:rPr>
                <a:t>1</a:t>
              </a:r>
            </a:p>
          </p:txBody>
        </p:sp>
        <p:sp>
          <p:nvSpPr>
            <p:cNvPr id="27" name="Text Box 81"/>
            <p:cNvSpPr txBox="1">
              <a:spLocks noChangeArrowheads="1"/>
            </p:cNvSpPr>
            <p:nvPr/>
          </p:nvSpPr>
          <p:spPr bwMode="auto">
            <a:xfrm>
              <a:off x="2244" y="2406"/>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r>
                <a:rPr lang="en-US" altLang="en-US" sz="1600" baseline="-25000">
                  <a:latin typeface="Times New Roman" panose="02020603050405020304" pitchFamily="18" charset="0"/>
                </a:rPr>
                <a:t>1</a:t>
              </a:r>
            </a:p>
          </p:txBody>
        </p:sp>
        <p:sp>
          <p:nvSpPr>
            <p:cNvPr id="28" name="Text Box 82"/>
            <p:cNvSpPr txBox="1">
              <a:spLocks noChangeArrowheads="1"/>
            </p:cNvSpPr>
            <p:nvPr/>
          </p:nvSpPr>
          <p:spPr bwMode="auto">
            <a:xfrm>
              <a:off x="2448" y="2880"/>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r>
                <a:rPr lang="en-US" altLang="en-US" sz="1600" baseline="-25000">
                  <a:latin typeface="Times New Roman" panose="02020603050405020304" pitchFamily="18" charset="0"/>
                </a:rPr>
                <a:t>1</a:t>
              </a:r>
            </a:p>
          </p:txBody>
        </p:sp>
      </p:grpSp>
      <p:sp>
        <p:nvSpPr>
          <p:cNvPr id="28755" name="Line 83"/>
          <p:cNvSpPr>
            <a:spLocks noChangeShapeType="1"/>
          </p:cNvSpPr>
          <p:nvPr/>
        </p:nvSpPr>
        <p:spPr bwMode="auto">
          <a:xfrm>
            <a:off x="6019800" y="16764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56" name="Line 84"/>
          <p:cNvSpPr>
            <a:spLocks noChangeShapeType="1"/>
          </p:cNvSpPr>
          <p:nvPr/>
        </p:nvSpPr>
        <p:spPr bwMode="auto">
          <a:xfrm flipV="1">
            <a:off x="5029200" y="4191000"/>
            <a:ext cx="12192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57" name="Line 85"/>
          <p:cNvSpPr>
            <a:spLocks noChangeShapeType="1"/>
          </p:cNvSpPr>
          <p:nvPr/>
        </p:nvSpPr>
        <p:spPr bwMode="auto">
          <a:xfrm>
            <a:off x="6248400" y="4191000"/>
            <a:ext cx="304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58" name="Line 86"/>
          <p:cNvSpPr>
            <a:spLocks noChangeShapeType="1"/>
          </p:cNvSpPr>
          <p:nvPr/>
        </p:nvSpPr>
        <p:spPr bwMode="auto">
          <a:xfrm>
            <a:off x="6553200" y="43434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59" name="Line 87"/>
          <p:cNvSpPr>
            <a:spLocks noChangeShapeType="1"/>
          </p:cNvSpPr>
          <p:nvPr/>
        </p:nvSpPr>
        <p:spPr bwMode="auto">
          <a:xfrm flipH="1">
            <a:off x="6172200" y="5029200"/>
            <a:ext cx="3810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60" name="Line 88"/>
          <p:cNvSpPr>
            <a:spLocks noChangeShapeType="1"/>
          </p:cNvSpPr>
          <p:nvPr/>
        </p:nvSpPr>
        <p:spPr bwMode="auto">
          <a:xfrm flipH="1" flipV="1">
            <a:off x="5029200" y="4724400"/>
            <a:ext cx="1143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61" name="Line 89"/>
          <p:cNvSpPr>
            <a:spLocks noChangeShapeType="1"/>
          </p:cNvSpPr>
          <p:nvPr/>
        </p:nvSpPr>
        <p:spPr bwMode="auto">
          <a:xfrm flipV="1">
            <a:off x="5981700" y="4200525"/>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62" name="Line 90"/>
          <p:cNvSpPr>
            <a:spLocks noChangeShapeType="1"/>
          </p:cNvSpPr>
          <p:nvPr/>
        </p:nvSpPr>
        <p:spPr bwMode="auto">
          <a:xfrm>
            <a:off x="5943600" y="46482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63" name="Line 91"/>
          <p:cNvSpPr>
            <a:spLocks noChangeShapeType="1"/>
          </p:cNvSpPr>
          <p:nvPr/>
        </p:nvSpPr>
        <p:spPr bwMode="auto">
          <a:xfrm>
            <a:off x="5029200" y="4724400"/>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64" name="Line 92"/>
          <p:cNvSpPr>
            <a:spLocks noChangeShapeType="1"/>
          </p:cNvSpPr>
          <p:nvPr/>
        </p:nvSpPr>
        <p:spPr bwMode="auto">
          <a:xfrm>
            <a:off x="5029200" y="4724400"/>
            <a:ext cx="1524000" cy="30480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65" name="Line 93"/>
          <p:cNvSpPr>
            <a:spLocks noChangeShapeType="1"/>
          </p:cNvSpPr>
          <p:nvPr/>
        </p:nvSpPr>
        <p:spPr bwMode="auto">
          <a:xfrm flipV="1">
            <a:off x="5029200" y="4343400"/>
            <a:ext cx="1524000" cy="38100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66" name="Line 94"/>
          <p:cNvSpPr>
            <a:spLocks noChangeShapeType="1"/>
          </p:cNvSpPr>
          <p:nvPr/>
        </p:nvSpPr>
        <p:spPr bwMode="auto">
          <a:xfrm>
            <a:off x="7010400" y="3886200"/>
            <a:ext cx="1524000" cy="1524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67" name="Line 95"/>
          <p:cNvSpPr>
            <a:spLocks noChangeShapeType="1"/>
          </p:cNvSpPr>
          <p:nvPr/>
        </p:nvSpPr>
        <p:spPr bwMode="auto">
          <a:xfrm>
            <a:off x="6248400" y="4171950"/>
            <a:ext cx="10668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68" name="Line 96"/>
          <p:cNvSpPr>
            <a:spLocks noChangeShapeType="1"/>
          </p:cNvSpPr>
          <p:nvPr/>
        </p:nvSpPr>
        <p:spPr bwMode="auto">
          <a:xfrm>
            <a:off x="6553200" y="4343400"/>
            <a:ext cx="9144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69" name="Line 97"/>
          <p:cNvSpPr>
            <a:spLocks noChangeShapeType="1"/>
          </p:cNvSpPr>
          <p:nvPr/>
        </p:nvSpPr>
        <p:spPr bwMode="auto">
          <a:xfrm>
            <a:off x="6324600" y="4705350"/>
            <a:ext cx="15240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70" name="Line 98"/>
          <p:cNvSpPr>
            <a:spLocks noChangeShapeType="1"/>
          </p:cNvSpPr>
          <p:nvPr/>
        </p:nvSpPr>
        <p:spPr bwMode="auto">
          <a:xfrm>
            <a:off x="6553200" y="5048250"/>
            <a:ext cx="16002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71" name="Line 99"/>
          <p:cNvSpPr>
            <a:spLocks noChangeShapeType="1"/>
          </p:cNvSpPr>
          <p:nvPr/>
        </p:nvSpPr>
        <p:spPr bwMode="auto">
          <a:xfrm>
            <a:off x="6172200" y="5248275"/>
            <a:ext cx="22098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72" name="Line 100"/>
          <p:cNvSpPr>
            <a:spLocks noChangeShapeType="1"/>
          </p:cNvSpPr>
          <p:nvPr/>
        </p:nvSpPr>
        <p:spPr bwMode="auto">
          <a:xfrm flipV="1">
            <a:off x="7296150" y="2209800"/>
            <a:ext cx="0" cy="19812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73" name="Line 101"/>
          <p:cNvSpPr>
            <a:spLocks noChangeShapeType="1"/>
          </p:cNvSpPr>
          <p:nvPr/>
        </p:nvSpPr>
        <p:spPr bwMode="auto">
          <a:xfrm flipV="1">
            <a:off x="7486650" y="2209800"/>
            <a:ext cx="0" cy="2133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74" name="Line 102"/>
          <p:cNvSpPr>
            <a:spLocks noChangeShapeType="1"/>
          </p:cNvSpPr>
          <p:nvPr/>
        </p:nvSpPr>
        <p:spPr bwMode="auto">
          <a:xfrm flipV="1">
            <a:off x="7820025" y="2238375"/>
            <a:ext cx="0" cy="24384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75" name="Line 103"/>
          <p:cNvSpPr>
            <a:spLocks noChangeShapeType="1"/>
          </p:cNvSpPr>
          <p:nvPr/>
        </p:nvSpPr>
        <p:spPr bwMode="auto">
          <a:xfrm flipV="1">
            <a:off x="8172450" y="2209800"/>
            <a:ext cx="0" cy="28194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76" name="Line 104"/>
          <p:cNvSpPr>
            <a:spLocks noChangeShapeType="1"/>
          </p:cNvSpPr>
          <p:nvPr/>
        </p:nvSpPr>
        <p:spPr bwMode="auto">
          <a:xfrm flipV="1">
            <a:off x="8372475" y="2209800"/>
            <a:ext cx="0" cy="30480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77" name="Line 105"/>
          <p:cNvSpPr>
            <a:spLocks noChangeShapeType="1"/>
          </p:cNvSpPr>
          <p:nvPr/>
        </p:nvSpPr>
        <p:spPr bwMode="auto">
          <a:xfrm>
            <a:off x="6019800" y="2362200"/>
            <a:ext cx="24384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78" name="Line 106"/>
          <p:cNvSpPr>
            <a:spLocks noChangeShapeType="1"/>
          </p:cNvSpPr>
          <p:nvPr/>
        </p:nvSpPr>
        <p:spPr bwMode="auto">
          <a:xfrm>
            <a:off x="6238875" y="2686050"/>
            <a:ext cx="22098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79" name="Line 107"/>
          <p:cNvSpPr>
            <a:spLocks noChangeShapeType="1"/>
          </p:cNvSpPr>
          <p:nvPr/>
        </p:nvSpPr>
        <p:spPr bwMode="auto">
          <a:xfrm>
            <a:off x="6477000" y="3200400"/>
            <a:ext cx="19812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80" name="Line 108"/>
          <p:cNvSpPr>
            <a:spLocks noChangeShapeType="1"/>
          </p:cNvSpPr>
          <p:nvPr/>
        </p:nvSpPr>
        <p:spPr bwMode="auto">
          <a:xfrm>
            <a:off x="5029200" y="3581400"/>
            <a:ext cx="34290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81" name="Oval 109"/>
          <p:cNvSpPr>
            <a:spLocks noChangeArrowheads="1"/>
          </p:cNvSpPr>
          <p:nvPr/>
        </p:nvSpPr>
        <p:spPr bwMode="auto">
          <a:xfrm>
            <a:off x="7448550" y="31623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8782" name="Oval 110"/>
          <p:cNvSpPr>
            <a:spLocks noChangeArrowheads="1"/>
          </p:cNvSpPr>
          <p:nvPr/>
        </p:nvSpPr>
        <p:spPr bwMode="auto">
          <a:xfrm>
            <a:off x="8134350" y="31623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8783" name="Oval 111"/>
          <p:cNvSpPr>
            <a:spLocks noChangeArrowheads="1"/>
          </p:cNvSpPr>
          <p:nvPr/>
        </p:nvSpPr>
        <p:spPr bwMode="auto">
          <a:xfrm>
            <a:off x="8324850" y="2638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8784" name="Oval 112"/>
          <p:cNvSpPr>
            <a:spLocks noChangeArrowheads="1"/>
          </p:cNvSpPr>
          <p:nvPr/>
        </p:nvSpPr>
        <p:spPr bwMode="auto">
          <a:xfrm>
            <a:off x="7772400" y="23145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8785" name="Oval 113"/>
          <p:cNvSpPr>
            <a:spLocks noChangeArrowheads="1"/>
          </p:cNvSpPr>
          <p:nvPr/>
        </p:nvSpPr>
        <p:spPr bwMode="auto">
          <a:xfrm>
            <a:off x="7239000" y="26479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8786" name="Oval 114"/>
          <p:cNvSpPr>
            <a:spLocks noChangeArrowheads="1"/>
          </p:cNvSpPr>
          <p:nvPr/>
        </p:nvSpPr>
        <p:spPr bwMode="auto">
          <a:xfrm>
            <a:off x="7772400" y="3505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8787" name="Text Box 115"/>
          <p:cNvSpPr txBox="1">
            <a:spLocks noChangeArrowheads="1"/>
          </p:cNvSpPr>
          <p:nvPr/>
        </p:nvSpPr>
        <p:spPr bwMode="auto">
          <a:xfrm>
            <a:off x="7181850" y="3124200"/>
            <a:ext cx="36740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28788" name="Text Box 116"/>
          <p:cNvSpPr txBox="1">
            <a:spLocks noChangeArrowheads="1"/>
          </p:cNvSpPr>
          <p:nvPr/>
        </p:nvSpPr>
        <p:spPr bwMode="auto">
          <a:xfrm>
            <a:off x="6934200" y="2514600"/>
            <a:ext cx="36740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p>
        </p:txBody>
      </p:sp>
      <p:sp>
        <p:nvSpPr>
          <p:cNvPr id="28789" name="Text Box 117"/>
          <p:cNvSpPr txBox="1">
            <a:spLocks noChangeArrowheads="1"/>
          </p:cNvSpPr>
          <p:nvPr/>
        </p:nvSpPr>
        <p:spPr bwMode="auto">
          <a:xfrm>
            <a:off x="7620000" y="2057400"/>
            <a:ext cx="3786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p>
        </p:txBody>
      </p:sp>
      <p:sp>
        <p:nvSpPr>
          <p:cNvPr id="28790" name="Text Box 118"/>
          <p:cNvSpPr txBox="1">
            <a:spLocks noChangeArrowheads="1"/>
          </p:cNvSpPr>
          <p:nvPr/>
        </p:nvSpPr>
        <p:spPr bwMode="auto">
          <a:xfrm>
            <a:off x="8305800" y="2514600"/>
            <a:ext cx="36740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28791" name="Text Box 119"/>
          <p:cNvSpPr txBox="1">
            <a:spLocks noChangeArrowheads="1"/>
          </p:cNvSpPr>
          <p:nvPr/>
        </p:nvSpPr>
        <p:spPr bwMode="auto">
          <a:xfrm>
            <a:off x="8153400" y="3124200"/>
            <a:ext cx="3786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28792" name="Line 120"/>
          <p:cNvSpPr>
            <a:spLocks noChangeShapeType="1"/>
          </p:cNvSpPr>
          <p:nvPr/>
        </p:nvSpPr>
        <p:spPr bwMode="auto">
          <a:xfrm flipV="1">
            <a:off x="7848600" y="32004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93" name="Line 121"/>
          <p:cNvSpPr>
            <a:spLocks noChangeShapeType="1"/>
          </p:cNvSpPr>
          <p:nvPr/>
        </p:nvSpPr>
        <p:spPr bwMode="auto">
          <a:xfrm flipV="1">
            <a:off x="8229600" y="2667000"/>
            <a:ext cx="152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94" name="Line 122"/>
          <p:cNvSpPr>
            <a:spLocks noChangeShapeType="1"/>
          </p:cNvSpPr>
          <p:nvPr/>
        </p:nvSpPr>
        <p:spPr bwMode="auto">
          <a:xfrm flipH="1" flipV="1">
            <a:off x="7848600" y="23622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95" name="Line 123"/>
          <p:cNvSpPr>
            <a:spLocks noChangeShapeType="1"/>
          </p:cNvSpPr>
          <p:nvPr/>
        </p:nvSpPr>
        <p:spPr bwMode="auto">
          <a:xfrm flipH="1">
            <a:off x="7239000" y="2362200"/>
            <a:ext cx="609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96" name="Line 124"/>
          <p:cNvSpPr>
            <a:spLocks noChangeShapeType="1"/>
          </p:cNvSpPr>
          <p:nvPr/>
        </p:nvSpPr>
        <p:spPr bwMode="auto">
          <a:xfrm>
            <a:off x="7315200" y="2667000"/>
            <a:ext cx="152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97" name="Line 125"/>
          <p:cNvSpPr>
            <a:spLocks noChangeShapeType="1"/>
          </p:cNvSpPr>
          <p:nvPr/>
        </p:nvSpPr>
        <p:spPr bwMode="auto">
          <a:xfrm>
            <a:off x="7467600" y="32004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98" name="Line 126"/>
          <p:cNvSpPr>
            <a:spLocks noChangeShapeType="1"/>
          </p:cNvSpPr>
          <p:nvPr/>
        </p:nvSpPr>
        <p:spPr bwMode="auto">
          <a:xfrm>
            <a:off x="7315200" y="2667000"/>
            <a:ext cx="5334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799" name="Line 127"/>
          <p:cNvSpPr>
            <a:spLocks noChangeShapeType="1"/>
          </p:cNvSpPr>
          <p:nvPr/>
        </p:nvSpPr>
        <p:spPr bwMode="auto">
          <a:xfrm flipH="1">
            <a:off x="7848600" y="2667000"/>
            <a:ext cx="5334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800" name="Line 128"/>
          <p:cNvSpPr>
            <a:spLocks noChangeShapeType="1"/>
          </p:cNvSpPr>
          <p:nvPr/>
        </p:nvSpPr>
        <p:spPr bwMode="auto">
          <a:xfrm>
            <a:off x="7829550" y="2362200"/>
            <a:ext cx="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801" name="Line 129"/>
          <p:cNvSpPr>
            <a:spLocks noChangeShapeType="1"/>
          </p:cNvSpPr>
          <p:nvPr/>
        </p:nvSpPr>
        <p:spPr bwMode="auto">
          <a:xfrm>
            <a:off x="7467600" y="3200400"/>
            <a:ext cx="685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802" name="Line 130"/>
          <p:cNvSpPr>
            <a:spLocks noChangeShapeType="1"/>
          </p:cNvSpPr>
          <p:nvPr/>
        </p:nvSpPr>
        <p:spPr bwMode="auto">
          <a:xfrm>
            <a:off x="4714875" y="3038475"/>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28803" name="Text Box 131"/>
          <p:cNvSpPr txBox="1">
            <a:spLocks noChangeArrowheads="1"/>
          </p:cNvSpPr>
          <p:nvPr/>
        </p:nvSpPr>
        <p:spPr bwMode="auto">
          <a:xfrm>
            <a:off x="4394200" y="2855913"/>
            <a:ext cx="102463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900">
                <a:latin typeface="Times New Roman" panose="02020603050405020304" pitchFamily="18" charset="0"/>
              </a:rPr>
              <a:t>FOR SIDE VIEW</a:t>
            </a:r>
          </a:p>
        </p:txBody>
      </p:sp>
      <p:grpSp>
        <p:nvGrpSpPr>
          <p:cNvPr id="28804" name="Group 132"/>
          <p:cNvGrpSpPr>
            <a:grpSpLocks/>
          </p:cNvGrpSpPr>
          <p:nvPr/>
        </p:nvGrpSpPr>
        <p:grpSpPr bwMode="auto">
          <a:xfrm>
            <a:off x="114300" y="80962"/>
            <a:ext cx="3384550" cy="1570038"/>
            <a:chOff x="0" y="-21"/>
            <a:chExt cx="2132" cy="989"/>
          </a:xfrm>
        </p:grpSpPr>
        <p:sp>
          <p:nvSpPr>
            <p:cNvPr id="29" name="AutoShape 133"/>
            <p:cNvSpPr>
              <a:spLocks noChangeArrowheads="1"/>
            </p:cNvSpPr>
            <p:nvPr/>
          </p:nvSpPr>
          <p:spPr bwMode="auto">
            <a:xfrm>
              <a:off x="0" y="0"/>
              <a:ext cx="1920" cy="960"/>
            </a:xfrm>
            <a:prstGeom prst="wedgeRoundRectCallout">
              <a:avLst>
                <a:gd name="adj1" fmla="val 63125"/>
                <a:gd name="adj2" fmla="val 78125"/>
                <a:gd name="adj3" fmla="val 16667"/>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1600">
                <a:latin typeface="Times New Roman" panose="02020603050405020304" pitchFamily="18" charset="0"/>
              </a:endParaRPr>
            </a:p>
          </p:txBody>
        </p:sp>
        <p:sp>
          <p:nvSpPr>
            <p:cNvPr id="30" name="Text Box 134"/>
            <p:cNvSpPr txBox="1">
              <a:spLocks noChangeArrowheads="1"/>
            </p:cNvSpPr>
            <p:nvPr/>
          </p:nvSpPr>
          <p:spPr bwMode="auto">
            <a:xfrm>
              <a:off x="0" y="-21"/>
              <a:ext cx="2132"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dirty="0">
                  <a:solidFill>
                    <a:schemeClr val="accent2"/>
                  </a:solidFill>
                  <a:latin typeface="Times New Roman" panose="02020603050405020304" pitchFamily="18" charset="0"/>
                </a:rPr>
                <a:t>Problem 7:</a:t>
              </a:r>
              <a:r>
                <a:rPr lang="en-US" altLang="en-US" sz="1600" dirty="0">
                  <a:latin typeface="Times New Roman" panose="02020603050405020304" pitchFamily="18" charset="0"/>
                </a:rPr>
                <a:t> A pentagonal pyramid </a:t>
              </a:r>
            </a:p>
            <a:p>
              <a:pPr eaLnBrk="1" hangingPunct="1"/>
              <a:r>
                <a:rPr lang="en-US" altLang="en-US" sz="1600" dirty="0">
                  <a:latin typeface="Times New Roman" panose="02020603050405020304" pitchFamily="18" charset="0"/>
                </a:rPr>
                <a:t>30 mm base sides &amp; 60 mm long axis, </a:t>
              </a:r>
            </a:p>
            <a:p>
              <a:pPr eaLnBrk="1" hangingPunct="1"/>
              <a:r>
                <a:rPr lang="en-US" altLang="en-US" sz="1600" dirty="0">
                  <a:latin typeface="Times New Roman" panose="02020603050405020304" pitchFamily="18" charset="0"/>
                </a:rPr>
                <a:t>is freely suspended from one corner of</a:t>
              </a:r>
            </a:p>
            <a:p>
              <a:pPr eaLnBrk="1" hangingPunct="1"/>
              <a:r>
                <a:rPr lang="en-US" altLang="en-US" sz="1600" dirty="0">
                  <a:latin typeface="Times New Roman" panose="02020603050405020304" pitchFamily="18" charset="0"/>
                </a:rPr>
                <a:t> base so that a plane containing </a:t>
              </a:r>
              <a:r>
                <a:rPr lang="en-US" altLang="en-US" sz="1600" dirty="0" smtClean="0">
                  <a:latin typeface="Times New Roman" panose="02020603050405020304" pitchFamily="18" charset="0"/>
                </a:rPr>
                <a:t>it’s</a:t>
              </a:r>
            </a:p>
            <a:p>
              <a:pPr eaLnBrk="1" hangingPunct="1"/>
              <a:r>
                <a:rPr lang="en-US" altLang="en-US" sz="1600" dirty="0" smtClean="0">
                  <a:latin typeface="Times New Roman" panose="02020603050405020304" pitchFamily="18" charset="0"/>
                </a:rPr>
                <a:t>Axis remains </a:t>
              </a:r>
              <a:r>
                <a:rPr lang="en-US" altLang="en-US" sz="1600" dirty="0">
                  <a:latin typeface="Times New Roman" panose="02020603050405020304" pitchFamily="18" charset="0"/>
                </a:rPr>
                <a:t>parallel to </a:t>
              </a:r>
              <a:r>
                <a:rPr lang="en-US" altLang="en-US" sz="1600" dirty="0" err="1">
                  <a:latin typeface="Times New Roman" panose="02020603050405020304" pitchFamily="18" charset="0"/>
                </a:rPr>
                <a:t>Vp</a:t>
              </a:r>
              <a:r>
                <a:rPr lang="en-US" altLang="en-US" sz="1600" dirty="0">
                  <a:latin typeface="Times New Roman" panose="02020603050405020304" pitchFamily="18" charset="0"/>
                </a:rPr>
                <a:t>. </a:t>
              </a:r>
            </a:p>
            <a:p>
              <a:pPr eaLnBrk="1" hangingPunct="1"/>
              <a:r>
                <a:rPr lang="en-US" altLang="en-US" sz="1600" dirty="0">
                  <a:latin typeface="Times New Roman" panose="02020603050405020304" pitchFamily="18" charset="0"/>
                </a:rPr>
                <a:t>Draw it’s three views.  </a:t>
              </a:r>
            </a:p>
          </p:txBody>
        </p:sp>
      </p:grpSp>
      <p:grpSp>
        <p:nvGrpSpPr>
          <p:cNvPr id="28807" name="Group 135"/>
          <p:cNvGrpSpPr>
            <a:grpSpLocks/>
          </p:cNvGrpSpPr>
          <p:nvPr/>
        </p:nvGrpSpPr>
        <p:grpSpPr bwMode="auto">
          <a:xfrm>
            <a:off x="557213" y="3557588"/>
            <a:ext cx="2095500" cy="3693465"/>
            <a:chOff x="15" y="864"/>
            <a:chExt cx="1320" cy="3007"/>
          </a:xfrm>
        </p:grpSpPr>
        <p:sp>
          <p:nvSpPr>
            <p:cNvPr id="31" name="Rectangle 136"/>
            <p:cNvSpPr>
              <a:spLocks noChangeArrowheads="1"/>
            </p:cNvSpPr>
            <p:nvPr/>
          </p:nvSpPr>
          <p:spPr bwMode="auto">
            <a:xfrm>
              <a:off x="18" y="864"/>
              <a:ext cx="1248" cy="254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 name="Text Box 137"/>
            <p:cNvSpPr txBox="1">
              <a:spLocks noChangeArrowheads="1"/>
            </p:cNvSpPr>
            <p:nvPr/>
          </p:nvSpPr>
          <p:spPr bwMode="auto">
            <a:xfrm>
              <a:off x="15" y="864"/>
              <a:ext cx="1320" cy="3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smtClean="0">
                  <a:solidFill>
                    <a:srgbClr val="FF0000"/>
                  </a:solidFill>
                  <a:latin typeface="Times New Roman" panose="02020603050405020304" pitchFamily="18" charset="0"/>
                </a:rPr>
                <a:t>When </a:t>
              </a:r>
              <a:r>
                <a:rPr lang="en-US" altLang="en-US" b="1" dirty="0">
                  <a:solidFill>
                    <a:srgbClr val="FF0000"/>
                  </a:solidFill>
                  <a:latin typeface="Times New Roman" panose="02020603050405020304" pitchFamily="18" charset="0"/>
                </a:rPr>
                <a:t>a solid is </a:t>
              </a:r>
              <a:r>
                <a:rPr lang="en-US" altLang="en-US" b="1" dirty="0" smtClean="0">
                  <a:solidFill>
                    <a:srgbClr val="FF0000"/>
                  </a:solidFill>
                  <a:latin typeface="Times New Roman" panose="02020603050405020304" pitchFamily="18" charset="0"/>
                </a:rPr>
                <a:t>freely suspended </a:t>
              </a:r>
              <a:r>
                <a:rPr lang="en-US" altLang="en-US" b="1" dirty="0">
                  <a:solidFill>
                    <a:srgbClr val="FF0000"/>
                  </a:solidFill>
                  <a:latin typeface="Times New Roman" panose="02020603050405020304" pitchFamily="18" charset="0"/>
                </a:rPr>
                <a:t>from </a:t>
              </a:r>
              <a:r>
                <a:rPr lang="en-US" altLang="en-US" b="1" dirty="0" smtClean="0">
                  <a:solidFill>
                    <a:srgbClr val="FF0000"/>
                  </a:solidFill>
                  <a:latin typeface="Times New Roman" panose="02020603050405020304" pitchFamily="18" charset="0"/>
                </a:rPr>
                <a:t>a corner</a:t>
              </a:r>
              <a:r>
                <a:rPr lang="en-US" altLang="en-US" b="1" dirty="0">
                  <a:solidFill>
                    <a:srgbClr val="FF0000"/>
                  </a:solidFill>
                  <a:latin typeface="Times New Roman" panose="02020603050405020304" pitchFamily="18" charset="0"/>
                </a:rPr>
                <a:t>, then line joining point of contact &amp; C.G. remains vertical.</a:t>
              </a:r>
            </a:p>
            <a:p>
              <a:pPr eaLnBrk="1" hangingPunct="1"/>
              <a:r>
                <a:rPr lang="en-US" altLang="en-US" b="1" dirty="0">
                  <a:solidFill>
                    <a:srgbClr val="FF0000"/>
                  </a:solidFill>
                  <a:latin typeface="Times New Roman" panose="02020603050405020304" pitchFamily="18" charset="0"/>
                </a:rPr>
                <a:t>( Here axis shows  inclination with Hp</a:t>
              </a:r>
              <a:r>
                <a:rPr lang="en-US" altLang="en-US" b="1" dirty="0" smtClean="0">
                  <a:solidFill>
                    <a:srgbClr val="FF0000"/>
                  </a:solidFill>
                  <a:latin typeface="Times New Roman" panose="02020603050405020304" pitchFamily="18" charset="0"/>
                </a:rPr>
                <a:t>.) So </a:t>
              </a:r>
              <a:r>
                <a:rPr lang="en-US" altLang="en-US" b="1" dirty="0">
                  <a:solidFill>
                    <a:srgbClr val="FF0000"/>
                  </a:solidFill>
                  <a:latin typeface="Times New Roman" panose="02020603050405020304" pitchFamily="18" charset="0"/>
                </a:rPr>
                <a:t>in all such cases, assume solid standing on </a:t>
              </a:r>
              <a:r>
                <a:rPr lang="en-US" altLang="en-US" b="1" dirty="0" err="1">
                  <a:solidFill>
                    <a:srgbClr val="FF0000"/>
                  </a:solidFill>
                  <a:latin typeface="Times New Roman" panose="02020603050405020304" pitchFamily="18" charset="0"/>
                </a:rPr>
                <a:t>Hp</a:t>
              </a:r>
              <a:r>
                <a:rPr lang="en-US" altLang="en-US" b="1" dirty="0">
                  <a:solidFill>
                    <a:srgbClr val="FF0000"/>
                  </a:solidFill>
                  <a:latin typeface="Times New Roman" panose="02020603050405020304" pitchFamily="18" charset="0"/>
                </a:rPr>
                <a:t> initially.)</a:t>
              </a:r>
            </a:p>
            <a:p>
              <a:pPr eaLnBrk="1" hangingPunct="1"/>
              <a:endParaRPr lang="en-US" altLang="en-US" b="1" dirty="0">
                <a:solidFill>
                  <a:srgbClr val="FF0000"/>
                </a:solidFill>
                <a:latin typeface="Times New Roman" panose="02020603050405020304" pitchFamily="18" charset="0"/>
              </a:endParaRPr>
            </a:p>
          </p:txBody>
        </p:sp>
      </p:grpSp>
      <p:grpSp>
        <p:nvGrpSpPr>
          <p:cNvPr id="28810" name="Group 138"/>
          <p:cNvGrpSpPr>
            <a:grpSpLocks/>
          </p:cNvGrpSpPr>
          <p:nvPr/>
        </p:nvGrpSpPr>
        <p:grpSpPr bwMode="auto">
          <a:xfrm>
            <a:off x="3238500" y="-80963"/>
            <a:ext cx="5905500" cy="2062163"/>
            <a:chOff x="2040" y="-51"/>
            <a:chExt cx="3720" cy="1299"/>
          </a:xfrm>
        </p:grpSpPr>
        <p:sp>
          <p:nvSpPr>
            <p:cNvPr id="33" name="Rectangle 139"/>
            <p:cNvSpPr>
              <a:spLocks noChangeArrowheads="1"/>
            </p:cNvSpPr>
            <p:nvPr/>
          </p:nvSpPr>
          <p:spPr bwMode="auto">
            <a:xfrm>
              <a:off x="2064" y="0"/>
              <a:ext cx="3696" cy="1056"/>
            </a:xfrm>
            <a:prstGeom prst="rect">
              <a:avLst/>
            </a:prstGeom>
            <a:solidFill>
              <a:srgbClr val="CC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4" name="Text Box 140"/>
            <p:cNvSpPr txBox="1">
              <a:spLocks noChangeArrowheads="1"/>
            </p:cNvSpPr>
            <p:nvPr/>
          </p:nvSpPr>
          <p:spPr bwMode="auto">
            <a:xfrm>
              <a:off x="2040" y="-51"/>
              <a:ext cx="3696"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dirty="0" smtClean="0">
                  <a:latin typeface="Times New Roman" panose="02020603050405020304" pitchFamily="18" charset="0"/>
                </a:rPr>
                <a:t>In </a:t>
              </a:r>
              <a:r>
                <a:rPr lang="en-US" altLang="en-US" sz="1600" dirty="0">
                  <a:latin typeface="Times New Roman" panose="02020603050405020304" pitchFamily="18" charset="0"/>
                </a:rPr>
                <a:t>all suspended cases axis shows inclination with Hp. </a:t>
              </a:r>
            </a:p>
            <a:p>
              <a:pPr eaLnBrk="1" hangingPunct="1"/>
              <a:r>
                <a:rPr lang="en-US" altLang="en-US" sz="1600" dirty="0">
                  <a:latin typeface="Times New Roman" panose="02020603050405020304" pitchFamily="18" charset="0"/>
                </a:rPr>
                <a:t>1.Hence assuming it standing on </a:t>
              </a:r>
              <a:r>
                <a:rPr lang="en-US" altLang="en-US" sz="1600" dirty="0" err="1">
                  <a:latin typeface="Times New Roman" panose="02020603050405020304" pitchFamily="18" charset="0"/>
                </a:rPr>
                <a:t>Hp</a:t>
              </a:r>
              <a:r>
                <a:rPr lang="en-US" altLang="en-US" sz="1600" dirty="0">
                  <a:latin typeface="Times New Roman" panose="02020603050405020304" pitchFamily="18" charset="0"/>
                </a:rPr>
                <a:t>, drew </a:t>
              </a:r>
              <a:r>
                <a:rPr lang="en-US" altLang="en-US" sz="1600" dirty="0" err="1">
                  <a:latin typeface="Times New Roman" panose="02020603050405020304" pitchFamily="18" charset="0"/>
                </a:rPr>
                <a:t>Tv</a:t>
              </a:r>
              <a:r>
                <a:rPr lang="en-US" altLang="en-US" sz="1600" dirty="0">
                  <a:latin typeface="Times New Roman" panose="02020603050405020304" pitchFamily="18" charset="0"/>
                </a:rPr>
                <a:t> - a </a:t>
              </a:r>
              <a:r>
                <a:rPr lang="en-US" altLang="en-US" sz="1600" dirty="0" smtClean="0">
                  <a:latin typeface="Times New Roman" panose="02020603050405020304" pitchFamily="18" charset="0"/>
                </a:rPr>
                <a:t>regular </a:t>
              </a:r>
              <a:r>
                <a:rPr lang="en-US" altLang="en-US" sz="1600" dirty="0" err="1" smtClean="0">
                  <a:latin typeface="Times New Roman" panose="02020603050405020304" pitchFamily="18" charset="0"/>
                </a:rPr>
                <a:t>pentagon,corner</a:t>
              </a:r>
              <a:r>
                <a:rPr lang="en-US" altLang="en-US" sz="1600" dirty="0" smtClean="0">
                  <a:latin typeface="Times New Roman" panose="02020603050405020304" pitchFamily="18" charset="0"/>
                </a:rPr>
                <a:t> case. 2.Project </a:t>
              </a:r>
              <a:r>
                <a:rPr lang="en-US" altLang="en-US" sz="1600" dirty="0" err="1">
                  <a:latin typeface="Times New Roman" panose="02020603050405020304" pitchFamily="18" charset="0"/>
                </a:rPr>
                <a:t>Fv</a:t>
              </a:r>
              <a:r>
                <a:rPr lang="en-US" altLang="en-US" sz="1600" dirty="0">
                  <a:latin typeface="Times New Roman" panose="02020603050405020304" pitchFamily="18" charset="0"/>
                </a:rPr>
                <a:t> &amp; locate CG position </a:t>
              </a:r>
              <a:r>
                <a:rPr lang="en-US" altLang="en-US" sz="1600" dirty="0" smtClean="0">
                  <a:latin typeface="Times New Roman" panose="02020603050405020304" pitchFamily="18" charset="0"/>
                </a:rPr>
                <a:t>on axis </a:t>
              </a:r>
              <a:r>
                <a:rPr lang="en-US" altLang="en-US" sz="1600" dirty="0">
                  <a:latin typeface="Times New Roman" panose="02020603050405020304" pitchFamily="18" charset="0"/>
                </a:rPr>
                <a:t>– ( ¼ H from base.) and name g’ </a:t>
              </a:r>
              <a:r>
                <a:rPr lang="en-US" altLang="en-US" sz="1600" dirty="0" smtClean="0">
                  <a:latin typeface="Times New Roman" panose="02020603050405020304" pitchFamily="18" charset="0"/>
                </a:rPr>
                <a:t>and    </a:t>
              </a:r>
              <a:r>
                <a:rPr lang="en-US" altLang="en-US" sz="1600" dirty="0">
                  <a:latin typeface="Times New Roman" panose="02020603050405020304" pitchFamily="18" charset="0"/>
                </a:rPr>
                <a:t>Join it with corner d’</a:t>
              </a:r>
            </a:p>
            <a:p>
              <a:pPr eaLnBrk="1" hangingPunct="1"/>
              <a:r>
                <a:rPr lang="en-US" altLang="en-US" sz="1600" dirty="0">
                  <a:latin typeface="Times New Roman" panose="02020603050405020304" pitchFamily="18" charset="0"/>
                </a:rPr>
                <a:t>3.As 2</a:t>
              </a:r>
              <a:r>
                <a:rPr lang="en-US" altLang="en-US" sz="1600" baseline="30000" dirty="0">
                  <a:latin typeface="Times New Roman" panose="02020603050405020304" pitchFamily="18" charset="0"/>
                </a:rPr>
                <a:t>nd</a:t>
              </a:r>
              <a:r>
                <a:rPr lang="en-US" altLang="en-US" sz="1600" dirty="0">
                  <a:latin typeface="Times New Roman" panose="02020603050405020304" pitchFamily="18" charset="0"/>
                </a:rPr>
                <a:t> </a:t>
              </a:r>
              <a:r>
                <a:rPr lang="en-US" altLang="en-US" sz="1600" dirty="0" err="1">
                  <a:latin typeface="Times New Roman" panose="02020603050405020304" pitchFamily="18" charset="0"/>
                </a:rPr>
                <a:t>Fv</a:t>
              </a:r>
              <a:r>
                <a:rPr lang="en-US" altLang="en-US" sz="1600" dirty="0">
                  <a:latin typeface="Times New Roman" panose="02020603050405020304" pitchFamily="18" charset="0"/>
                </a:rPr>
                <a:t>, redraw first keeping line </a:t>
              </a:r>
              <a:r>
                <a:rPr lang="en-US" altLang="en-US" sz="1600" dirty="0" err="1">
                  <a:solidFill>
                    <a:srgbClr val="FF0000"/>
                  </a:solidFill>
                  <a:latin typeface="Times New Roman" panose="02020603050405020304" pitchFamily="18" charset="0"/>
                </a:rPr>
                <a:t>g’d</a:t>
              </a:r>
              <a:r>
                <a:rPr lang="en-US" altLang="en-US" sz="1600" dirty="0">
                  <a:solidFill>
                    <a:srgbClr val="FF0000"/>
                  </a:solidFill>
                  <a:latin typeface="Times New Roman" panose="02020603050405020304" pitchFamily="18" charset="0"/>
                </a:rPr>
                <a:t>’ </a:t>
              </a:r>
              <a:r>
                <a:rPr lang="en-US" altLang="en-US" sz="1600" dirty="0">
                  <a:latin typeface="Times New Roman" panose="02020603050405020304" pitchFamily="18" charset="0"/>
                </a:rPr>
                <a:t>vertical.</a:t>
              </a:r>
            </a:p>
            <a:p>
              <a:pPr eaLnBrk="1" hangingPunct="1"/>
              <a:r>
                <a:rPr lang="en-US" altLang="en-US" sz="1600" dirty="0">
                  <a:latin typeface="Times New Roman" panose="02020603050405020304" pitchFamily="18" charset="0"/>
                </a:rPr>
                <a:t>4.As usual project corresponding </a:t>
              </a:r>
              <a:r>
                <a:rPr lang="en-US" altLang="en-US" sz="1600" dirty="0" err="1">
                  <a:latin typeface="Times New Roman" panose="02020603050405020304" pitchFamily="18" charset="0"/>
                </a:rPr>
                <a:t>Tv</a:t>
              </a:r>
              <a:r>
                <a:rPr lang="en-US" altLang="en-US" sz="1600" dirty="0">
                  <a:latin typeface="Times New Roman" panose="02020603050405020304" pitchFamily="18" charset="0"/>
                </a:rPr>
                <a:t> and then Side View looking from.</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nodeType="clickEffect">
                                  <p:stCondLst>
                                    <p:cond delay="0"/>
                                  </p:stCondLst>
                                  <p:childTnLst>
                                    <p:set>
                                      <p:cBhvr>
                                        <p:cTn id="6" dur="1" fill="hold">
                                          <p:stCondLst>
                                            <p:cond delay="0"/>
                                          </p:stCondLst>
                                        </p:cTn>
                                        <p:tgtEl>
                                          <p:spTgt spid="28804"/>
                                        </p:tgtEl>
                                        <p:attrNameLst>
                                          <p:attrName>style.visibility</p:attrName>
                                        </p:attrNameLst>
                                      </p:cBhvr>
                                      <p:to>
                                        <p:strVal val="visible"/>
                                      </p:to>
                                    </p:set>
                                    <p:anim calcmode="lin" valueType="num">
                                      <p:cBhvr additive="base">
                                        <p:cTn id="7" dur="500" fill="hold"/>
                                        <p:tgtEl>
                                          <p:spTgt spid="28804"/>
                                        </p:tgtEl>
                                        <p:attrNameLst>
                                          <p:attrName>ppt_x</p:attrName>
                                        </p:attrNameLst>
                                      </p:cBhvr>
                                      <p:tavLst>
                                        <p:tav tm="0">
                                          <p:val>
                                            <p:strVal val="1+#ppt_w/2"/>
                                          </p:val>
                                        </p:tav>
                                        <p:tav tm="100000">
                                          <p:val>
                                            <p:strVal val="#ppt_x"/>
                                          </p:val>
                                        </p:tav>
                                      </p:tavLst>
                                    </p:anim>
                                    <p:anim calcmode="lin" valueType="num">
                                      <p:cBhvr additive="base">
                                        <p:cTn id="8" dur="500" fill="hold"/>
                                        <p:tgtEl>
                                          <p:spTgt spid="2880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28807"/>
                                        </p:tgtEl>
                                        <p:attrNameLst>
                                          <p:attrName>style.visibility</p:attrName>
                                        </p:attrNameLst>
                                      </p:cBhvr>
                                      <p:to>
                                        <p:strVal val="visible"/>
                                      </p:to>
                                    </p:set>
                                    <p:anim calcmode="lin" valueType="num">
                                      <p:cBhvr>
                                        <p:cTn id="13" dur="500" fill="hold"/>
                                        <p:tgtEl>
                                          <p:spTgt spid="28807"/>
                                        </p:tgtEl>
                                        <p:attrNameLst>
                                          <p:attrName>ppt_w</p:attrName>
                                        </p:attrNameLst>
                                      </p:cBhvr>
                                      <p:tavLst>
                                        <p:tav tm="0">
                                          <p:val>
                                            <p:fltVal val="0"/>
                                          </p:val>
                                        </p:tav>
                                        <p:tav tm="100000">
                                          <p:val>
                                            <p:strVal val="#ppt_w"/>
                                          </p:val>
                                        </p:tav>
                                      </p:tavLst>
                                    </p:anim>
                                    <p:anim calcmode="lin" valueType="num">
                                      <p:cBhvr>
                                        <p:cTn id="14" dur="500" fill="hold"/>
                                        <p:tgtEl>
                                          <p:spTgt spid="28807"/>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2" fill="hold" nodeType="clickEffect">
                                  <p:stCondLst>
                                    <p:cond delay="0"/>
                                  </p:stCondLst>
                                  <p:childTnLst>
                                    <p:set>
                                      <p:cBhvr>
                                        <p:cTn id="18" dur="1" fill="hold">
                                          <p:stCondLst>
                                            <p:cond delay="0"/>
                                          </p:stCondLst>
                                        </p:cTn>
                                        <p:tgtEl>
                                          <p:spTgt spid="28810"/>
                                        </p:tgtEl>
                                        <p:attrNameLst>
                                          <p:attrName>style.visibility</p:attrName>
                                        </p:attrNameLst>
                                      </p:cBhvr>
                                      <p:to>
                                        <p:strVal val="visible"/>
                                      </p:to>
                                    </p:set>
                                    <p:anim calcmode="lin" valueType="num">
                                      <p:cBhvr additive="base">
                                        <p:cTn id="19" dur="500" fill="hold"/>
                                        <p:tgtEl>
                                          <p:spTgt spid="28810"/>
                                        </p:tgtEl>
                                        <p:attrNameLst>
                                          <p:attrName>ppt_x</p:attrName>
                                        </p:attrNameLst>
                                      </p:cBhvr>
                                      <p:tavLst>
                                        <p:tav tm="0">
                                          <p:val>
                                            <p:strVal val="0-#ppt_w/2"/>
                                          </p:val>
                                        </p:tav>
                                        <p:tav tm="100000">
                                          <p:val>
                                            <p:strVal val="#ppt_x"/>
                                          </p:val>
                                        </p:tav>
                                      </p:tavLst>
                                    </p:anim>
                                    <p:anim calcmode="lin" valueType="num">
                                      <p:cBhvr additive="base">
                                        <p:cTn id="20" dur="500" fill="hold"/>
                                        <p:tgtEl>
                                          <p:spTgt spid="2881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28675"/>
                                        </p:tgtEl>
                                        <p:attrNameLst>
                                          <p:attrName>style.visibility</p:attrName>
                                        </p:attrNameLst>
                                      </p:cBhvr>
                                      <p:to>
                                        <p:strVal val="visible"/>
                                      </p:to>
                                    </p:set>
                                    <p:anim calcmode="lin" valueType="num">
                                      <p:cBhvr>
                                        <p:cTn id="25" dur="500" fill="hold"/>
                                        <p:tgtEl>
                                          <p:spTgt spid="28675"/>
                                        </p:tgtEl>
                                        <p:attrNameLst>
                                          <p:attrName>ppt_w</p:attrName>
                                        </p:attrNameLst>
                                      </p:cBhvr>
                                      <p:tavLst>
                                        <p:tav tm="0">
                                          <p:val>
                                            <p:fltVal val="0"/>
                                          </p:val>
                                        </p:tav>
                                        <p:tav tm="100000">
                                          <p:val>
                                            <p:strVal val="#ppt_w"/>
                                          </p:val>
                                        </p:tav>
                                      </p:tavLst>
                                    </p:anim>
                                    <p:anim calcmode="lin" valueType="num">
                                      <p:cBhvr>
                                        <p:cTn id="26" dur="500" fill="hold"/>
                                        <p:tgtEl>
                                          <p:spTgt spid="28675"/>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8676"/>
                                        </p:tgtEl>
                                        <p:attrNameLst>
                                          <p:attrName>style.visibility</p:attrName>
                                        </p:attrNameLst>
                                      </p:cBhvr>
                                      <p:to>
                                        <p:strVal val="visible"/>
                                      </p:to>
                                    </p:set>
                                    <p:anim calcmode="lin" valueType="num">
                                      <p:cBhvr additive="base">
                                        <p:cTn id="31" dur="500" fill="hold"/>
                                        <p:tgtEl>
                                          <p:spTgt spid="28676"/>
                                        </p:tgtEl>
                                        <p:attrNameLst>
                                          <p:attrName>ppt_x</p:attrName>
                                        </p:attrNameLst>
                                      </p:cBhvr>
                                      <p:tavLst>
                                        <p:tav tm="0">
                                          <p:val>
                                            <p:strVal val="0-#ppt_w/2"/>
                                          </p:val>
                                        </p:tav>
                                        <p:tav tm="100000">
                                          <p:val>
                                            <p:strVal val="#ppt_x"/>
                                          </p:val>
                                        </p:tav>
                                      </p:tavLst>
                                    </p:anim>
                                    <p:anim calcmode="lin" valueType="num">
                                      <p:cBhvr additive="base">
                                        <p:cTn id="32" dur="500" fill="hold"/>
                                        <p:tgtEl>
                                          <p:spTgt spid="2867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8677"/>
                                        </p:tgtEl>
                                        <p:attrNameLst>
                                          <p:attrName>style.visibility</p:attrName>
                                        </p:attrNameLst>
                                      </p:cBhvr>
                                      <p:to>
                                        <p:strVal val="visible"/>
                                      </p:to>
                                    </p:set>
                                    <p:anim calcmode="lin" valueType="num">
                                      <p:cBhvr additive="base">
                                        <p:cTn id="37" dur="500" fill="hold"/>
                                        <p:tgtEl>
                                          <p:spTgt spid="28677"/>
                                        </p:tgtEl>
                                        <p:attrNameLst>
                                          <p:attrName>ppt_x</p:attrName>
                                        </p:attrNameLst>
                                      </p:cBhvr>
                                      <p:tavLst>
                                        <p:tav tm="0">
                                          <p:val>
                                            <p:strVal val="1+#ppt_w/2"/>
                                          </p:val>
                                        </p:tav>
                                        <p:tav tm="100000">
                                          <p:val>
                                            <p:strVal val="#ppt_x"/>
                                          </p:val>
                                        </p:tav>
                                      </p:tavLst>
                                    </p:anim>
                                    <p:anim calcmode="lin" valueType="num">
                                      <p:cBhvr additive="base">
                                        <p:cTn id="38" dur="500" fill="hold"/>
                                        <p:tgtEl>
                                          <p:spTgt spid="28677"/>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8" fill="hold" grpId="0" nodeType="clickEffect">
                                  <p:stCondLst>
                                    <p:cond delay="0"/>
                                  </p:stCondLst>
                                  <p:childTnLst>
                                    <p:set>
                                      <p:cBhvr>
                                        <p:cTn id="42" dur="1" fill="hold">
                                          <p:stCondLst>
                                            <p:cond delay="0"/>
                                          </p:stCondLst>
                                        </p:cTn>
                                        <p:tgtEl>
                                          <p:spTgt spid="28674"/>
                                        </p:tgtEl>
                                        <p:attrNameLst>
                                          <p:attrName>style.visibility</p:attrName>
                                        </p:attrNameLst>
                                      </p:cBhvr>
                                      <p:to>
                                        <p:strVal val="visible"/>
                                      </p:to>
                                    </p:set>
                                    <p:anim calcmode="lin" valueType="num">
                                      <p:cBhvr>
                                        <p:cTn id="43" dur="500" fill="hold"/>
                                        <p:tgtEl>
                                          <p:spTgt spid="28674"/>
                                        </p:tgtEl>
                                        <p:attrNameLst>
                                          <p:attrName>ppt_x</p:attrName>
                                        </p:attrNameLst>
                                      </p:cBhvr>
                                      <p:tavLst>
                                        <p:tav tm="0">
                                          <p:val>
                                            <p:strVal val="#ppt_x-#ppt_w/2"/>
                                          </p:val>
                                        </p:tav>
                                        <p:tav tm="100000">
                                          <p:val>
                                            <p:strVal val="#ppt_x"/>
                                          </p:val>
                                        </p:tav>
                                      </p:tavLst>
                                    </p:anim>
                                    <p:anim calcmode="lin" valueType="num">
                                      <p:cBhvr>
                                        <p:cTn id="44" dur="500" fill="hold"/>
                                        <p:tgtEl>
                                          <p:spTgt spid="28674"/>
                                        </p:tgtEl>
                                        <p:attrNameLst>
                                          <p:attrName>ppt_y</p:attrName>
                                        </p:attrNameLst>
                                      </p:cBhvr>
                                      <p:tavLst>
                                        <p:tav tm="0">
                                          <p:val>
                                            <p:strVal val="#ppt_y"/>
                                          </p:val>
                                        </p:tav>
                                        <p:tav tm="100000">
                                          <p:val>
                                            <p:strVal val="#ppt_y"/>
                                          </p:val>
                                        </p:tav>
                                      </p:tavLst>
                                    </p:anim>
                                    <p:anim calcmode="lin" valueType="num">
                                      <p:cBhvr>
                                        <p:cTn id="45" dur="500" fill="hold"/>
                                        <p:tgtEl>
                                          <p:spTgt spid="28674"/>
                                        </p:tgtEl>
                                        <p:attrNameLst>
                                          <p:attrName>ppt_w</p:attrName>
                                        </p:attrNameLst>
                                      </p:cBhvr>
                                      <p:tavLst>
                                        <p:tav tm="0">
                                          <p:val>
                                            <p:fltVal val="0"/>
                                          </p:val>
                                        </p:tav>
                                        <p:tav tm="100000">
                                          <p:val>
                                            <p:strVal val="#ppt_w"/>
                                          </p:val>
                                        </p:tav>
                                      </p:tavLst>
                                    </p:anim>
                                    <p:anim calcmode="lin" valueType="num">
                                      <p:cBhvr>
                                        <p:cTn id="46" dur="500" fill="hold"/>
                                        <p:tgtEl>
                                          <p:spTgt spid="28674"/>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28679"/>
                                        </p:tgtEl>
                                        <p:attrNameLst>
                                          <p:attrName>style.visibility</p:attrName>
                                        </p:attrNameLst>
                                      </p:cBhvr>
                                      <p:to>
                                        <p:strVal val="visible"/>
                                      </p:to>
                                    </p:set>
                                    <p:anim calcmode="lin" valueType="num">
                                      <p:cBhvr>
                                        <p:cTn id="51" dur="500" fill="hold"/>
                                        <p:tgtEl>
                                          <p:spTgt spid="28679"/>
                                        </p:tgtEl>
                                        <p:attrNameLst>
                                          <p:attrName>ppt_w</p:attrName>
                                        </p:attrNameLst>
                                      </p:cBhvr>
                                      <p:tavLst>
                                        <p:tav tm="0">
                                          <p:val>
                                            <p:fltVal val="0"/>
                                          </p:val>
                                        </p:tav>
                                        <p:tav tm="100000">
                                          <p:val>
                                            <p:strVal val="#ppt_w"/>
                                          </p:val>
                                        </p:tav>
                                      </p:tavLst>
                                    </p:anim>
                                    <p:anim calcmode="lin" valueType="num">
                                      <p:cBhvr>
                                        <p:cTn id="52" dur="500" fill="hold"/>
                                        <p:tgtEl>
                                          <p:spTgt spid="28679"/>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grpId="0" nodeType="clickEffect">
                                  <p:stCondLst>
                                    <p:cond delay="0"/>
                                  </p:stCondLst>
                                  <p:childTnLst>
                                    <p:set>
                                      <p:cBhvr>
                                        <p:cTn id="56" dur="1" fill="hold">
                                          <p:stCondLst>
                                            <p:cond delay="0"/>
                                          </p:stCondLst>
                                        </p:cTn>
                                        <p:tgtEl>
                                          <p:spTgt spid="28680"/>
                                        </p:tgtEl>
                                        <p:attrNameLst>
                                          <p:attrName>style.visibility</p:attrName>
                                        </p:attrNameLst>
                                      </p:cBhvr>
                                      <p:to>
                                        <p:strVal val="visible"/>
                                      </p:to>
                                    </p:set>
                                    <p:anim calcmode="lin" valueType="num">
                                      <p:cBhvr>
                                        <p:cTn id="57" dur="500" fill="hold"/>
                                        <p:tgtEl>
                                          <p:spTgt spid="28680"/>
                                        </p:tgtEl>
                                        <p:attrNameLst>
                                          <p:attrName>ppt_w</p:attrName>
                                        </p:attrNameLst>
                                      </p:cBhvr>
                                      <p:tavLst>
                                        <p:tav tm="0">
                                          <p:val>
                                            <p:fltVal val="0"/>
                                          </p:val>
                                        </p:tav>
                                        <p:tav tm="100000">
                                          <p:val>
                                            <p:strVal val="#ppt_w"/>
                                          </p:val>
                                        </p:tav>
                                      </p:tavLst>
                                    </p:anim>
                                    <p:anim calcmode="lin" valueType="num">
                                      <p:cBhvr>
                                        <p:cTn id="58" dur="500" fill="hold"/>
                                        <p:tgtEl>
                                          <p:spTgt spid="28680"/>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8681"/>
                                        </p:tgtEl>
                                        <p:attrNameLst>
                                          <p:attrName>style.visibility</p:attrName>
                                        </p:attrNameLst>
                                      </p:cBhvr>
                                      <p:to>
                                        <p:strVal val="visible"/>
                                      </p:to>
                                    </p:set>
                                    <p:anim calcmode="lin" valueType="num">
                                      <p:cBhvr>
                                        <p:cTn id="63" dur="500" fill="hold"/>
                                        <p:tgtEl>
                                          <p:spTgt spid="28681"/>
                                        </p:tgtEl>
                                        <p:attrNameLst>
                                          <p:attrName>ppt_w</p:attrName>
                                        </p:attrNameLst>
                                      </p:cBhvr>
                                      <p:tavLst>
                                        <p:tav tm="0">
                                          <p:val>
                                            <p:fltVal val="0"/>
                                          </p:val>
                                        </p:tav>
                                        <p:tav tm="100000">
                                          <p:val>
                                            <p:strVal val="#ppt_w"/>
                                          </p:val>
                                        </p:tav>
                                      </p:tavLst>
                                    </p:anim>
                                    <p:anim calcmode="lin" valueType="num">
                                      <p:cBhvr>
                                        <p:cTn id="64" dur="500" fill="hold"/>
                                        <p:tgtEl>
                                          <p:spTgt spid="28681"/>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16" fill="hold" grpId="0" nodeType="clickEffect">
                                  <p:stCondLst>
                                    <p:cond delay="0"/>
                                  </p:stCondLst>
                                  <p:childTnLst>
                                    <p:set>
                                      <p:cBhvr>
                                        <p:cTn id="68" dur="1" fill="hold">
                                          <p:stCondLst>
                                            <p:cond delay="0"/>
                                          </p:stCondLst>
                                        </p:cTn>
                                        <p:tgtEl>
                                          <p:spTgt spid="28682"/>
                                        </p:tgtEl>
                                        <p:attrNameLst>
                                          <p:attrName>style.visibility</p:attrName>
                                        </p:attrNameLst>
                                      </p:cBhvr>
                                      <p:to>
                                        <p:strVal val="visible"/>
                                      </p:to>
                                    </p:set>
                                    <p:anim calcmode="lin" valueType="num">
                                      <p:cBhvr>
                                        <p:cTn id="69" dur="500" fill="hold"/>
                                        <p:tgtEl>
                                          <p:spTgt spid="28682"/>
                                        </p:tgtEl>
                                        <p:attrNameLst>
                                          <p:attrName>ppt_w</p:attrName>
                                        </p:attrNameLst>
                                      </p:cBhvr>
                                      <p:tavLst>
                                        <p:tav tm="0">
                                          <p:val>
                                            <p:fltVal val="0"/>
                                          </p:val>
                                        </p:tav>
                                        <p:tav tm="100000">
                                          <p:val>
                                            <p:strVal val="#ppt_w"/>
                                          </p:val>
                                        </p:tav>
                                      </p:tavLst>
                                    </p:anim>
                                    <p:anim calcmode="lin" valueType="num">
                                      <p:cBhvr>
                                        <p:cTn id="70" dur="500" fill="hold"/>
                                        <p:tgtEl>
                                          <p:spTgt spid="28682"/>
                                        </p:tgtEl>
                                        <p:attrNameLst>
                                          <p:attrName>ppt_h</p:attrName>
                                        </p:attrNameLst>
                                      </p:cBhvr>
                                      <p:tavLst>
                                        <p:tav tm="0">
                                          <p:val>
                                            <p:fltVal val="0"/>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3" presetClass="entr" presetSubtype="16" fill="hold" grpId="0" nodeType="clickEffect">
                                  <p:stCondLst>
                                    <p:cond delay="0"/>
                                  </p:stCondLst>
                                  <p:childTnLst>
                                    <p:set>
                                      <p:cBhvr>
                                        <p:cTn id="74" dur="1" fill="hold">
                                          <p:stCondLst>
                                            <p:cond delay="0"/>
                                          </p:stCondLst>
                                        </p:cTn>
                                        <p:tgtEl>
                                          <p:spTgt spid="28678"/>
                                        </p:tgtEl>
                                        <p:attrNameLst>
                                          <p:attrName>style.visibility</p:attrName>
                                        </p:attrNameLst>
                                      </p:cBhvr>
                                      <p:to>
                                        <p:strVal val="visible"/>
                                      </p:to>
                                    </p:set>
                                    <p:anim calcmode="lin" valueType="num">
                                      <p:cBhvr>
                                        <p:cTn id="75" dur="500" fill="hold"/>
                                        <p:tgtEl>
                                          <p:spTgt spid="28678"/>
                                        </p:tgtEl>
                                        <p:attrNameLst>
                                          <p:attrName>ppt_w</p:attrName>
                                        </p:attrNameLst>
                                      </p:cBhvr>
                                      <p:tavLst>
                                        <p:tav tm="0">
                                          <p:val>
                                            <p:fltVal val="0"/>
                                          </p:val>
                                        </p:tav>
                                        <p:tav tm="100000">
                                          <p:val>
                                            <p:strVal val="#ppt_w"/>
                                          </p:val>
                                        </p:tav>
                                      </p:tavLst>
                                    </p:anim>
                                    <p:anim calcmode="lin" valueType="num">
                                      <p:cBhvr>
                                        <p:cTn id="76" dur="500" fill="hold"/>
                                        <p:tgtEl>
                                          <p:spTgt spid="28678"/>
                                        </p:tgtEl>
                                        <p:attrNameLst>
                                          <p:attrName>ppt_h</p:attrName>
                                        </p:attrNameLst>
                                      </p:cBhvr>
                                      <p:tavLst>
                                        <p:tav tm="0">
                                          <p:val>
                                            <p:fltVal val="0"/>
                                          </p:val>
                                        </p:tav>
                                        <p:tav tm="100000">
                                          <p:val>
                                            <p:strVal val="#ppt_h"/>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28697"/>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7" presetClass="entr" presetSubtype="4" fill="hold" grpId="0" nodeType="clickEffect">
                                  <p:stCondLst>
                                    <p:cond delay="0"/>
                                  </p:stCondLst>
                                  <p:childTnLst>
                                    <p:set>
                                      <p:cBhvr>
                                        <p:cTn id="84" dur="1" fill="hold">
                                          <p:stCondLst>
                                            <p:cond delay="0"/>
                                          </p:stCondLst>
                                        </p:cTn>
                                        <p:tgtEl>
                                          <p:spTgt spid="28683"/>
                                        </p:tgtEl>
                                        <p:attrNameLst>
                                          <p:attrName>style.visibility</p:attrName>
                                        </p:attrNameLst>
                                      </p:cBhvr>
                                      <p:to>
                                        <p:strVal val="visible"/>
                                      </p:to>
                                    </p:set>
                                    <p:anim calcmode="lin" valueType="num">
                                      <p:cBhvr>
                                        <p:cTn id="85" dur="500" fill="hold"/>
                                        <p:tgtEl>
                                          <p:spTgt spid="28683"/>
                                        </p:tgtEl>
                                        <p:attrNameLst>
                                          <p:attrName>ppt_x</p:attrName>
                                        </p:attrNameLst>
                                      </p:cBhvr>
                                      <p:tavLst>
                                        <p:tav tm="0">
                                          <p:val>
                                            <p:strVal val="#ppt_x"/>
                                          </p:val>
                                        </p:tav>
                                        <p:tav tm="100000">
                                          <p:val>
                                            <p:strVal val="#ppt_x"/>
                                          </p:val>
                                        </p:tav>
                                      </p:tavLst>
                                    </p:anim>
                                    <p:anim calcmode="lin" valueType="num">
                                      <p:cBhvr>
                                        <p:cTn id="86" dur="500" fill="hold"/>
                                        <p:tgtEl>
                                          <p:spTgt spid="28683"/>
                                        </p:tgtEl>
                                        <p:attrNameLst>
                                          <p:attrName>ppt_y</p:attrName>
                                        </p:attrNameLst>
                                      </p:cBhvr>
                                      <p:tavLst>
                                        <p:tav tm="0">
                                          <p:val>
                                            <p:strVal val="#ppt_y+#ppt_h/2"/>
                                          </p:val>
                                        </p:tav>
                                        <p:tav tm="100000">
                                          <p:val>
                                            <p:strVal val="#ppt_y"/>
                                          </p:val>
                                        </p:tav>
                                      </p:tavLst>
                                    </p:anim>
                                    <p:anim calcmode="lin" valueType="num">
                                      <p:cBhvr>
                                        <p:cTn id="87" dur="500" fill="hold"/>
                                        <p:tgtEl>
                                          <p:spTgt spid="28683"/>
                                        </p:tgtEl>
                                        <p:attrNameLst>
                                          <p:attrName>ppt_w</p:attrName>
                                        </p:attrNameLst>
                                      </p:cBhvr>
                                      <p:tavLst>
                                        <p:tav tm="0">
                                          <p:val>
                                            <p:strVal val="#ppt_w"/>
                                          </p:val>
                                        </p:tav>
                                        <p:tav tm="100000">
                                          <p:val>
                                            <p:strVal val="#ppt_w"/>
                                          </p:val>
                                        </p:tav>
                                      </p:tavLst>
                                    </p:anim>
                                    <p:anim calcmode="lin" valueType="num">
                                      <p:cBhvr>
                                        <p:cTn id="88" dur="500" fill="hold"/>
                                        <p:tgtEl>
                                          <p:spTgt spid="28683"/>
                                        </p:tgtEl>
                                        <p:attrNameLst>
                                          <p:attrName>ppt_h</p:attrName>
                                        </p:attrNameLst>
                                      </p:cBhvr>
                                      <p:tavLst>
                                        <p:tav tm="0">
                                          <p:val>
                                            <p:fltVal val="0"/>
                                          </p:val>
                                        </p:tav>
                                        <p:tav tm="100000">
                                          <p:val>
                                            <p:strVal val="#ppt_h"/>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17" presetClass="entr" presetSubtype="4" fill="hold" grpId="0" nodeType="clickEffect">
                                  <p:stCondLst>
                                    <p:cond delay="0"/>
                                  </p:stCondLst>
                                  <p:childTnLst>
                                    <p:set>
                                      <p:cBhvr>
                                        <p:cTn id="92" dur="1" fill="hold">
                                          <p:stCondLst>
                                            <p:cond delay="0"/>
                                          </p:stCondLst>
                                        </p:cTn>
                                        <p:tgtEl>
                                          <p:spTgt spid="28684"/>
                                        </p:tgtEl>
                                        <p:attrNameLst>
                                          <p:attrName>style.visibility</p:attrName>
                                        </p:attrNameLst>
                                      </p:cBhvr>
                                      <p:to>
                                        <p:strVal val="visible"/>
                                      </p:to>
                                    </p:set>
                                    <p:anim calcmode="lin" valueType="num">
                                      <p:cBhvr>
                                        <p:cTn id="93" dur="500" fill="hold"/>
                                        <p:tgtEl>
                                          <p:spTgt spid="28684"/>
                                        </p:tgtEl>
                                        <p:attrNameLst>
                                          <p:attrName>ppt_x</p:attrName>
                                        </p:attrNameLst>
                                      </p:cBhvr>
                                      <p:tavLst>
                                        <p:tav tm="0">
                                          <p:val>
                                            <p:strVal val="#ppt_x"/>
                                          </p:val>
                                        </p:tav>
                                        <p:tav tm="100000">
                                          <p:val>
                                            <p:strVal val="#ppt_x"/>
                                          </p:val>
                                        </p:tav>
                                      </p:tavLst>
                                    </p:anim>
                                    <p:anim calcmode="lin" valueType="num">
                                      <p:cBhvr>
                                        <p:cTn id="94" dur="500" fill="hold"/>
                                        <p:tgtEl>
                                          <p:spTgt spid="28684"/>
                                        </p:tgtEl>
                                        <p:attrNameLst>
                                          <p:attrName>ppt_y</p:attrName>
                                        </p:attrNameLst>
                                      </p:cBhvr>
                                      <p:tavLst>
                                        <p:tav tm="0">
                                          <p:val>
                                            <p:strVal val="#ppt_y+#ppt_h/2"/>
                                          </p:val>
                                        </p:tav>
                                        <p:tav tm="100000">
                                          <p:val>
                                            <p:strVal val="#ppt_y"/>
                                          </p:val>
                                        </p:tav>
                                      </p:tavLst>
                                    </p:anim>
                                    <p:anim calcmode="lin" valueType="num">
                                      <p:cBhvr>
                                        <p:cTn id="95" dur="500" fill="hold"/>
                                        <p:tgtEl>
                                          <p:spTgt spid="28684"/>
                                        </p:tgtEl>
                                        <p:attrNameLst>
                                          <p:attrName>ppt_w</p:attrName>
                                        </p:attrNameLst>
                                      </p:cBhvr>
                                      <p:tavLst>
                                        <p:tav tm="0">
                                          <p:val>
                                            <p:strVal val="#ppt_w"/>
                                          </p:val>
                                        </p:tav>
                                        <p:tav tm="100000">
                                          <p:val>
                                            <p:strVal val="#ppt_w"/>
                                          </p:val>
                                        </p:tav>
                                      </p:tavLst>
                                    </p:anim>
                                    <p:anim calcmode="lin" valueType="num">
                                      <p:cBhvr>
                                        <p:cTn id="96" dur="500" fill="hold"/>
                                        <p:tgtEl>
                                          <p:spTgt spid="28684"/>
                                        </p:tgtEl>
                                        <p:attrNameLst>
                                          <p:attrName>ppt_h</p:attrName>
                                        </p:attrNameLst>
                                      </p:cBhvr>
                                      <p:tavLst>
                                        <p:tav tm="0">
                                          <p:val>
                                            <p:fltVal val="0"/>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7" presetClass="entr" presetSubtype="4" fill="hold" grpId="0" nodeType="clickEffect">
                                  <p:stCondLst>
                                    <p:cond delay="0"/>
                                  </p:stCondLst>
                                  <p:childTnLst>
                                    <p:set>
                                      <p:cBhvr>
                                        <p:cTn id="100" dur="1" fill="hold">
                                          <p:stCondLst>
                                            <p:cond delay="0"/>
                                          </p:stCondLst>
                                        </p:cTn>
                                        <p:tgtEl>
                                          <p:spTgt spid="28685"/>
                                        </p:tgtEl>
                                        <p:attrNameLst>
                                          <p:attrName>style.visibility</p:attrName>
                                        </p:attrNameLst>
                                      </p:cBhvr>
                                      <p:to>
                                        <p:strVal val="visible"/>
                                      </p:to>
                                    </p:set>
                                    <p:anim calcmode="lin" valueType="num">
                                      <p:cBhvr>
                                        <p:cTn id="101" dur="500" fill="hold"/>
                                        <p:tgtEl>
                                          <p:spTgt spid="28685"/>
                                        </p:tgtEl>
                                        <p:attrNameLst>
                                          <p:attrName>ppt_x</p:attrName>
                                        </p:attrNameLst>
                                      </p:cBhvr>
                                      <p:tavLst>
                                        <p:tav tm="0">
                                          <p:val>
                                            <p:strVal val="#ppt_x"/>
                                          </p:val>
                                        </p:tav>
                                        <p:tav tm="100000">
                                          <p:val>
                                            <p:strVal val="#ppt_x"/>
                                          </p:val>
                                        </p:tav>
                                      </p:tavLst>
                                    </p:anim>
                                    <p:anim calcmode="lin" valueType="num">
                                      <p:cBhvr>
                                        <p:cTn id="102" dur="500" fill="hold"/>
                                        <p:tgtEl>
                                          <p:spTgt spid="28685"/>
                                        </p:tgtEl>
                                        <p:attrNameLst>
                                          <p:attrName>ppt_y</p:attrName>
                                        </p:attrNameLst>
                                      </p:cBhvr>
                                      <p:tavLst>
                                        <p:tav tm="0">
                                          <p:val>
                                            <p:strVal val="#ppt_y+#ppt_h/2"/>
                                          </p:val>
                                        </p:tav>
                                        <p:tav tm="100000">
                                          <p:val>
                                            <p:strVal val="#ppt_y"/>
                                          </p:val>
                                        </p:tav>
                                      </p:tavLst>
                                    </p:anim>
                                    <p:anim calcmode="lin" valueType="num">
                                      <p:cBhvr>
                                        <p:cTn id="103" dur="500" fill="hold"/>
                                        <p:tgtEl>
                                          <p:spTgt spid="28685"/>
                                        </p:tgtEl>
                                        <p:attrNameLst>
                                          <p:attrName>ppt_w</p:attrName>
                                        </p:attrNameLst>
                                      </p:cBhvr>
                                      <p:tavLst>
                                        <p:tav tm="0">
                                          <p:val>
                                            <p:strVal val="#ppt_w"/>
                                          </p:val>
                                        </p:tav>
                                        <p:tav tm="100000">
                                          <p:val>
                                            <p:strVal val="#ppt_w"/>
                                          </p:val>
                                        </p:tav>
                                      </p:tavLst>
                                    </p:anim>
                                    <p:anim calcmode="lin" valueType="num">
                                      <p:cBhvr>
                                        <p:cTn id="104" dur="500" fill="hold"/>
                                        <p:tgtEl>
                                          <p:spTgt spid="28685"/>
                                        </p:tgtEl>
                                        <p:attrNameLst>
                                          <p:attrName>ppt_h</p:attrName>
                                        </p:attrNameLst>
                                      </p:cBhvr>
                                      <p:tavLst>
                                        <p:tav tm="0">
                                          <p:val>
                                            <p:fltVal val="0"/>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7" presetClass="entr" presetSubtype="4" fill="hold" grpId="0" nodeType="clickEffect">
                                  <p:stCondLst>
                                    <p:cond delay="0"/>
                                  </p:stCondLst>
                                  <p:childTnLst>
                                    <p:set>
                                      <p:cBhvr>
                                        <p:cTn id="108" dur="1" fill="hold">
                                          <p:stCondLst>
                                            <p:cond delay="0"/>
                                          </p:stCondLst>
                                        </p:cTn>
                                        <p:tgtEl>
                                          <p:spTgt spid="28686"/>
                                        </p:tgtEl>
                                        <p:attrNameLst>
                                          <p:attrName>style.visibility</p:attrName>
                                        </p:attrNameLst>
                                      </p:cBhvr>
                                      <p:to>
                                        <p:strVal val="visible"/>
                                      </p:to>
                                    </p:set>
                                    <p:anim calcmode="lin" valueType="num">
                                      <p:cBhvr>
                                        <p:cTn id="109" dur="500" fill="hold"/>
                                        <p:tgtEl>
                                          <p:spTgt spid="28686"/>
                                        </p:tgtEl>
                                        <p:attrNameLst>
                                          <p:attrName>ppt_x</p:attrName>
                                        </p:attrNameLst>
                                      </p:cBhvr>
                                      <p:tavLst>
                                        <p:tav tm="0">
                                          <p:val>
                                            <p:strVal val="#ppt_x"/>
                                          </p:val>
                                        </p:tav>
                                        <p:tav tm="100000">
                                          <p:val>
                                            <p:strVal val="#ppt_x"/>
                                          </p:val>
                                        </p:tav>
                                      </p:tavLst>
                                    </p:anim>
                                    <p:anim calcmode="lin" valueType="num">
                                      <p:cBhvr>
                                        <p:cTn id="110" dur="500" fill="hold"/>
                                        <p:tgtEl>
                                          <p:spTgt spid="28686"/>
                                        </p:tgtEl>
                                        <p:attrNameLst>
                                          <p:attrName>ppt_y</p:attrName>
                                        </p:attrNameLst>
                                      </p:cBhvr>
                                      <p:tavLst>
                                        <p:tav tm="0">
                                          <p:val>
                                            <p:strVal val="#ppt_y+#ppt_h/2"/>
                                          </p:val>
                                        </p:tav>
                                        <p:tav tm="100000">
                                          <p:val>
                                            <p:strVal val="#ppt_y"/>
                                          </p:val>
                                        </p:tav>
                                      </p:tavLst>
                                    </p:anim>
                                    <p:anim calcmode="lin" valueType="num">
                                      <p:cBhvr>
                                        <p:cTn id="111" dur="500" fill="hold"/>
                                        <p:tgtEl>
                                          <p:spTgt spid="28686"/>
                                        </p:tgtEl>
                                        <p:attrNameLst>
                                          <p:attrName>ppt_w</p:attrName>
                                        </p:attrNameLst>
                                      </p:cBhvr>
                                      <p:tavLst>
                                        <p:tav tm="0">
                                          <p:val>
                                            <p:strVal val="#ppt_w"/>
                                          </p:val>
                                        </p:tav>
                                        <p:tav tm="100000">
                                          <p:val>
                                            <p:strVal val="#ppt_w"/>
                                          </p:val>
                                        </p:tav>
                                      </p:tavLst>
                                    </p:anim>
                                    <p:anim calcmode="lin" valueType="num">
                                      <p:cBhvr>
                                        <p:cTn id="112" dur="500" fill="hold"/>
                                        <p:tgtEl>
                                          <p:spTgt spid="28686"/>
                                        </p:tgtEl>
                                        <p:attrNameLst>
                                          <p:attrName>ppt_h</p:attrName>
                                        </p:attrNameLst>
                                      </p:cBhvr>
                                      <p:tavLst>
                                        <p:tav tm="0">
                                          <p:val>
                                            <p:fltVal val="0"/>
                                          </p:val>
                                        </p:tav>
                                        <p:tav tm="100000">
                                          <p:val>
                                            <p:strVal val="#ppt_h"/>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7" presetClass="entr" presetSubtype="4" fill="hold" grpId="0" nodeType="clickEffect">
                                  <p:stCondLst>
                                    <p:cond delay="0"/>
                                  </p:stCondLst>
                                  <p:childTnLst>
                                    <p:set>
                                      <p:cBhvr>
                                        <p:cTn id="116" dur="1" fill="hold">
                                          <p:stCondLst>
                                            <p:cond delay="0"/>
                                          </p:stCondLst>
                                        </p:cTn>
                                        <p:tgtEl>
                                          <p:spTgt spid="28687"/>
                                        </p:tgtEl>
                                        <p:attrNameLst>
                                          <p:attrName>style.visibility</p:attrName>
                                        </p:attrNameLst>
                                      </p:cBhvr>
                                      <p:to>
                                        <p:strVal val="visible"/>
                                      </p:to>
                                    </p:set>
                                    <p:anim calcmode="lin" valueType="num">
                                      <p:cBhvr>
                                        <p:cTn id="117" dur="500" fill="hold"/>
                                        <p:tgtEl>
                                          <p:spTgt spid="28687"/>
                                        </p:tgtEl>
                                        <p:attrNameLst>
                                          <p:attrName>ppt_x</p:attrName>
                                        </p:attrNameLst>
                                      </p:cBhvr>
                                      <p:tavLst>
                                        <p:tav tm="0">
                                          <p:val>
                                            <p:strVal val="#ppt_x"/>
                                          </p:val>
                                        </p:tav>
                                        <p:tav tm="100000">
                                          <p:val>
                                            <p:strVal val="#ppt_x"/>
                                          </p:val>
                                        </p:tav>
                                      </p:tavLst>
                                    </p:anim>
                                    <p:anim calcmode="lin" valueType="num">
                                      <p:cBhvr>
                                        <p:cTn id="118" dur="500" fill="hold"/>
                                        <p:tgtEl>
                                          <p:spTgt spid="28687"/>
                                        </p:tgtEl>
                                        <p:attrNameLst>
                                          <p:attrName>ppt_y</p:attrName>
                                        </p:attrNameLst>
                                      </p:cBhvr>
                                      <p:tavLst>
                                        <p:tav tm="0">
                                          <p:val>
                                            <p:strVal val="#ppt_y+#ppt_h/2"/>
                                          </p:val>
                                        </p:tav>
                                        <p:tav tm="100000">
                                          <p:val>
                                            <p:strVal val="#ppt_y"/>
                                          </p:val>
                                        </p:tav>
                                      </p:tavLst>
                                    </p:anim>
                                    <p:anim calcmode="lin" valueType="num">
                                      <p:cBhvr>
                                        <p:cTn id="119" dur="500" fill="hold"/>
                                        <p:tgtEl>
                                          <p:spTgt spid="28687"/>
                                        </p:tgtEl>
                                        <p:attrNameLst>
                                          <p:attrName>ppt_w</p:attrName>
                                        </p:attrNameLst>
                                      </p:cBhvr>
                                      <p:tavLst>
                                        <p:tav tm="0">
                                          <p:val>
                                            <p:strVal val="#ppt_w"/>
                                          </p:val>
                                        </p:tav>
                                        <p:tav tm="100000">
                                          <p:val>
                                            <p:strVal val="#ppt_w"/>
                                          </p:val>
                                        </p:tav>
                                      </p:tavLst>
                                    </p:anim>
                                    <p:anim calcmode="lin" valueType="num">
                                      <p:cBhvr>
                                        <p:cTn id="120" dur="500" fill="hold"/>
                                        <p:tgtEl>
                                          <p:spTgt spid="28687"/>
                                        </p:tgtEl>
                                        <p:attrNameLst>
                                          <p:attrName>ppt_h</p:attrName>
                                        </p:attrNameLst>
                                      </p:cBhvr>
                                      <p:tavLst>
                                        <p:tav tm="0">
                                          <p:val>
                                            <p:fltVal val="0"/>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7" presetClass="entr" presetSubtype="4" fill="hold" grpId="0" nodeType="clickEffect">
                                  <p:stCondLst>
                                    <p:cond delay="0"/>
                                  </p:stCondLst>
                                  <p:childTnLst>
                                    <p:set>
                                      <p:cBhvr>
                                        <p:cTn id="124" dur="1" fill="hold">
                                          <p:stCondLst>
                                            <p:cond delay="0"/>
                                          </p:stCondLst>
                                        </p:cTn>
                                        <p:tgtEl>
                                          <p:spTgt spid="28688"/>
                                        </p:tgtEl>
                                        <p:attrNameLst>
                                          <p:attrName>style.visibility</p:attrName>
                                        </p:attrNameLst>
                                      </p:cBhvr>
                                      <p:to>
                                        <p:strVal val="visible"/>
                                      </p:to>
                                    </p:set>
                                    <p:anim calcmode="lin" valueType="num">
                                      <p:cBhvr>
                                        <p:cTn id="125" dur="500" fill="hold"/>
                                        <p:tgtEl>
                                          <p:spTgt spid="28688"/>
                                        </p:tgtEl>
                                        <p:attrNameLst>
                                          <p:attrName>ppt_x</p:attrName>
                                        </p:attrNameLst>
                                      </p:cBhvr>
                                      <p:tavLst>
                                        <p:tav tm="0">
                                          <p:val>
                                            <p:strVal val="#ppt_x"/>
                                          </p:val>
                                        </p:tav>
                                        <p:tav tm="100000">
                                          <p:val>
                                            <p:strVal val="#ppt_x"/>
                                          </p:val>
                                        </p:tav>
                                      </p:tavLst>
                                    </p:anim>
                                    <p:anim calcmode="lin" valueType="num">
                                      <p:cBhvr>
                                        <p:cTn id="126" dur="500" fill="hold"/>
                                        <p:tgtEl>
                                          <p:spTgt spid="28688"/>
                                        </p:tgtEl>
                                        <p:attrNameLst>
                                          <p:attrName>ppt_y</p:attrName>
                                        </p:attrNameLst>
                                      </p:cBhvr>
                                      <p:tavLst>
                                        <p:tav tm="0">
                                          <p:val>
                                            <p:strVal val="#ppt_y+#ppt_h/2"/>
                                          </p:val>
                                        </p:tav>
                                        <p:tav tm="100000">
                                          <p:val>
                                            <p:strVal val="#ppt_y"/>
                                          </p:val>
                                        </p:tav>
                                      </p:tavLst>
                                    </p:anim>
                                    <p:anim calcmode="lin" valueType="num">
                                      <p:cBhvr>
                                        <p:cTn id="127" dur="500" fill="hold"/>
                                        <p:tgtEl>
                                          <p:spTgt spid="28688"/>
                                        </p:tgtEl>
                                        <p:attrNameLst>
                                          <p:attrName>ppt_w</p:attrName>
                                        </p:attrNameLst>
                                      </p:cBhvr>
                                      <p:tavLst>
                                        <p:tav tm="0">
                                          <p:val>
                                            <p:strVal val="#ppt_w"/>
                                          </p:val>
                                        </p:tav>
                                        <p:tav tm="100000">
                                          <p:val>
                                            <p:strVal val="#ppt_w"/>
                                          </p:val>
                                        </p:tav>
                                      </p:tavLst>
                                    </p:anim>
                                    <p:anim calcmode="lin" valueType="num">
                                      <p:cBhvr>
                                        <p:cTn id="128" dur="500" fill="hold"/>
                                        <p:tgtEl>
                                          <p:spTgt spid="28688"/>
                                        </p:tgtEl>
                                        <p:attrNameLst>
                                          <p:attrName>ppt_h</p:attrName>
                                        </p:attrNameLst>
                                      </p:cBhvr>
                                      <p:tavLst>
                                        <p:tav tm="0">
                                          <p:val>
                                            <p:fltVal val="0"/>
                                          </p:val>
                                        </p:tav>
                                        <p:tav tm="100000">
                                          <p:val>
                                            <p:strVal val="#ppt_h"/>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7" presetClass="entr" presetSubtype="4" fill="hold" grpId="0" nodeType="clickEffect">
                                  <p:stCondLst>
                                    <p:cond delay="0"/>
                                  </p:stCondLst>
                                  <p:childTnLst>
                                    <p:set>
                                      <p:cBhvr>
                                        <p:cTn id="132" dur="1" fill="hold">
                                          <p:stCondLst>
                                            <p:cond delay="0"/>
                                          </p:stCondLst>
                                        </p:cTn>
                                        <p:tgtEl>
                                          <p:spTgt spid="28689"/>
                                        </p:tgtEl>
                                        <p:attrNameLst>
                                          <p:attrName>style.visibility</p:attrName>
                                        </p:attrNameLst>
                                      </p:cBhvr>
                                      <p:to>
                                        <p:strVal val="visible"/>
                                      </p:to>
                                    </p:set>
                                    <p:anim calcmode="lin" valueType="num">
                                      <p:cBhvr>
                                        <p:cTn id="133" dur="500" fill="hold"/>
                                        <p:tgtEl>
                                          <p:spTgt spid="28689"/>
                                        </p:tgtEl>
                                        <p:attrNameLst>
                                          <p:attrName>ppt_x</p:attrName>
                                        </p:attrNameLst>
                                      </p:cBhvr>
                                      <p:tavLst>
                                        <p:tav tm="0">
                                          <p:val>
                                            <p:strVal val="#ppt_x"/>
                                          </p:val>
                                        </p:tav>
                                        <p:tav tm="100000">
                                          <p:val>
                                            <p:strVal val="#ppt_x"/>
                                          </p:val>
                                        </p:tav>
                                      </p:tavLst>
                                    </p:anim>
                                    <p:anim calcmode="lin" valueType="num">
                                      <p:cBhvr>
                                        <p:cTn id="134" dur="500" fill="hold"/>
                                        <p:tgtEl>
                                          <p:spTgt spid="28689"/>
                                        </p:tgtEl>
                                        <p:attrNameLst>
                                          <p:attrName>ppt_y</p:attrName>
                                        </p:attrNameLst>
                                      </p:cBhvr>
                                      <p:tavLst>
                                        <p:tav tm="0">
                                          <p:val>
                                            <p:strVal val="#ppt_y+#ppt_h/2"/>
                                          </p:val>
                                        </p:tav>
                                        <p:tav tm="100000">
                                          <p:val>
                                            <p:strVal val="#ppt_y"/>
                                          </p:val>
                                        </p:tav>
                                      </p:tavLst>
                                    </p:anim>
                                    <p:anim calcmode="lin" valueType="num">
                                      <p:cBhvr>
                                        <p:cTn id="135" dur="500" fill="hold"/>
                                        <p:tgtEl>
                                          <p:spTgt spid="28689"/>
                                        </p:tgtEl>
                                        <p:attrNameLst>
                                          <p:attrName>ppt_w</p:attrName>
                                        </p:attrNameLst>
                                      </p:cBhvr>
                                      <p:tavLst>
                                        <p:tav tm="0">
                                          <p:val>
                                            <p:strVal val="#ppt_w"/>
                                          </p:val>
                                        </p:tav>
                                        <p:tav tm="100000">
                                          <p:val>
                                            <p:strVal val="#ppt_w"/>
                                          </p:val>
                                        </p:tav>
                                      </p:tavLst>
                                    </p:anim>
                                    <p:anim calcmode="lin" valueType="num">
                                      <p:cBhvr>
                                        <p:cTn id="136" dur="500" fill="hold"/>
                                        <p:tgtEl>
                                          <p:spTgt spid="28689"/>
                                        </p:tgtEl>
                                        <p:attrNameLst>
                                          <p:attrName>ppt_h</p:attrName>
                                        </p:attrNameLst>
                                      </p:cBhvr>
                                      <p:tavLst>
                                        <p:tav tm="0">
                                          <p:val>
                                            <p:fltVal val="0"/>
                                          </p:val>
                                        </p:tav>
                                        <p:tav tm="100000">
                                          <p:val>
                                            <p:strVal val="#ppt_h"/>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 presetClass="entr" presetSubtype="8" fill="hold" nodeType="clickEffect">
                                  <p:stCondLst>
                                    <p:cond delay="0"/>
                                  </p:stCondLst>
                                  <p:childTnLst>
                                    <p:set>
                                      <p:cBhvr>
                                        <p:cTn id="140" dur="1" fill="hold">
                                          <p:stCondLst>
                                            <p:cond delay="0"/>
                                          </p:stCondLst>
                                        </p:cTn>
                                        <p:tgtEl>
                                          <p:spTgt spid="28690"/>
                                        </p:tgtEl>
                                        <p:attrNameLst>
                                          <p:attrName>style.visibility</p:attrName>
                                        </p:attrNameLst>
                                      </p:cBhvr>
                                      <p:to>
                                        <p:strVal val="visible"/>
                                      </p:to>
                                    </p:set>
                                    <p:anim calcmode="lin" valueType="num">
                                      <p:cBhvr additive="base">
                                        <p:cTn id="141" dur="500" fill="hold"/>
                                        <p:tgtEl>
                                          <p:spTgt spid="28690"/>
                                        </p:tgtEl>
                                        <p:attrNameLst>
                                          <p:attrName>ppt_x</p:attrName>
                                        </p:attrNameLst>
                                      </p:cBhvr>
                                      <p:tavLst>
                                        <p:tav tm="0">
                                          <p:val>
                                            <p:strVal val="0-#ppt_w/2"/>
                                          </p:val>
                                        </p:tav>
                                        <p:tav tm="100000">
                                          <p:val>
                                            <p:strVal val="#ppt_x"/>
                                          </p:val>
                                        </p:tav>
                                      </p:tavLst>
                                    </p:anim>
                                    <p:anim calcmode="lin" valueType="num">
                                      <p:cBhvr additive="base">
                                        <p:cTn id="142" dur="500" fill="hold"/>
                                        <p:tgtEl>
                                          <p:spTgt spid="28690"/>
                                        </p:tgtEl>
                                        <p:attrNameLst>
                                          <p:attrName>ppt_y</p:attrName>
                                        </p:attrNameLst>
                                      </p:cBhvr>
                                      <p:tavLst>
                                        <p:tav tm="0">
                                          <p:val>
                                            <p:strVal val="#ppt_y"/>
                                          </p:val>
                                        </p:tav>
                                        <p:tav tm="100000">
                                          <p:val>
                                            <p:strVal val="#ppt_y"/>
                                          </p:val>
                                        </p:tav>
                                      </p:tavLst>
                                    </p:anim>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 presetClass="entr" presetSubtype="8" fill="hold" grpId="0" nodeType="clickEffect">
                                  <p:stCondLst>
                                    <p:cond delay="0"/>
                                  </p:stCondLst>
                                  <p:childTnLst>
                                    <p:set>
                                      <p:cBhvr>
                                        <p:cTn id="146" dur="1" fill="hold">
                                          <p:stCondLst>
                                            <p:cond delay="0"/>
                                          </p:stCondLst>
                                        </p:cTn>
                                        <p:tgtEl>
                                          <p:spTgt spid="28704"/>
                                        </p:tgtEl>
                                        <p:attrNameLst>
                                          <p:attrName>style.visibility</p:attrName>
                                        </p:attrNameLst>
                                      </p:cBhvr>
                                      <p:to>
                                        <p:strVal val="visible"/>
                                      </p:to>
                                    </p:set>
                                    <p:anim calcmode="lin" valueType="num">
                                      <p:cBhvr additive="base">
                                        <p:cTn id="147" dur="500" fill="hold"/>
                                        <p:tgtEl>
                                          <p:spTgt spid="28704"/>
                                        </p:tgtEl>
                                        <p:attrNameLst>
                                          <p:attrName>ppt_x</p:attrName>
                                        </p:attrNameLst>
                                      </p:cBhvr>
                                      <p:tavLst>
                                        <p:tav tm="0">
                                          <p:val>
                                            <p:strVal val="0-#ppt_w/2"/>
                                          </p:val>
                                        </p:tav>
                                        <p:tav tm="100000">
                                          <p:val>
                                            <p:strVal val="#ppt_x"/>
                                          </p:val>
                                        </p:tav>
                                      </p:tavLst>
                                    </p:anim>
                                    <p:anim calcmode="lin" valueType="num">
                                      <p:cBhvr additive="base">
                                        <p:cTn id="148" dur="500" fill="hold"/>
                                        <p:tgtEl>
                                          <p:spTgt spid="28704"/>
                                        </p:tgtEl>
                                        <p:attrNameLst>
                                          <p:attrName>ppt_y</p:attrName>
                                        </p:attrNameLst>
                                      </p:cBhvr>
                                      <p:tavLst>
                                        <p:tav tm="0">
                                          <p:val>
                                            <p:strVal val="#ppt_y"/>
                                          </p:val>
                                        </p:tav>
                                        <p:tav tm="100000">
                                          <p:val>
                                            <p:strVal val="#ppt_y"/>
                                          </p:val>
                                        </p:tav>
                                      </p:tavLst>
                                    </p:anim>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 presetClass="entr" presetSubtype="8" fill="hold" grpId="0" nodeType="clickEffect">
                                  <p:stCondLst>
                                    <p:cond delay="0"/>
                                  </p:stCondLst>
                                  <p:childTnLst>
                                    <p:set>
                                      <p:cBhvr>
                                        <p:cTn id="152" dur="1" fill="hold">
                                          <p:stCondLst>
                                            <p:cond delay="0"/>
                                          </p:stCondLst>
                                        </p:cTn>
                                        <p:tgtEl>
                                          <p:spTgt spid="28705"/>
                                        </p:tgtEl>
                                        <p:attrNameLst>
                                          <p:attrName>style.visibility</p:attrName>
                                        </p:attrNameLst>
                                      </p:cBhvr>
                                      <p:to>
                                        <p:strVal val="visible"/>
                                      </p:to>
                                    </p:set>
                                    <p:anim calcmode="lin" valueType="num">
                                      <p:cBhvr additive="base">
                                        <p:cTn id="153" dur="500" fill="hold"/>
                                        <p:tgtEl>
                                          <p:spTgt spid="28705"/>
                                        </p:tgtEl>
                                        <p:attrNameLst>
                                          <p:attrName>ppt_x</p:attrName>
                                        </p:attrNameLst>
                                      </p:cBhvr>
                                      <p:tavLst>
                                        <p:tav tm="0">
                                          <p:val>
                                            <p:strVal val="0-#ppt_w/2"/>
                                          </p:val>
                                        </p:tav>
                                        <p:tav tm="100000">
                                          <p:val>
                                            <p:strVal val="#ppt_x"/>
                                          </p:val>
                                        </p:tav>
                                      </p:tavLst>
                                    </p:anim>
                                    <p:anim calcmode="lin" valueType="num">
                                      <p:cBhvr additive="base">
                                        <p:cTn id="154" dur="500" fill="hold"/>
                                        <p:tgtEl>
                                          <p:spTgt spid="28705"/>
                                        </p:tgtEl>
                                        <p:attrNameLst>
                                          <p:attrName>ppt_y</p:attrName>
                                        </p:attrNameLst>
                                      </p:cBhvr>
                                      <p:tavLst>
                                        <p:tav tm="0">
                                          <p:val>
                                            <p:strVal val="#ppt_y"/>
                                          </p:val>
                                        </p:tav>
                                        <p:tav tm="100000">
                                          <p:val>
                                            <p:strVal val="#ppt_y"/>
                                          </p:val>
                                        </p:tav>
                                      </p:tavLst>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 presetClass="entr" presetSubtype="8" fill="hold" grpId="0" nodeType="clickEffect">
                                  <p:stCondLst>
                                    <p:cond delay="0"/>
                                  </p:stCondLst>
                                  <p:childTnLst>
                                    <p:set>
                                      <p:cBhvr>
                                        <p:cTn id="158" dur="1" fill="hold">
                                          <p:stCondLst>
                                            <p:cond delay="0"/>
                                          </p:stCondLst>
                                        </p:cTn>
                                        <p:tgtEl>
                                          <p:spTgt spid="28706"/>
                                        </p:tgtEl>
                                        <p:attrNameLst>
                                          <p:attrName>style.visibility</p:attrName>
                                        </p:attrNameLst>
                                      </p:cBhvr>
                                      <p:to>
                                        <p:strVal val="visible"/>
                                      </p:to>
                                    </p:set>
                                    <p:anim calcmode="lin" valueType="num">
                                      <p:cBhvr additive="base">
                                        <p:cTn id="159" dur="500" fill="hold"/>
                                        <p:tgtEl>
                                          <p:spTgt spid="28706"/>
                                        </p:tgtEl>
                                        <p:attrNameLst>
                                          <p:attrName>ppt_x</p:attrName>
                                        </p:attrNameLst>
                                      </p:cBhvr>
                                      <p:tavLst>
                                        <p:tav tm="0">
                                          <p:val>
                                            <p:strVal val="0-#ppt_w/2"/>
                                          </p:val>
                                        </p:tav>
                                        <p:tav tm="100000">
                                          <p:val>
                                            <p:strVal val="#ppt_x"/>
                                          </p:val>
                                        </p:tav>
                                      </p:tavLst>
                                    </p:anim>
                                    <p:anim calcmode="lin" valueType="num">
                                      <p:cBhvr additive="base">
                                        <p:cTn id="160" dur="500" fill="hold"/>
                                        <p:tgtEl>
                                          <p:spTgt spid="28706"/>
                                        </p:tgtEl>
                                        <p:attrNameLst>
                                          <p:attrName>ppt_y</p:attrName>
                                        </p:attrNameLst>
                                      </p:cBhvr>
                                      <p:tavLst>
                                        <p:tav tm="0">
                                          <p:val>
                                            <p:strVal val="#ppt_y"/>
                                          </p:val>
                                        </p:tav>
                                        <p:tav tm="100000">
                                          <p:val>
                                            <p:strVal val="#ppt_y"/>
                                          </p:val>
                                        </p:tav>
                                      </p:tavLst>
                                    </p:anim>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 presetClass="entr" presetSubtype="1" fill="hold" grpId="0" nodeType="clickEffect">
                                  <p:stCondLst>
                                    <p:cond delay="0"/>
                                  </p:stCondLst>
                                  <p:childTnLst>
                                    <p:set>
                                      <p:cBhvr>
                                        <p:cTn id="164" dur="1" fill="hold">
                                          <p:stCondLst>
                                            <p:cond delay="0"/>
                                          </p:stCondLst>
                                        </p:cTn>
                                        <p:tgtEl>
                                          <p:spTgt spid="28707"/>
                                        </p:tgtEl>
                                        <p:attrNameLst>
                                          <p:attrName>style.visibility</p:attrName>
                                        </p:attrNameLst>
                                      </p:cBhvr>
                                      <p:to>
                                        <p:strVal val="visible"/>
                                      </p:to>
                                    </p:set>
                                    <p:anim calcmode="lin" valueType="num">
                                      <p:cBhvr additive="base">
                                        <p:cTn id="165" dur="500" fill="hold"/>
                                        <p:tgtEl>
                                          <p:spTgt spid="28707"/>
                                        </p:tgtEl>
                                        <p:attrNameLst>
                                          <p:attrName>ppt_x</p:attrName>
                                        </p:attrNameLst>
                                      </p:cBhvr>
                                      <p:tavLst>
                                        <p:tav tm="0">
                                          <p:val>
                                            <p:strVal val="#ppt_x"/>
                                          </p:val>
                                        </p:tav>
                                        <p:tav tm="100000">
                                          <p:val>
                                            <p:strVal val="#ppt_x"/>
                                          </p:val>
                                        </p:tav>
                                      </p:tavLst>
                                    </p:anim>
                                    <p:anim calcmode="lin" valueType="num">
                                      <p:cBhvr additive="base">
                                        <p:cTn id="166" dur="500" fill="hold"/>
                                        <p:tgtEl>
                                          <p:spTgt spid="28707"/>
                                        </p:tgtEl>
                                        <p:attrNameLst>
                                          <p:attrName>ppt_y</p:attrName>
                                        </p:attrNameLst>
                                      </p:cBhvr>
                                      <p:tavLst>
                                        <p:tav tm="0">
                                          <p:val>
                                            <p:strVal val="0-#ppt_h/2"/>
                                          </p:val>
                                        </p:tav>
                                        <p:tav tm="100000">
                                          <p:val>
                                            <p:strVal val="#ppt_y"/>
                                          </p:val>
                                        </p:tav>
                                      </p:tavLst>
                                    </p:anim>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 presetClass="entr" presetSubtype="4" fill="hold" grpId="0" nodeType="clickEffect">
                                  <p:stCondLst>
                                    <p:cond delay="0"/>
                                  </p:stCondLst>
                                  <p:childTnLst>
                                    <p:set>
                                      <p:cBhvr>
                                        <p:cTn id="170" dur="1" fill="hold">
                                          <p:stCondLst>
                                            <p:cond delay="0"/>
                                          </p:stCondLst>
                                        </p:cTn>
                                        <p:tgtEl>
                                          <p:spTgt spid="28708"/>
                                        </p:tgtEl>
                                        <p:attrNameLst>
                                          <p:attrName>style.visibility</p:attrName>
                                        </p:attrNameLst>
                                      </p:cBhvr>
                                      <p:to>
                                        <p:strVal val="visible"/>
                                      </p:to>
                                    </p:set>
                                    <p:anim calcmode="lin" valueType="num">
                                      <p:cBhvr additive="base">
                                        <p:cTn id="171" dur="500" fill="hold"/>
                                        <p:tgtEl>
                                          <p:spTgt spid="28708"/>
                                        </p:tgtEl>
                                        <p:attrNameLst>
                                          <p:attrName>ppt_x</p:attrName>
                                        </p:attrNameLst>
                                      </p:cBhvr>
                                      <p:tavLst>
                                        <p:tav tm="0">
                                          <p:val>
                                            <p:strVal val="#ppt_x"/>
                                          </p:val>
                                        </p:tav>
                                        <p:tav tm="100000">
                                          <p:val>
                                            <p:strVal val="#ppt_x"/>
                                          </p:val>
                                        </p:tav>
                                      </p:tavLst>
                                    </p:anim>
                                    <p:anim calcmode="lin" valueType="num">
                                      <p:cBhvr additive="base">
                                        <p:cTn id="172" dur="500" fill="hold"/>
                                        <p:tgtEl>
                                          <p:spTgt spid="28708"/>
                                        </p:tgtEl>
                                        <p:attrNameLst>
                                          <p:attrName>ppt_y</p:attrName>
                                        </p:attrNameLst>
                                      </p:cBhvr>
                                      <p:tavLst>
                                        <p:tav tm="0">
                                          <p:val>
                                            <p:strVal val="1+#ppt_h/2"/>
                                          </p:val>
                                        </p:tav>
                                        <p:tav tm="100000">
                                          <p:val>
                                            <p:strVal val="#ppt_y"/>
                                          </p:val>
                                        </p:tav>
                                      </p:tavLst>
                                    </p:anim>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 presetClass="entr" presetSubtype="0" fill="hold" grpId="0" nodeType="clickEffect">
                                  <p:stCondLst>
                                    <p:cond delay="0"/>
                                  </p:stCondLst>
                                  <p:childTnLst>
                                    <p:set>
                                      <p:cBhvr>
                                        <p:cTn id="176" dur="1" fill="hold">
                                          <p:stCondLst>
                                            <p:cond delay="499"/>
                                          </p:stCondLst>
                                        </p:cTn>
                                        <p:tgtEl>
                                          <p:spTgt spid="28709"/>
                                        </p:tgtEl>
                                        <p:attrNameLst>
                                          <p:attrName>style.visibility</p:attrName>
                                        </p:attrNameLst>
                                      </p:cBhvr>
                                      <p:to>
                                        <p:strVal val="visible"/>
                                      </p:to>
                                    </p:se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 presetClass="entr" presetSubtype="8" fill="hold" grpId="0" nodeType="clickEffect">
                                  <p:stCondLst>
                                    <p:cond delay="0"/>
                                  </p:stCondLst>
                                  <p:childTnLst>
                                    <p:set>
                                      <p:cBhvr>
                                        <p:cTn id="180" dur="1" fill="hold">
                                          <p:stCondLst>
                                            <p:cond delay="0"/>
                                          </p:stCondLst>
                                        </p:cTn>
                                        <p:tgtEl>
                                          <p:spTgt spid="28710"/>
                                        </p:tgtEl>
                                        <p:attrNameLst>
                                          <p:attrName>style.visibility</p:attrName>
                                        </p:attrNameLst>
                                      </p:cBhvr>
                                      <p:to>
                                        <p:strVal val="visible"/>
                                      </p:to>
                                    </p:set>
                                    <p:anim calcmode="lin" valueType="num">
                                      <p:cBhvr additive="base">
                                        <p:cTn id="181" dur="500" fill="hold"/>
                                        <p:tgtEl>
                                          <p:spTgt spid="28710"/>
                                        </p:tgtEl>
                                        <p:attrNameLst>
                                          <p:attrName>ppt_x</p:attrName>
                                        </p:attrNameLst>
                                      </p:cBhvr>
                                      <p:tavLst>
                                        <p:tav tm="0">
                                          <p:val>
                                            <p:strVal val="0-#ppt_w/2"/>
                                          </p:val>
                                        </p:tav>
                                        <p:tav tm="100000">
                                          <p:val>
                                            <p:strVal val="#ppt_x"/>
                                          </p:val>
                                        </p:tav>
                                      </p:tavLst>
                                    </p:anim>
                                    <p:anim calcmode="lin" valueType="num">
                                      <p:cBhvr additive="base">
                                        <p:cTn id="182" dur="500" fill="hold"/>
                                        <p:tgtEl>
                                          <p:spTgt spid="28710"/>
                                        </p:tgtEl>
                                        <p:attrNameLst>
                                          <p:attrName>ppt_y</p:attrName>
                                        </p:attrNameLst>
                                      </p:cBhvr>
                                      <p:tavLst>
                                        <p:tav tm="0">
                                          <p:val>
                                            <p:strVal val="#ppt_y"/>
                                          </p:val>
                                        </p:tav>
                                        <p:tav tm="100000">
                                          <p:val>
                                            <p:strVal val="#ppt_y"/>
                                          </p:val>
                                        </p:tav>
                                      </p:tavLst>
                                    </p:anim>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 presetClass="entr" presetSubtype="4" fill="hold" grpId="0" nodeType="clickEffect">
                                  <p:stCondLst>
                                    <p:cond delay="0"/>
                                  </p:stCondLst>
                                  <p:childTnLst>
                                    <p:set>
                                      <p:cBhvr>
                                        <p:cTn id="186" dur="1" fill="hold">
                                          <p:stCondLst>
                                            <p:cond delay="0"/>
                                          </p:stCondLst>
                                        </p:cTn>
                                        <p:tgtEl>
                                          <p:spTgt spid="28711"/>
                                        </p:tgtEl>
                                        <p:attrNameLst>
                                          <p:attrName>style.visibility</p:attrName>
                                        </p:attrNameLst>
                                      </p:cBhvr>
                                      <p:to>
                                        <p:strVal val="visible"/>
                                      </p:to>
                                    </p:set>
                                    <p:anim calcmode="lin" valueType="num">
                                      <p:cBhvr additive="base">
                                        <p:cTn id="187" dur="500" fill="hold"/>
                                        <p:tgtEl>
                                          <p:spTgt spid="28711"/>
                                        </p:tgtEl>
                                        <p:attrNameLst>
                                          <p:attrName>ppt_x</p:attrName>
                                        </p:attrNameLst>
                                      </p:cBhvr>
                                      <p:tavLst>
                                        <p:tav tm="0">
                                          <p:val>
                                            <p:strVal val="#ppt_x"/>
                                          </p:val>
                                        </p:tav>
                                        <p:tav tm="100000">
                                          <p:val>
                                            <p:strVal val="#ppt_x"/>
                                          </p:val>
                                        </p:tav>
                                      </p:tavLst>
                                    </p:anim>
                                    <p:anim calcmode="lin" valueType="num">
                                      <p:cBhvr additive="base">
                                        <p:cTn id="188" dur="500" fill="hold"/>
                                        <p:tgtEl>
                                          <p:spTgt spid="28711"/>
                                        </p:tgtEl>
                                        <p:attrNameLst>
                                          <p:attrName>ppt_y</p:attrName>
                                        </p:attrNameLst>
                                      </p:cBhvr>
                                      <p:tavLst>
                                        <p:tav tm="0">
                                          <p:val>
                                            <p:strVal val="1+#ppt_h/2"/>
                                          </p:val>
                                        </p:tav>
                                        <p:tav tm="100000">
                                          <p:val>
                                            <p:strVal val="#ppt_y"/>
                                          </p:val>
                                        </p:tav>
                                      </p:tavLst>
                                    </p:anim>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 presetClass="entr" presetSubtype="1" fill="hold" grpId="0" nodeType="clickEffect">
                                  <p:stCondLst>
                                    <p:cond delay="0"/>
                                  </p:stCondLst>
                                  <p:childTnLst>
                                    <p:set>
                                      <p:cBhvr>
                                        <p:cTn id="192" dur="1" fill="hold">
                                          <p:stCondLst>
                                            <p:cond delay="0"/>
                                          </p:stCondLst>
                                        </p:cTn>
                                        <p:tgtEl>
                                          <p:spTgt spid="28712"/>
                                        </p:tgtEl>
                                        <p:attrNameLst>
                                          <p:attrName>style.visibility</p:attrName>
                                        </p:attrNameLst>
                                      </p:cBhvr>
                                      <p:to>
                                        <p:strVal val="visible"/>
                                      </p:to>
                                    </p:set>
                                    <p:anim calcmode="lin" valueType="num">
                                      <p:cBhvr additive="base">
                                        <p:cTn id="193" dur="500" fill="hold"/>
                                        <p:tgtEl>
                                          <p:spTgt spid="28712"/>
                                        </p:tgtEl>
                                        <p:attrNameLst>
                                          <p:attrName>ppt_x</p:attrName>
                                        </p:attrNameLst>
                                      </p:cBhvr>
                                      <p:tavLst>
                                        <p:tav tm="0">
                                          <p:val>
                                            <p:strVal val="#ppt_x"/>
                                          </p:val>
                                        </p:tav>
                                        <p:tav tm="100000">
                                          <p:val>
                                            <p:strVal val="#ppt_x"/>
                                          </p:val>
                                        </p:tav>
                                      </p:tavLst>
                                    </p:anim>
                                    <p:anim calcmode="lin" valueType="num">
                                      <p:cBhvr additive="base">
                                        <p:cTn id="194" dur="500" fill="hold"/>
                                        <p:tgtEl>
                                          <p:spTgt spid="28712"/>
                                        </p:tgtEl>
                                        <p:attrNameLst>
                                          <p:attrName>ppt_y</p:attrName>
                                        </p:attrNameLst>
                                      </p:cBhvr>
                                      <p:tavLst>
                                        <p:tav tm="0">
                                          <p:val>
                                            <p:strVal val="0-#ppt_h/2"/>
                                          </p:val>
                                        </p:tav>
                                        <p:tav tm="100000">
                                          <p:val>
                                            <p:strVal val="#ppt_y"/>
                                          </p:val>
                                        </p:tav>
                                      </p:tavLst>
                                    </p:anim>
                                  </p:childTnLst>
                                </p:cTn>
                              </p:par>
                            </p:childTnLst>
                          </p:cTn>
                        </p:par>
                      </p:childTnLst>
                    </p:cTn>
                  </p:par>
                  <p:par>
                    <p:cTn id="195" fill="hold" nodeType="clickPar">
                      <p:stCondLst>
                        <p:cond delay="indefinite"/>
                      </p:stCondLst>
                      <p:childTnLst>
                        <p:par>
                          <p:cTn id="196" fill="hold" nodeType="withGroup">
                            <p:stCondLst>
                              <p:cond delay="0"/>
                            </p:stCondLst>
                            <p:childTnLst>
                              <p:par>
                                <p:cTn id="197" presetID="1" presetClass="entr" presetSubtype="0" fill="hold" grpId="0" nodeType="clickEffect">
                                  <p:stCondLst>
                                    <p:cond delay="0"/>
                                  </p:stCondLst>
                                  <p:childTnLst>
                                    <p:set>
                                      <p:cBhvr>
                                        <p:cTn id="198" dur="1" fill="hold">
                                          <p:stCondLst>
                                            <p:cond delay="499"/>
                                          </p:stCondLst>
                                        </p:cTn>
                                        <p:tgtEl>
                                          <p:spTgt spid="28713"/>
                                        </p:tgtEl>
                                        <p:attrNameLst>
                                          <p:attrName>style.visibility</p:attrName>
                                        </p:attrNameLst>
                                      </p:cBhvr>
                                      <p:to>
                                        <p:strVal val="visible"/>
                                      </p:to>
                                    </p:se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18" presetClass="entr" presetSubtype="9" fill="hold" grpId="0" nodeType="clickEffect">
                                  <p:stCondLst>
                                    <p:cond delay="0"/>
                                  </p:stCondLst>
                                  <p:childTnLst>
                                    <p:set>
                                      <p:cBhvr>
                                        <p:cTn id="202" dur="1" fill="hold">
                                          <p:stCondLst>
                                            <p:cond delay="0"/>
                                          </p:stCondLst>
                                        </p:cTn>
                                        <p:tgtEl>
                                          <p:spTgt spid="28714"/>
                                        </p:tgtEl>
                                        <p:attrNameLst>
                                          <p:attrName>style.visibility</p:attrName>
                                        </p:attrNameLst>
                                      </p:cBhvr>
                                      <p:to>
                                        <p:strVal val="visible"/>
                                      </p:to>
                                    </p:set>
                                    <p:animEffect transition="in" filter="strips(upLeft)">
                                      <p:cBhvr>
                                        <p:cTn id="203" dur="500"/>
                                        <p:tgtEl>
                                          <p:spTgt spid="28714"/>
                                        </p:tgtEl>
                                      </p:cBhvr>
                                    </p:animEffec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17" presetClass="entr" presetSubtype="1" fill="hold" grpId="0" nodeType="clickEffect">
                                  <p:stCondLst>
                                    <p:cond delay="0"/>
                                  </p:stCondLst>
                                  <p:childTnLst>
                                    <p:set>
                                      <p:cBhvr>
                                        <p:cTn id="207" dur="1" fill="hold">
                                          <p:stCondLst>
                                            <p:cond delay="0"/>
                                          </p:stCondLst>
                                        </p:cTn>
                                        <p:tgtEl>
                                          <p:spTgt spid="28715"/>
                                        </p:tgtEl>
                                        <p:attrNameLst>
                                          <p:attrName>style.visibility</p:attrName>
                                        </p:attrNameLst>
                                      </p:cBhvr>
                                      <p:to>
                                        <p:strVal val="visible"/>
                                      </p:to>
                                    </p:set>
                                    <p:anim calcmode="lin" valueType="num">
                                      <p:cBhvr>
                                        <p:cTn id="208" dur="500" fill="hold"/>
                                        <p:tgtEl>
                                          <p:spTgt spid="28715"/>
                                        </p:tgtEl>
                                        <p:attrNameLst>
                                          <p:attrName>ppt_x</p:attrName>
                                        </p:attrNameLst>
                                      </p:cBhvr>
                                      <p:tavLst>
                                        <p:tav tm="0">
                                          <p:val>
                                            <p:strVal val="#ppt_x"/>
                                          </p:val>
                                        </p:tav>
                                        <p:tav tm="100000">
                                          <p:val>
                                            <p:strVal val="#ppt_x"/>
                                          </p:val>
                                        </p:tav>
                                      </p:tavLst>
                                    </p:anim>
                                    <p:anim calcmode="lin" valueType="num">
                                      <p:cBhvr>
                                        <p:cTn id="209" dur="500" fill="hold"/>
                                        <p:tgtEl>
                                          <p:spTgt spid="28715"/>
                                        </p:tgtEl>
                                        <p:attrNameLst>
                                          <p:attrName>ppt_y</p:attrName>
                                        </p:attrNameLst>
                                      </p:cBhvr>
                                      <p:tavLst>
                                        <p:tav tm="0">
                                          <p:val>
                                            <p:strVal val="#ppt_y-#ppt_h/2"/>
                                          </p:val>
                                        </p:tav>
                                        <p:tav tm="100000">
                                          <p:val>
                                            <p:strVal val="#ppt_y"/>
                                          </p:val>
                                        </p:tav>
                                      </p:tavLst>
                                    </p:anim>
                                    <p:anim calcmode="lin" valueType="num">
                                      <p:cBhvr>
                                        <p:cTn id="210" dur="500" fill="hold"/>
                                        <p:tgtEl>
                                          <p:spTgt spid="28715"/>
                                        </p:tgtEl>
                                        <p:attrNameLst>
                                          <p:attrName>ppt_w</p:attrName>
                                        </p:attrNameLst>
                                      </p:cBhvr>
                                      <p:tavLst>
                                        <p:tav tm="0">
                                          <p:val>
                                            <p:strVal val="#ppt_w"/>
                                          </p:val>
                                        </p:tav>
                                        <p:tav tm="100000">
                                          <p:val>
                                            <p:strVal val="#ppt_w"/>
                                          </p:val>
                                        </p:tav>
                                      </p:tavLst>
                                    </p:anim>
                                    <p:anim calcmode="lin" valueType="num">
                                      <p:cBhvr>
                                        <p:cTn id="211" dur="500" fill="hold"/>
                                        <p:tgtEl>
                                          <p:spTgt spid="28715"/>
                                        </p:tgtEl>
                                        <p:attrNameLst>
                                          <p:attrName>ppt_h</p:attrName>
                                        </p:attrNameLst>
                                      </p:cBhvr>
                                      <p:tavLst>
                                        <p:tav tm="0">
                                          <p:val>
                                            <p:fltVal val="0"/>
                                          </p:val>
                                        </p:tav>
                                        <p:tav tm="100000">
                                          <p:val>
                                            <p:strVal val="#ppt_h"/>
                                          </p:val>
                                        </p:tav>
                                      </p:tavLst>
                                    </p:anim>
                                  </p:childTnLst>
                                </p:cTn>
                              </p:par>
                            </p:childTnLst>
                          </p:cTn>
                        </p:par>
                      </p:childTnLst>
                    </p:cTn>
                  </p:par>
                  <p:par>
                    <p:cTn id="212" fill="hold" nodeType="clickPar">
                      <p:stCondLst>
                        <p:cond delay="indefinite"/>
                      </p:stCondLst>
                      <p:childTnLst>
                        <p:par>
                          <p:cTn id="213" fill="hold" nodeType="withGroup">
                            <p:stCondLst>
                              <p:cond delay="0"/>
                            </p:stCondLst>
                            <p:childTnLst>
                              <p:par>
                                <p:cTn id="214" presetID="2" presetClass="entr" presetSubtype="8" fill="hold" grpId="0" nodeType="clickEffect">
                                  <p:stCondLst>
                                    <p:cond delay="0"/>
                                  </p:stCondLst>
                                  <p:childTnLst>
                                    <p:set>
                                      <p:cBhvr>
                                        <p:cTn id="215" dur="1" fill="hold">
                                          <p:stCondLst>
                                            <p:cond delay="0"/>
                                          </p:stCondLst>
                                        </p:cTn>
                                        <p:tgtEl>
                                          <p:spTgt spid="28720"/>
                                        </p:tgtEl>
                                        <p:attrNameLst>
                                          <p:attrName>style.visibility</p:attrName>
                                        </p:attrNameLst>
                                      </p:cBhvr>
                                      <p:to>
                                        <p:strVal val="visible"/>
                                      </p:to>
                                    </p:set>
                                    <p:anim calcmode="lin" valueType="num">
                                      <p:cBhvr additive="base">
                                        <p:cTn id="216" dur="500" fill="hold"/>
                                        <p:tgtEl>
                                          <p:spTgt spid="28720"/>
                                        </p:tgtEl>
                                        <p:attrNameLst>
                                          <p:attrName>ppt_x</p:attrName>
                                        </p:attrNameLst>
                                      </p:cBhvr>
                                      <p:tavLst>
                                        <p:tav tm="0">
                                          <p:val>
                                            <p:strVal val="0-#ppt_w/2"/>
                                          </p:val>
                                        </p:tav>
                                        <p:tav tm="100000">
                                          <p:val>
                                            <p:strVal val="#ppt_x"/>
                                          </p:val>
                                        </p:tav>
                                      </p:tavLst>
                                    </p:anim>
                                    <p:anim calcmode="lin" valueType="num">
                                      <p:cBhvr additive="base">
                                        <p:cTn id="217" dur="500" fill="hold"/>
                                        <p:tgtEl>
                                          <p:spTgt spid="28720"/>
                                        </p:tgtEl>
                                        <p:attrNameLst>
                                          <p:attrName>ppt_y</p:attrName>
                                        </p:attrNameLst>
                                      </p:cBhvr>
                                      <p:tavLst>
                                        <p:tav tm="0">
                                          <p:val>
                                            <p:strVal val="#ppt_y"/>
                                          </p:val>
                                        </p:tav>
                                        <p:tav tm="100000">
                                          <p:val>
                                            <p:strVal val="#ppt_y"/>
                                          </p:val>
                                        </p:tav>
                                      </p:tavLst>
                                    </p:anim>
                                  </p:childTnLst>
                                </p:cTn>
                              </p:par>
                            </p:childTnLst>
                          </p:cTn>
                        </p:par>
                      </p:childTnLst>
                    </p:cTn>
                  </p:par>
                  <p:par>
                    <p:cTn id="218" fill="hold" nodeType="clickPar">
                      <p:stCondLst>
                        <p:cond delay="indefinite"/>
                      </p:stCondLst>
                      <p:childTnLst>
                        <p:par>
                          <p:cTn id="219" fill="hold" nodeType="withGroup">
                            <p:stCondLst>
                              <p:cond delay="0"/>
                            </p:stCondLst>
                            <p:childTnLst>
                              <p:par>
                                <p:cTn id="220" presetID="1" presetClass="entr" presetSubtype="0" fill="hold" grpId="0" nodeType="clickEffect">
                                  <p:stCondLst>
                                    <p:cond delay="0"/>
                                  </p:stCondLst>
                                  <p:childTnLst>
                                    <p:set>
                                      <p:cBhvr>
                                        <p:cTn id="221" dur="1" fill="hold">
                                          <p:stCondLst>
                                            <p:cond delay="499"/>
                                          </p:stCondLst>
                                        </p:cTn>
                                        <p:tgtEl>
                                          <p:spTgt spid="28726"/>
                                        </p:tgtEl>
                                        <p:attrNameLst>
                                          <p:attrName>style.visibility</p:attrName>
                                        </p:attrNameLst>
                                      </p:cBhvr>
                                      <p:to>
                                        <p:strVal val="visible"/>
                                      </p:to>
                                    </p:set>
                                  </p:childTnLst>
                                </p:cTn>
                              </p:par>
                            </p:childTnLst>
                          </p:cTn>
                        </p:par>
                      </p:childTnLst>
                    </p:cTn>
                  </p:par>
                  <p:par>
                    <p:cTn id="222" fill="hold" nodeType="clickPar">
                      <p:stCondLst>
                        <p:cond delay="indefinite"/>
                      </p:stCondLst>
                      <p:childTnLst>
                        <p:par>
                          <p:cTn id="223" fill="hold" nodeType="withGroup">
                            <p:stCondLst>
                              <p:cond delay="0"/>
                            </p:stCondLst>
                            <p:childTnLst>
                              <p:par>
                                <p:cTn id="224" presetID="1" presetClass="entr" presetSubtype="0" fill="hold" grpId="0" nodeType="clickEffect">
                                  <p:stCondLst>
                                    <p:cond delay="0"/>
                                  </p:stCondLst>
                                  <p:childTnLst>
                                    <p:set>
                                      <p:cBhvr>
                                        <p:cTn id="225" dur="1" fill="hold">
                                          <p:stCondLst>
                                            <p:cond delay="499"/>
                                          </p:stCondLst>
                                        </p:cTn>
                                        <p:tgtEl>
                                          <p:spTgt spid="28729"/>
                                        </p:tgtEl>
                                        <p:attrNameLst>
                                          <p:attrName>style.visibility</p:attrName>
                                        </p:attrNameLst>
                                      </p:cBhvr>
                                      <p:to>
                                        <p:strVal val="visible"/>
                                      </p:to>
                                    </p:set>
                                  </p:childTnLst>
                                </p:cTn>
                              </p:par>
                            </p:childTnLst>
                          </p:cTn>
                        </p:par>
                      </p:childTnLst>
                    </p:cTn>
                  </p:par>
                  <p:par>
                    <p:cTn id="226" fill="hold" nodeType="clickPar">
                      <p:stCondLst>
                        <p:cond delay="indefinite"/>
                      </p:stCondLst>
                      <p:childTnLst>
                        <p:par>
                          <p:cTn id="227" fill="hold" nodeType="withGroup">
                            <p:stCondLst>
                              <p:cond delay="0"/>
                            </p:stCondLst>
                            <p:childTnLst>
                              <p:par>
                                <p:cTn id="228" presetID="17" presetClass="entr" presetSubtype="8" fill="hold" grpId="0" nodeType="clickEffect">
                                  <p:stCondLst>
                                    <p:cond delay="0"/>
                                  </p:stCondLst>
                                  <p:iterate type="wd">
                                    <p:tmPct val="100000"/>
                                  </p:iterate>
                                  <p:childTnLst>
                                    <p:set>
                                      <p:cBhvr>
                                        <p:cTn id="229" dur="1" fill="hold">
                                          <p:stCondLst>
                                            <p:cond delay="0"/>
                                          </p:stCondLst>
                                        </p:cTn>
                                        <p:tgtEl>
                                          <p:spTgt spid="28722"/>
                                        </p:tgtEl>
                                        <p:attrNameLst>
                                          <p:attrName>style.visibility</p:attrName>
                                        </p:attrNameLst>
                                      </p:cBhvr>
                                      <p:to>
                                        <p:strVal val="visible"/>
                                      </p:to>
                                    </p:set>
                                    <p:anim calcmode="lin" valueType="num">
                                      <p:cBhvr>
                                        <p:cTn id="230" dur="300" fill="hold"/>
                                        <p:tgtEl>
                                          <p:spTgt spid="28722"/>
                                        </p:tgtEl>
                                        <p:attrNameLst>
                                          <p:attrName>ppt_x</p:attrName>
                                        </p:attrNameLst>
                                      </p:cBhvr>
                                      <p:tavLst>
                                        <p:tav tm="0">
                                          <p:val>
                                            <p:strVal val="#ppt_x-#ppt_w/2"/>
                                          </p:val>
                                        </p:tav>
                                        <p:tav tm="100000">
                                          <p:val>
                                            <p:strVal val="#ppt_x"/>
                                          </p:val>
                                        </p:tav>
                                      </p:tavLst>
                                    </p:anim>
                                    <p:anim calcmode="lin" valueType="num">
                                      <p:cBhvr>
                                        <p:cTn id="231" dur="300" fill="hold"/>
                                        <p:tgtEl>
                                          <p:spTgt spid="28722"/>
                                        </p:tgtEl>
                                        <p:attrNameLst>
                                          <p:attrName>ppt_y</p:attrName>
                                        </p:attrNameLst>
                                      </p:cBhvr>
                                      <p:tavLst>
                                        <p:tav tm="0">
                                          <p:val>
                                            <p:strVal val="#ppt_y"/>
                                          </p:val>
                                        </p:tav>
                                        <p:tav tm="100000">
                                          <p:val>
                                            <p:strVal val="#ppt_y"/>
                                          </p:val>
                                        </p:tav>
                                      </p:tavLst>
                                    </p:anim>
                                    <p:anim calcmode="lin" valueType="num">
                                      <p:cBhvr>
                                        <p:cTn id="232" dur="300" fill="hold"/>
                                        <p:tgtEl>
                                          <p:spTgt spid="28722"/>
                                        </p:tgtEl>
                                        <p:attrNameLst>
                                          <p:attrName>ppt_w</p:attrName>
                                        </p:attrNameLst>
                                      </p:cBhvr>
                                      <p:tavLst>
                                        <p:tav tm="0">
                                          <p:val>
                                            <p:fltVal val="0"/>
                                          </p:val>
                                        </p:tav>
                                        <p:tav tm="100000">
                                          <p:val>
                                            <p:strVal val="#ppt_w"/>
                                          </p:val>
                                        </p:tav>
                                      </p:tavLst>
                                    </p:anim>
                                    <p:anim calcmode="lin" valueType="num">
                                      <p:cBhvr>
                                        <p:cTn id="233" dur="300" fill="hold"/>
                                        <p:tgtEl>
                                          <p:spTgt spid="28722"/>
                                        </p:tgtEl>
                                        <p:attrNameLst>
                                          <p:attrName>ppt_h</p:attrName>
                                        </p:attrNameLst>
                                      </p:cBhvr>
                                      <p:tavLst>
                                        <p:tav tm="0">
                                          <p:val>
                                            <p:strVal val="#ppt_h"/>
                                          </p:val>
                                        </p:tav>
                                        <p:tav tm="100000">
                                          <p:val>
                                            <p:strVal val="#ppt_h"/>
                                          </p:val>
                                        </p:tav>
                                      </p:tavLst>
                                    </p:anim>
                                  </p:childTnLst>
                                </p:cTn>
                              </p:par>
                            </p:childTnLst>
                          </p:cTn>
                        </p:par>
                      </p:childTnLst>
                    </p:cTn>
                  </p:par>
                  <p:par>
                    <p:cTn id="234" fill="hold" nodeType="clickPar">
                      <p:stCondLst>
                        <p:cond delay="indefinite"/>
                      </p:stCondLst>
                      <p:childTnLst>
                        <p:par>
                          <p:cTn id="235" fill="hold" nodeType="withGroup">
                            <p:stCondLst>
                              <p:cond delay="0"/>
                            </p:stCondLst>
                            <p:childTnLst>
                              <p:par>
                                <p:cTn id="236" presetID="18" presetClass="entr" presetSubtype="12" fill="hold" grpId="0" nodeType="clickEffect">
                                  <p:stCondLst>
                                    <p:cond delay="0"/>
                                  </p:stCondLst>
                                  <p:childTnLst>
                                    <p:set>
                                      <p:cBhvr>
                                        <p:cTn id="237" dur="1" fill="hold">
                                          <p:stCondLst>
                                            <p:cond delay="0"/>
                                          </p:stCondLst>
                                        </p:cTn>
                                        <p:tgtEl>
                                          <p:spTgt spid="28718"/>
                                        </p:tgtEl>
                                        <p:attrNameLst>
                                          <p:attrName>style.visibility</p:attrName>
                                        </p:attrNameLst>
                                      </p:cBhvr>
                                      <p:to>
                                        <p:strVal val="visible"/>
                                      </p:to>
                                    </p:set>
                                    <p:animEffect transition="in" filter="strips(downLeft)">
                                      <p:cBhvr>
                                        <p:cTn id="238" dur="500"/>
                                        <p:tgtEl>
                                          <p:spTgt spid="28718"/>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18" presetClass="entr" presetSubtype="6" fill="hold" grpId="0" nodeType="clickEffect">
                                  <p:stCondLst>
                                    <p:cond delay="0"/>
                                  </p:stCondLst>
                                  <p:childTnLst>
                                    <p:set>
                                      <p:cBhvr>
                                        <p:cTn id="242" dur="1" fill="hold">
                                          <p:stCondLst>
                                            <p:cond delay="0"/>
                                          </p:stCondLst>
                                        </p:cTn>
                                        <p:tgtEl>
                                          <p:spTgt spid="28721"/>
                                        </p:tgtEl>
                                        <p:attrNameLst>
                                          <p:attrName>style.visibility</p:attrName>
                                        </p:attrNameLst>
                                      </p:cBhvr>
                                      <p:to>
                                        <p:strVal val="visible"/>
                                      </p:to>
                                    </p:set>
                                    <p:animEffect transition="in" filter="strips(downRight)">
                                      <p:cBhvr>
                                        <p:cTn id="243" dur="500"/>
                                        <p:tgtEl>
                                          <p:spTgt spid="28721"/>
                                        </p:tgtEl>
                                      </p:cBhvr>
                                    </p:animEffec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18" presetClass="entr" presetSubtype="12" fill="hold" grpId="0" nodeType="clickEffect">
                                  <p:stCondLst>
                                    <p:cond delay="0"/>
                                  </p:stCondLst>
                                  <p:childTnLst>
                                    <p:set>
                                      <p:cBhvr>
                                        <p:cTn id="247" dur="1" fill="hold">
                                          <p:stCondLst>
                                            <p:cond delay="0"/>
                                          </p:stCondLst>
                                        </p:cTn>
                                        <p:tgtEl>
                                          <p:spTgt spid="28717"/>
                                        </p:tgtEl>
                                        <p:attrNameLst>
                                          <p:attrName>style.visibility</p:attrName>
                                        </p:attrNameLst>
                                      </p:cBhvr>
                                      <p:to>
                                        <p:strVal val="visible"/>
                                      </p:to>
                                    </p:set>
                                    <p:animEffect transition="in" filter="strips(downLeft)">
                                      <p:cBhvr>
                                        <p:cTn id="248" dur="500"/>
                                        <p:tgtEl>
                                          <p:spTgt spid="28717"/>
                                        </p:tgtEl>
                                      </p:cBhvr>
                                    </p:animEffect>
                                  </p:childTnLst>
                                </p:cTn>
                              </p:par>
                            </p:childTnLst>
                          </p:cTn>
                        </p:par>
                      </p:childTnLst>
                    </p:cTn>
                  </p:par>
                  <p:par>
                    <p:cTn id="249" fill="hold" nodeType="clickPar">
                      <p:stCondLst>
                        <p:cond delay="indefinite"/>
                      </p:stCondLst>
                      <p:childTnLst>
                        <p:par>
                          <p:cTn id="250" fill="hold" nodeType="withGroup">
                            <p:stCondLst>
                              <p:cond delay="0"/>
                            </p:stCondLst>
                            <p:childTnLst>
                              <p:par>
                                <p:cTn id="251" presetID="18" presetClass="entr" presetSubtype="3" fill="hold" grpId="0" nodeType="clickEffect">
                                  <p:stCondLst>
                                    <p:cond delay="0"/>
                                  </p:stCondLst>
                                  <p:childTnLst>
                                    <p:set>
                                      <p:cBhvr>
                                        <p:cTn id="252" dur="1" fill="hold">
                                          <p:stCondLst>
                                            <p:cond delay="0"/>
                                          </p:stCondLst>
                                        </p:cTn>
                                        <p:tgtEl>
                                          <p:spTgt spid="28719"/>
                                        </p:tgtEl>
                                        <p:attrNameLst>
                                          <p:attrName>style.visibility</p:attrName>
                                        </p:attrNameLst>
                                      </p:cBhvr>
                                      <p:to>
                                        <p:strVal val="visible"/>
                                      </p:to>
                                    </p:set>
                                    <p:animEffect transition="in" filter="strips(upRight)">
                                      <p:cBhvr>
                                        <p:cTn id="253" dur="500"/>
                                        <p:tgtEl>
                                          <p:spTgt spid="28719"/>
                                        </p:tgtEl>
                                      </p:cBhvr>
                                    </p:animEffect>
                                  </p:childTnLst>
                                </p:cTn>
                              </p:par>
                            </p:childTnLst>
                          </p:cTn>
                        </p:par>
                      </p:childTnLst>
                    </p:cTn>
                  </p:par>
                  <p:par>
                    <p:cTn id="254" fill="hold" nodeType="clickPar">
                      <p:stCondLst>
                        <p:cond delay="indefinite"/>
                      </p:stCondLst>
                      <p:childTnLst>
                        <p:par>
                          <p:cTn id="255" fill="hold" nodeType="withGroup">
                            <p:stCondLst>
                              <p:cond delay="0"/>
                            </p:stCondLst>
                            <p:childTnLst>
                              <p:par>
                                <p:cTn id="256" presetID="17" presetClass="entr" presetSubtype="4" fill="hold" grpId="0" nodeType="clickEffect">
                                  <p:stCondLst>
                                    <p:cond delay="0"/>
                                  </p:stCondLst>
                                  <p:childTnLst>
                                    <p:set>
                                      <p:cBhvr>
                                        <p:cTn id="257" dur="1" fill="hold">
                                          <p:stCondLst>
                                            <p:cond delay="0"/>
                                          </p:stCondLst>
                                        </p:cTn>
                                        <p:tgtEl>
                                          <p:spTgt spid="28716"/>
                                        </p:tgtEl>
                                        <p:attrNameLst>
                                          <p:attrName>style.visibility</p:attrName>
                                        </p:attrNameLst>
                                      </p:cBhvr>
                                      <p:to>
                                        <p:strVal val="visible"/>
                                      </p:to>
                                    </p:set>
                                    <p:anim calcmode="lin" valueType="num">
                                      <p:cBhvr>
                                        <p:cTn id="258" dur="500" fill="hold"/>
                                        <p:tgtEl>
                                          <p:spTgt spid="28716"/>
                                        </p:tgtEl>
                                        <p:attrNameLst>
                                          <p:attrName>ppt_x</p:attrName>
                                        </p:attrNameLst>
                                      </p:cBhvr>
                                      <p:tavLst>
                                        <p:tav tm="0">
                                          <p:val>
                                            <p:strVal val="#ppt_x"/>
                                          </p:val>
                                        </p:tav>
                                        <p:tav tm="100000">
                                          <p:val>
                                            <p:strVal val="#ppt_x"/>
                                          </p:val>
                                        </p:tav>
                                      </p:tavLst>
                                    </p:anim>
                                    <p:anim calcmode="lin" valueType="num">
                                      <p:cBhvr>
                                        <p:cTn id="259" dur="500" fill="hold"/>
                                        <p:tgtEl>
                                          <p:spTgt spid="28716"/>
                                        </p:tgtEl>
                                        <p:attrNameLst>
                                          <p:attrName>ppt_y</p:attrName>
                                        </p:attrNameLst>
                                      </p:cBhvr>
                                      <p:tavLst>
                                        <p:tav tm="0">
                                          <p:val>
                                            <p:strVal val="#ppt_y+#ppt_h/2"/>
                                          </p:val>
                                        </p:tav>
                                        <p:tav tm="100000">
                                          <p:val>
                                            <p:strVal val="#ppt_y"/>
                                          </p:val>
                                        </p:tav>
                                      </p:tavLst>
                                    </p:anim>
                                    <p:anim calcmode="lin" valueType="num">
                                      <p:cBhvr>
                                        <p:cTn id="260" dur="500" fill="hold"/>
                                        <p:tgtEl>
                                          <p:spTgt spid="28716"/>
                                        </p:tgtEl>
                                        <p:attrNameLst>
                                          <p:attrName>ppt_w</p:attrName>
                                        </p:attrNameLst>
                                      </p:cBhvr>
                                      <p:tavLst>
                                        <p:tav tm="0">
                                          <p:val>
                                            <p:strVal val="#ppt_w"/>
                                          </p:val>
                                        </p:tav>
                                        <p:tav tm="100000">
                                          <p:val>
                                            <p:strVal val="#ppt_w"/>
                                          </p:val>
                                        </p:tav>
                                      </p:tavLst>
                                    </p:anim>
                                    <p:anim calcmode="lin" valueType="num">
                                      <p:cBhvr>
                                        <p:cTn id="261" dur="500" fill="hold"/>
                                        <p:tgtEl>
                                          <p:spTgt spid="28716"/>
                                        </p:tgtEl>
                                        <p:attrNameLst>
                                          <p:attrName>ppt_h</p:attrName>
                                        </p:attrNameLst>
                                      </p:cBhvr>
                                      <p:tavLst>
                                        <p:tav tm="0">
                                          <p:val>
                                            <p:fltVal val="0"/>
                                          </p:val>
                                        </p:tav>
                                        <p:tav tm="100000">
                                          <p:val>
                                            <p:strVal val="#ppt_h"/>
                                          </p:val>
                                        </p:tav>
                                      </p:tavLst>
                                    </p:anim>
                                  </p:childTnLst>
                                </p:cTn>
                              </p:par>
                            </p:childTnLst>
                          </p:cTn>
                        </p:par>
                      </p:childTnLst>
                    </p:cTn>
                  </p:par>
                  <p:par>
                    <p:cTn id="262" fill="hold" nodeType="clickPar">
                      <p:stCondLst>
                        <p:cond delay="indefinite"/>
                      </p:stCondLst>
                      <p:childTnLst>
                        <p:par>
                          <p:cTn id="263" fill="hold" nodeType="withGroup">
                            <p:stCondLst>
                              <p:cond delay="0"/>
                            </p:stCondLst>
                            <p:childTnLst>
                              <p:par>
                                <p:cTn id="264" presetID="1" presetClass="entr" presetSubtype="0" fill="hold" grpId="0" nodeType="clickEffect">
                                  <p:stCondLst>
                                    <p:cond delay="0"/>
                                  </p:stCondLst>
                                  <p:childTnLst>
                                    <p:set>
                                      <p:cBhvr>
                                        <p:cTn id="265" dur="1" fill="hold">
                                          <p:stCondLst>
                                            <p:cond delay="499"/>
                                          </p:stCondLst>
                                        </p:cTn>
                                        <p:tgtEl>
                                          <p:spTgt spid="28728"/>
                                        </p:tgtEl>
                                        <p:attrNameLst>
                                          <p:attrName>style.visibility</p:attrName>
                                        </p:attrNameLst>
                                      </p:cBhvr>
                                      <p:to>
                                        <p:strVal val="visible"/>
                                      </p:to>
                                    </p:set>
                                  </p:childTnLst>
                                </p:cTn>
                              </p:par>
                            </p:childTnLst>
                          </p:cTn>
                        </p:par>
                      </p:childTnLst>
                    </p:cTn>
                  </p:par>
                  <p:par>
                    <p:cTn id="266" fill="hold" nodeType="clickPar">
                      <p:stCondLst>
                        <p:cond delay="indefinite"/>
                      </p:stCondLst>
                      <p:childTnLst>
                        <p:par>
                          <p:cTn id="267" fill="hold" nodeType="withGroup">
                            <p:stCondLst>
                              <p:cond delay="0"/>
                            </p:stCondLst>
                            <p:childTnLst>
                              <p:par>
                                <p:cTn id="268" presetID="1" presetClass="entr" presetSubtype="0" fill="hold" grpId="0" nodeType="clickEffect">
                                  <p:stCondLst>
                                    <p:cond delay="0"/>
                                  </p:stCondLst>
                                  <p:childTnLst>
                                    <p:set>
                                      <p:cBhvr>
                                        <p:cTn id="269" dur="1" fill="hold">
                                          <p:stCondLst>
                                            <p:cond delay="499"/>
                                          </p:stCondLst>
                                        </p:cTn>
                                        <p:tgtEl>
                                          <p:spTgt spid="28723"/>
                                        </p:tgtEl>
                                        <p:attrNameLst>
                                          <p:attrName>style.visibility</p:attrName>
                                        </p:attrNameLst>
                                      </p:cBhvr>
                                      <p:to>
                                        <p:strVal val="visible"/>
                                      </p:to>
                                    </p:set>
                                  </p:childTnLst>
                                </p:cTn>
                              </p:par>
                            </p:childTnLst>
                          </p:cTn>
                        </p:par>
                      </p:childTnLst>
                    </p:cTn>
                  </p:par>
                  <p:par>
                    <p:cTn id="270" fill="hold" nodeType="clickPar">
                      <p:stCondLst>
                        <p:cond delay="indefinite"/>
                      </p:stCondLst>
                      <p:childTnLst>
                        <p:par>
                          <p:cTn id="271" fill="hold" nodeType="withGroup">
                            <p:stCondLst>
                              <p:cond delay="0"/>
                            </p:stCondLst>
                            <p:childTnLst>
                              <p:par>
                                <p:cTn id="272" presetID="1" presetClass="entr" presetSubtype="0" fill="hold" grpId="0" nodeType="clickEffect">
                                  <p:stCondLst>
                                    <p:cond delay="0"/>
                                  </p:stCondLst>
                                  <p:childTnLst>
                                    <p:set>
                                      <p:cBhvr>
                                        <p:cTn id="273" dur="1" fill="hold">
                                          <p:stCondLst>
                                            <p:cond delay="499"/>
                                          </p:stCondLst>
                                        </p:cTn>
                                        <p:tgtEl>
                                          <p:spTgt spid="28724"/>
                                        </p:tgtEl>
                                        <p:attrNameLst>
                                          <p:attrName>style.visibility</p:attrName>
                                        </p:attrNameLst>
                                      </p:cBhvr>
                                      <p:to>
                                        <p:strVal val="visible"/>
                                      </p:to>
                                    </p:set>
                                  </p:childTnLst>
                                </p:cTn>
                              </p:par>
                            </p:childTnLst>
                          </p:cTn>
                        </p:par>
                      </p:childTnLst>
                    </p:cTn>
                  </p:par>
                  <p:par>
                    <p:cTn id="274" fill="hold" nodeType="clickPar">
                      <p:stCondLst>
                        <p:cond delay="indefinite"/>
                      </p:stCondLst>
                      <p:childTnLst>
                        <p:par>
                          <p:cTn id="275" fill="hold" nodeType="withGroup">
                            <p:stCondLst>
                              <p:cond delay="0"/>
                            </p:stCondLst>
                            <p:childTnLst>
                              <p:par>
                                <p:cTn id="276" presetID="1" presetClass="entr" presetSubtype="0" fill="hold" grpId="0" nodeType="clickEffect">
                                  <p:stCondLst>
                                    <p:cond delay="0"/>
                                  </p:stCondLst>
                                  <p:childTnLst>
                                    <p:set>
                                      <p:cBhvr>
                                        <p:cTn id="277" dur="1" fill="hold">
                                          <p:stCondLst>
                                            <p:cond delay="499"/>
                                          </p:stCondLst>
                                        </p:cTn>
                                        <p:tgtEl>
                                          <p:spTgt spid="28725"/>
                                        </p:tgtEl>
                                        <p:attrNameLst>
                                          <p:attrName>style.visibility</p:attrName>
                                        </p:attrNameLst>
                                      </p:cBhvr>
                                      <p:to>
                                        <p:strVal val="visible"/>
                                      </p:to>
                                    </p:set>
                                  </p:childTnLst>
                                </p:cTn>
                              </p:par>
                            </p:childTnLst>
                          </p:cTn>
                        </p:par>
                      </p:childTnLst>
                    </p:cTn>
                  </p:par>
                  <p:par>
                    <p:cTn id="278" fill="hold" nodeType="clickPar">
                      <p:stCondLst>
                        <p:cond delay="indefinite"/>
                      </p:stCondLst>
                      <p:childTnLst>
                        <p:par>
                          <p:cTn id="279" fill="hold" nodeType="withGroup">
                            <p:stCondLst>
                              <p:cond delay="0"/>
                            </p:stCondLst>
                            <p:childTnLst>
                              <p:par>
                                <p:cTn id="280" presetID="17" presetClass="entr" presetSubtype="1" fill="hold" nodeType="clickEffect">
                                  <p:stCondLst>
                                    <p:cond delay="0"/>
                                  </p:stCondLst>
                                  <p:childTnLst>
                                    <p:set>
                                      <p:cBhvr>
                                        <p:cTn id="281" dur="1" fill="hold">
                                          <p:stCondLst>
                                            <p:cond delay="0"/>
                                          </p:stCondLst>
                                        </p:cTn>
                                        <p:tgtEl>
                                          <p:spTgt spid="28730"/>
                                        </p:tgtEl>
                                        <p:attrNameLst>
                                          <p:attrName>style.visibility</p:attrName>
                                        </p:attrNameLst>
                                      </p:cBhvr>
                                      <p:to>
                                        <p:strVal val="visible"/>
                                      </p:to>
                                    </p:set>
                                    <p:anim calcmode="lin" valueType="num">
                                      <p:cBhvr>
                                        <p:cTn id="282" dur="500" fill="hold"/>
                                        <p:tgtEl>
                                          <p:spTgt spid="28730"/>
                                        </p:tgtEl>
                                        <p:attrNameLst>
                                          <p:attrName>ppt_x</p:attrName>
                                        </p:attrNameLst>
                                      </p:cBhvr>
                                      <p:tavLst>
                                        <p:tav tm="0">
                                          <p:val>
                                            <p:strVal val="#ppt_x"/>
                                          </p:val>
                                        </p:tav>
                                        <p:tav tm="100000">
                                          <p:val>
                                            <p:strVal val="#ppt_x"/>
                                          </p:val>
                                        </p:tav>
                                      </p:tavLst>
                                    </p:anim>
                                    <p:anim calcmode="lin" valueType="num">
                                      <p:cBhvr>
                                        <p:cTn id="283" dur="500" fill="hold"/>
                                        <p:tgtEl>
                                          <p:spTgt spid="28730"/>
                                        </p:tgtEl>
                                        <p:attrNameLst>
                                          <p:attrName>ppt_y</p:attrName>
                                        </p:attrNameLst>
                                      </p:cBhvr>
                                      <p:tavLst>
                                        <p:tav tm="0">
                                          <p:val>
                                            <p:strVal val="#ppt_y-#ppt_h/2"/>
                                          </p:val>
                                        </p:tav>
                                        <p:tav tm="100000">
                                          <p:val>
                                            <p:strVal val="#ppt_y"/>
                                          </p:val>
                                        </p:tav>
                                      </p:tavLst>
                                    </p:anim>
                                    <p:anim calcmode="lin" valueType="num">
                                      <p:cBhvr>
                                        <p:cTn id="284" dur="500" fill="hold"/>
                                        <p:tgtEl>
                                          <p:spTgt spid="28730"/>
                                        </p:tgtEl>
                                        <p:attrNameLst>
                                          <p:attrName>ppt_w</p:attrName>
                                        </p:attrNameLst>
                                      </p:cBhvr>
                                      <p:tavLst>
                                        <p:tav tm="0">
                                          <p:val>
                                            <p:strVal val="#ppt_w"/>
                                          </p:val>
                                        </p:tav>
                                        <p:tav tm="100000">
                                          <p:val>
                                            <p:strVal val="#ppt_w"/>
                                          </p:val>
                                        </p:tav>
                                      </p:tavLst>
                                    </p:anim>
                                    <p:anim calcmode="lin" valueType="num">
                                      <p:cBhvr>
                                        <p:cTn id="285" dur="500" fill="hold"/>
                                        <p:tgtEl>
                                          <p:spTgt spid="28730"/>
                                        </p:tgtEl>
                                        <p:attrNameLst>
                                          <p:attrName>ppt_h</p:attrName>
                                        </p:attrNameLst>
                                      </p:cBhvr>
                                      <p:tavLst>
                                        <p:tav tm="0">
                                          <p:val>
                                            <p:fltVal val="0"/>
                                          </p:val>
                                        </p:tav>
                                        <p:tav tm="100000">
                                          <p:val>
                                            <p:strVal val="#ppt_h"/>
                                          </p:val>
                                        </p:tav>
                                      </p:tavLst>
                                    </p:anim>
                                  </p:childTnLst>
                                </p:cTn>
                              </p:par>
                            </p:childTnLst>
                          </p:cTn>
                        </p:par>
                      </p:childTnLst>
                    </p:cTn>
                  </p:par>
                  <p:par>
                    <p:cTn id="286" fill="hold" nodeType="clickPar">
                      <p:stCondLst>
                        <p:cond delay="indefinite"/>
                      </p:stCondLst>
                      <p:childTnLst>
                        <p:par>
                          <p:cTn id="287" fill="hold" nodeType="withGroup">
                            <p:stCondLst>
                              <p:cond delay="0"/>
                            </p:stCondLst>
                            <p:childTnLst>
                              <p:par>
                                <p:cTn id="288" presetID="17" presetClass="entr" presetSubtype="8" fill="hold" nodeType="clickEffect">
                                  <p:stCondLst>
                                    <p:cond delay="0"/>
                                  </p:stCondLst>
                                  <p:childTnLst>
                                    <p:set>
                                      <p:cBhvr>
                                        <p:cTn id="289" dur="1" fill="hold">
                                          <p:stCondLst>
                                            <p:cond delay="0"/>
                                          </p:stCondLst>
                                        </p:cTn>
                                        <p:tgtEl>
                                          <p:spTgt spid="28735"/>
                                        </p:tgtEl>
                                        <p:attrNameLst>
                                          <p:attrName>style.visibility</p:attrName>
                                        </p:attrNameLst>
                                      </p:cBhvr>
                                      <p:to>
                                        <p:strVal val="visible"/>
                                      </p:to>
                                    </p:set>
                                    <p:anim calcmode="lin" valueType="num">
                                      <p:cBhvr>
                                        <p:cTn id="290" dur="500" fill="hold"/>
                                        <p:tgtEl>
                                          <p:spTgt spid="28735"/>
                                        </p:tgtEl>
                                        <p:attrNameLst>
                                          <p:attrName>ppt_x</p:attrName>
                                        </p:attrNameLst>
                                      </p:cBhvr>
                                      <p:tavLst>
                                        <p:tav tm="0">
                                          <p:val>
                                            <p:strVal val="#ppt_x-#ppt_w/2"/>
                                          </p:val>
                                        </p:tav>
                                        <p:tav tm="100000">
                                          <p:val>
                                            <p:strVal val="#ppt_x"/>
                                          </p:val>
                                        </p:tav>
                                      </p:tavLst>
                                    </p:anim>
                                    <p:anim calcmode="lin" valueType="num">
                                      <p:cBhvr>
                                        <p:cTn id="291" dur="500" fill="hold"/>
                                        <p:tgtEl>
                                          <p:spTgt spid="28735"/>
                                        </p:tgtEl>
                                        <p:attrNameLst>
                                          <p:attrName>ppt_y</p:attrName>
                                        </p:attrNameLst>
                                      </p:cBhvr>
                                      <p:tavLst>
                                        <p:tav tm="0">
                                          <p:val>
                                            <p:strVal val="#ppt_y"/>
                                          </p:val>
                                        </p:tav>
                                        <p:tav tm="100000">
                                          <p:val>
                                            <p:strVal val="#ppt_y"/>
                                          </p:val>
                                        </p:tav>
                                      </p:tavLst>
                                    </p:anim>
                                    <p:anim calcmode="lin" valueType="num">
                                      <p:cBhvr>
                                        <p:cTn id="292" dur="500" fill="hold"/>
                                        <p:tgtEl>
                                          <p:spTgt spid="28735"/>
                                        </p:tgtEl>
                                        <p:attrNameLst>
                                          <p:attrName>ppt_w</p:attrName>
                                        </p:attrNameLst>
                                      </p:cBhvr>
                                      <p:tavLst>
                                        <p:tav tm="0">
                                          <p:val>
                                            <p:fltVal val="0"/>
                                          </p:val>
                                        </p:tav>
                                        <p:tav tm="100000">
                                          <p:val>
                                            <p:strVal val="#ppt_w"/>
                                          </p:val>
                                        </p:tav>
                                      </p:tavLst>
                                    </p:anim>
                                    <p:anim calcmode="lin" valueType="num">
                                      <p:cBhvr>
                                        <p:cTn id="293" dur="500" fill="hold"/>
                                        <p:tgtEl>
                                          <p:spTgt spid="28735"/>
                                        </p:tgtEl>
                                        <p:attrNameLst>
                                          <p:attrName>ppt_h</p:attrName>
                                        </p:attrNameLst>
                                      </p:cBhvr>
                                      <p:tavLst>
                                        <p:tav tm="0">
                                          <p:val>
                                            <p:strVal val="#ppt_h"/>
                                          </p:val>
                                        </p:tav>
                                        <p:tav tm="100000">
                                          <p:val>
                                            <p:strVal val="#ppt_h"/>
                                          </p:val>
                                        </p:tav>
                                      </p:tavLst>
                                    </p:anim>
                                  </p:childTnLst>
                                </p:cTn>
                              </p:par>
                            </p:childTnLst>
                          </p:cTn>
                        </p:par>
                      </p:childTnLst>
                    </p:cTn>
                  </p:par>
                  <p:par>
                    <p:cTn id="294" fill="hold" nodeType="clickPar">
                      <p:stCondLst>
                        <p:cond delay="indefinite"/>
                      </p:stCondLst>
                      <p:childTnLst>
                        <p:par>
                          <p:cTn id="295" fill="hold" nodeType="withGroup">
                            <p:stCondLst>
                              <p:cond delay="0"/>
                            </p:stCondLst>
                            <p:childTnLst>
                              <p:par>
                                <p:cTn id="296" presetID="2" presetClass="entr" presetSubtype="1" fill="hold" grpId="0" nodeType="clickEffect">
                                  <p:stCondLst>
                                    <p:cond delay="0"/>
                                  </p:stCondLst>
                                  <p:childTnLst>
                                    <p:set>
                                      <p:cBhvr>
                                        <p:cTn id="297" dur="1" fill="hold">
                                          <p:stCondLst>
                                            <p:cond delay="0"/>
                                          </p:stCondLst>
                                        </p:cTn>
                                        <p:tgtEl>
                                          <p:spTgt spid="28755"/>
                                        </p:tgtEl>
                                        <p:attrNameLst>
                                          <p:attrName>style.visibility</p:attrName>
                                        </p:attrNameLst>
                                      </p:cBhvr>
                                      <p:to>
                                        <p:strVal val="visible"/>
                                      </p:to>
                                    </p:set>
                                    <p:anim calcmode="lin" valueType="num">
                                      <p:cBhvr additive="base">
                                        <p:cTn id="298" dur="500" fill="hold"/>
                                        <p:tgtEl>
                                          <p:spTgt spid="28755"/>
                                        </p:tgtEl>
                                        <p:attrNameLst>
                                          <p:attrName>ppt_x</p:attrName>
                                        </p:attrNameLst>
                                      </p:cBhvr>
                                      <p:tavLst>
                                        <p:tav tm="0">
                                          <p:val>
                                            <p:strVal val="#ppt_x"/>
                                          </p:val>
                                        </p:tav>
                                        <p:tav tm="100000">
                                          <p:val>
                                            <p:strVal val="#ppt_x"/>
                                          </p:val>
                                        </p:tav>
                                      </p:tavLst>
                                    </p:anim>
                                    <p:anim calcmode="lin" valueType="num">
                                      <p:cBhvr additive="base">
                                        <p:cTn id="299" dur="500" fill="hold"/>
                                        <p:tgtEl>
                                          <p:spTgt spid="28755"/>
                                        </p:tgtEl>
                                        <p:attrNameLst>
                                          <p:attrName>ppt_y</p:attrName>
                                        </p:attrNameLst>
                                      </p:cBhvr>
                                      <p:tavLst>
                                        <p:tav tm="0">
                                          <p:val>
                                            <p:strVal val="0-#ppt_h/2"/>
                                          </p:val>
                                        </p:tav>
                                        <p:tav tm="100000">
                                          <p:val>
                                            <p:strVal val="#ppt_y"/>
                                          </p:val>
                                        </p:tav>
                                      </p:tavLst>
                                    </p:anim>
                                  </p:childTnLst>
                                </p:cTn>
                              </p:par>
                            </p:childTnLst>
                          </p:cTn>
                        </p:par>
                      </p:childTnLst>
                    </p:cTn>
                  </p:par>
                  <p:par>
                    <p:cTn id="300" fill="hold" nodeType="clickPar">
                      <p:stCondLst>
                        <p:cond delay="indefinite"/>
                      </p:stCondLst>
                      <p:childTnLst>
                        <p:par>
                          <p:cTn id="301" fill="hold" nodeType="withGroup">
                            <p:stCondLst>
                              <p:cond delay="0"/>
                            </p:stCondLst>
                            <p:childTnLst>
                              <p:par>
                                <p:cTn id="302" presetID="1" presetClass="entr" presetSubtype="0" fill="hold" nodeType="clickEffect">
                                  <p:stCondLst>
                                    <p:cond delay="0"/>
                                  </p:stCondLst>
                                  <p:childTnLst>
                                    <p:set>
                                      <p:cBhvr>
                                        <p:cTn id="303" dur="1" fill="hold">
                                          <p:stCondLst>
                                            <p:cond delay="499"/>
                                          </p:stCondLst>
                                        </p:cTn>
                                        <p:tgtEl>
                                          <p:spTgt spid="28741"/>
                                        </p:tgtEl>
                                        <p:attrNameLst>
                                          <p:attrName>style.visibility</p:attrName>
                                        </p:attrNameLst>
                                      </p:cBhvr>
                                      <p:to>
                                        <p:strVal val="visible"/>
                                      </p:to>
                                    </p:set>
                                  </p:childTnLst>
                                </p:cTn>
                              </p:par>
                            </p:childTnLst>
                          </p:cTn>
                        </p:par>
                      </p:childTnLst>
                    </p:cTn>
                  </p:par>
                  <p:par>
                    <p:cTn id="304" fill="hold" nodeType="clickPar">
                      <p:stCondLst>
                        <p:cond delay="indefinite"/>
                      </p:stCondLst>
                      <p:childTnLst>
                        <p:par>
                          <p:cTn id="305" fill="hold" nodeType="withGroup">
                            <p:stCondLst>
                              <p:cond delay="0"/>
                            </p:stCondLst>
                            <p:childTnLst>
                              <p:par>
                                <p:cTn id="306" presetID="1" presetClass="entr" presetSubtype="0" fill="hold" nodeType="clickEffect">
                                  <p:stCondLst>
                                    <p:cond delay="0"/>
                                  </p:stCondLst>
                                  <p:childTnLst>
                                    <p:set>
                                      <p:cBhvr>
                                        <p:cTn id="307" dur="1" fill="hold">
                                          <p:stCondLst>
                                            <p:cond delay="499"/>
                                          </p:stCondLst>
                                        </p:cTn>
                                        <p:tgtEl>
                                          <p:spTgt spid="28748"/>
                                        </p:tgtEl>
                                        <p:attrNameLst>
                                          <p:attrName>style.visibility</p:attrName>
                                        </p:attrNameLst>
                                      </p:cBhvr>
                                      <p:to>
                                        <p:strVal val="visible"/>
                                      </p:to>
                                    </p:set>
                                  </p:childTnLst>
                                </p:cTn>
                              </p:par>
                            </p:childTnLst>
                          </p:cTn>
                        </p:par>
                      </p:childTnLst>
                    </p:cTn>
                  </p:par>
                  <p:par>
                    <p:cTn id="308" fill="hold" nodeType="clickPar">
                      <p:stCondLst>
                        <p:cond delay="indefinite"/>
                      </p:stCondLst>
                      <p:childTnLst>
                        <p:par>
                          <p:cTn id="309" fill="hold" nodeType="withGroup">
                            <p:stCondLst>
                              <p:cond delay="0"/>
                            </p:stCondLst>
                            <p:childTnLst>
                              <p:par>
                                <p:cTn id="310" presetID="18" presetClass="entr" presetSubtype="3" fill="hold" grpId="0" nodeType="clickEffect">
                                  <p:stCondLst>
                                    <p:cond delay="0"/>
                                  </p:stCondLst>
                                  <p:childTnLst>
                                    <p:set>
                                      <p:cBhvr>
                                        <p:cTn id="311" dur="1" fill="hold">
                                          <p:stCondLst>
                                            <p:cond delay="0"/>
                                          </p:stCondLst>
                                        </p:cTn>
                                        <p:tgtEl>
                                          <p:spTgt spid="28756"/>
                                        </p:tgtEl>
                                        <p:attrNameLst>
                                          <p:attrName>style.visibility</p:attrName>
                                        </p:attrNameLst>
                                      </p:cBhvr>
                                      <p:to>
                                        <p:strVal val="visible"/>
                                      </p:to>
                                    </p:set>
                                    <p:animEffect transition="in" filter="strips(upRight)">
                                      <p:cBhvr>
                                        <p:cTn id="312" dur="500"/>
                                        <p:tgtEl>
                                          <p:spTgt spid="28756"/>
                                        </p:tgtEl>
                                      </p:cBhvr>
                                    </p:animEffect>
                                  </p:childTnLst>
                                </p:cTn>
                              </p:par>
                            </p:childTnLst>
                          </p:cTn>
                        </p:par>
                      </p:childTnLst>
                    </p:cTn>
                  </p:par>
                  <p:par>
                    <p:cTn id="313" fill="hold" nodeType="clickPar">
                      <p:stCondLst>
                        <p:cond delay="indefinite"/>
                      </p:stCondLst>
                      <p:childTnLst>
                        <p:par>
                          <p:cTn id="314" fill="hold" nodeType="withGroup">
                            <p:stCondLst>
                              <p:cond delay="0"/>
                            </p:stCondLst>
                            <p:childTnLst>
                              <p:par>
                                <p:cTn id="315" presetID="18" presetClass="entr" presetSubtype="6" fill="hold" grpId="0" nodeType="clickEffect">
                                  <p:stCondLst>
                                    <p:cond delay="0"/>
                                  </p:stCondLst>
                                  <p:childTnLst>
                                    <p:set>
                                      <p:cBhvr>
                                        <p:cTn id="316" dur="1" fill="hold">
                                          <p:stCondLst>
                                            <p:cond delay="0"/>
                                          </p:stCondLst>
                                        </p:cTn>
                                        <p:tgtEl>
                                          <p:spTgt spid="28757"/>
                                        </p:tgtEl>
                                        <p:attrNameLst>
                                          <p:attrName>style.visibility</p:attrName>
                                        </p:attrNameLst>
                                      </p:cBhvr>
                                      <p:to>
                                        <p:strVal val="visible"/>
                                      </p:to>
                                    </p:set>
                                    <p:animEffect transition="in" filter="strips(downRight)">
                                      <p:cBhvr>
                                        <p:cTn id="317" dur="500"/>
                                        <p:tgtEl>
                                          <p:spTgt spid="28757"/>
                                        </p:tgtEl>
                                      </p:cBhvr>
                                    </p:animEffect>
                                  </p:childTnLst>
                                </p:cTn>
                              </p:par>
                            </p:childTnLst>
                          </p:cTn>
                        </p:par>
                      </p:childTnLst>
                    </p:cTn>
                  </p:par>
                  <p:par>
                    <p:cTn id="318" fill="hold" nodeType="clickPar">
                      <p:stCondLst>
                        <p:cond delay="indefinite"/>
                      </p:stCondLst>
                      <p:childTnLst>
                        <p:par>
                          <p:cTn id="319" fill="hold" nodeType="withGroup">
                            <p:stCondLst>
                              <p:cond delay="0"/>
                            </p:stCondLst>
                            <p:childTnLst>
                              <p:par>
                                <p:cTn id="320" presetID="17" presetClass="entr" presetSubtype="1" fill="hold" grpId="0" nodeType="clickEffect">
                                  <p:stCondLst>
                                    <p:cond delay="0"/>
                                  </p:stCondLst>
                                  <p:childTnLst>
                                    <p:set>
                                      <p:cBhvr>
                                        <p:cTn id="321" dur="1" fill="hold">
                                          <p:stCondLst>
                                            <p:cond delay="0"/>
                                          </p:stCondLst>
                                        </p:cTn>
                                        <p:tgtEl>
                                          <p:spTgt spid="28758"/>
                                        </p:tgtEl>
                                        <p:attrNameLst>
                                          <p:attrName>style.visibility</p:attrName>
                                        </p:attrNameLst>
                                      </p:cBhvr>
                                      <p:to>
                                        <p:strVal val="visible"/>
                                      </p:to>
                                    </p:set>
                                    <p:anim calcmode="lin" valueType="num">
                                      <p:cBhvr>
                                        <p:cTn id="322" dur="500" fill="hold"/>
                                        <p:tgtEl>
                                          <p:spTgt spid="28758"/>
                                        </p:tgtEl>
                                        <p:attrNameLst>
                                          <p:attrName>ppt_x</p:attrName>
                                        </p:attrNameLst>
                                      </p:cBhvr>
                                      <p:tavLst>
                                        <p:tav tm="0">
                                          <p:val>
                                            <p:strVal val="#ppt_x"/>
                                          </p:val>
                                        </p:tav>
                                        <p:tav tm="100000">
                                          <p:val>
                                            <p:strVal val="#ppt_x"/>
                                          </p:val>
                                        </p:tav>
                                      </p:tavLst>
                                    </p:anim>
                                    <p:anim calcmode="lin" valueType="num">
                                      <p:cBhvr>
                                        <p:cTn id="323" dur="500" fill="hold"/>
                                        <p:tgtEl>
                                          <p:spTgt spid="28758"/>
                                        </p:tgtEl>
                                        <p:attrNameLst>
                                          <p:attrName>ppt_y</p:attrName>
                                        </p:attrNameLst>
                                      </p:cBhvr>
                                      <p:tavLst>
                                        <p:tav tm="0">
                                          <p:val>
                                            <p:strVal val="#ppt_y-#ppt_h/2"/>
                                          </p:val>
                                        </p:tav>
                                        <p:tav tm="100000">
                                          <p:val>
                                            <p:strVal val="#ppt_y"/>
                                          </p:val>
                                        </p:tav>
                                      </p:tavLst>
                                    </p:anim>
                                    <p:anim calcmode="lin" valueType="num">
                                      <p:cBhvr>
                                        <p:cTn id="324" dur="500" fill="hold"/>
                                        <p:tgtEl>
                                          <p:spTgt spid="28758"/>
                                        </p:tgtEl>
                                        <p:attrNameLst>
                                          <p:attrName>ppt_w</p:attrName>
                                        </p:attrNameLst>
                                      </p:cBhvr>
                                      <p:tavLst>
                                        <p:tav tm="0">
                                          <p:val>
                                            <p:strVal val="#ppt_w"/>
                                          </p:val>
                                        </p:tav>
                                        <p:tav tm="100000">
                                          <p:val>
                                            <p:strVal val="#ppt_w"/>
                                          </p:val>
                                        </p:tav>
                                      </p:tavLst>
                                    </p:anim>
                                    <p:anim calcmode="lin" valueType="num">
                                      <p:cBhvr>
                                        <p:cTn id="325" dur="500" fill="hold"/>
                                        <p:tgtEl>
                                          <p:spTgt spid="28758"/>
                                        </p:tgtEl>
                                        <p:attrNameLst>
                                          <p:attrName>ppt_h</p:attrName>
                                        </p:attrNameLst>
                                      </p:cBhvr>
                                      <p:tavLst>
                                        <p:tav tm="0">
                                          <p:val>
                                            <p:fltVal val="0"/>
                                          </p:val>
                                        </p:tav>
                                        <p:tav tm="100000">
                                          <p:val>
                                            <p:strVal val="#ppt_h"/>
                                          </p:val>
                                        </p:tav>
                                      </p:tavLst>
                                    </p:anim>
                                  </p:childTnLst>
                                </p:cTn>
                              </p:par>
                            </p:childTnLst>
                          </p:cTn>
                        </p:par>
                      </p:childTnLst>
                    </p:cTn>
                  </p:par>
                  <p:par>
                    <p:cTn id="326" fill="hold" nodeType="clickPar">
                      <p:stCondLst>
                        <p:cond delay="indefinite"/>
                      </p:stCondLst>
                      <p:childTnLst>
                        <p:par>
                          <p:cTn id="327" fill="hold" nodeType="withGroup">
                            <p:stCondLst>
                              <p:cond delay="0"/>
                            </p:stCondLst>
                            <p:childTnLst>
                              <p:par>
                                <p:cTn id="328" presetID="18" presetClass="entr" presetSubtype="12" fill="hold" grpId="0" nodeType="clickEffect">
                                  <p:stCondLst>
                                    <p:cond delay="0"/>
                                  </p:stCondLst>
                                  <p:childTnLst>
                                    <p:set>
                                      <p:cBhvr>
                                        <p:cTn id="329" dur="1" fill="hold">
                                          <p:stCondLst>
                                            <p:cond delay="0"/>
                                          </p:stCondLst>
                                        </p:cTn>
                                        <p:tgtEl>
                                          <p:spTgt spid="28759"/>
                                        </p:tgtEl>
                                        <p:attrNameLst>
                                          <p:attrName>style.visibility</p:attrName>
                                        </p:attrNameLst>
                                      </p:cBhvr>
                                      <p:to>
                                        <p:strVal val="visible"/>
                                      </p:to>
                                    </p:set>
                                    <p:animEffect transition="in" filter="strips(downLeft)">
                                      <p:cBhvr>
                                        <p:cTn id="330" dur="500"/>
                                        <p:tgtEl>
                                          <p:spTgt spid="28759"/>
                                        </p:tgtEl>
                                      </p:cBhvr>
                                    </p:animEffect>
                                  </p:childTnLst>
                                </p:cTn>
                              </p:par>
                            </p:childTnLst>
                          </p:cTn>
                        </p:par>
                      </p:childTnLst>
                    </p:cTn>
                  </p:par>
                  <p:par>
                    <p:cTn id="331" fill="hold" nodeType="clickPar">
                      <p:stCondLst>
                        <p:cond delay="indefinite"/>
                      </p:stCondLst>
                      <p:childTnLst>
                        <p:par>
                          <p:cTn id="332" fill="hold" nodeType="withGroup">
                            <p:stCondLst>
                              <p:cond delay="0"/>
                            </p:stCondLst>
                            <p:childTnLst>
                              <p:par>
                                <p:cTn id="333" presetID="18" presetClass="entr" presetSubtype="9" fill="hold" grpId="0" nodeType="clickEffect">
                                  <p:stCondLst>
                                    <p:cond delay="0"/>
                                  </p:stCondLst>
                                  <p:childTnLst>
                                    <p:set>
                                      <p:cBhvr>
                                        <p:cTn id="334" dur="1" fill="hold">
                                          <p:stCondLst>
                                            <p:cond delay="0"/>
                                          </p:stCondLst>
                                        </p:cTn>
                                        <p:tgtEl>
                                          <p:spTgt spid="28760"/>
                                        </p:tgtEl>
                                        <p:attrNameLst>
                                          <p:attrName>style.visibility</p:attrName>
                                        </p:attrNameLst>
                                      </p:cBhvr>
                                      <p:to>
                                        <p:strVal val="visible"/>
                                      </p:to>
                                    </p:set>
                                    <p:animEffect transition="in" filter="strips(upLeft)">
                                      <p:cBhvr>
                                        <p:cTn id="335" dur="500"/>
                                        <p:tgtEl>
                                          <p:spTgt spid="28760"/>
                                        </p:tgtEl>
                                      </p:cBhvr>
                                    </p:animEffect>
                                  </p:childTnLst>
                                </p:cTn>
                              </p:par>
                            </p:childTnLst>
                          </p:cTn>
                        </p:par>
                      </p:childTnLst>
                    </p:cTn>
                  </p:par>
                  <p:par>
                    <p:cTn id="336" fill="hold" nodeType="clickPar">
                      <p:stCondLst>
                        <p:cond delay="indefinite"/>
                      </p:stCondLst>
                      <p:childTnLst>
                        <p:par>
                          <p:cTn id="337" fill="hold" nodeType="withGroup">
                            <p:stCondLst>
                              <p:cond delay="0"/>
                            </p:stCondLst>
                            <p:childTnLst>
                              <p:par>
                                <p:cTn id="338" presetID="23" presetClass="entr" presetSubtype="16" fill="hold" grpId="0" nodeType="clickEffect">
                                  <p:stCondLst>
                                    <p:cond delay="0"/>
                                  </p:stCondLst>
                                  <p:childTnLst>
                                    <p:set>
                                      <p:cBhvr>
                                        <p:cTn id="339" dur="1" fill="hold">
                                          <p:stCondLst>
                                            <p:cond delay="0"/>
                                          </p:stCondLst>
                                        </p:cTn>
                                        <p:tgtEl>
                                          <p:spTgt spid="28761"/>
                                        </p:tgtEl>
                                        <p:attrNameLst>
                                          <p:attrName>style.visibility</p:attrName>
                                        </p:attrNameLst>
                                      </p:cBhvr>
                                      <p:to>
                                        <p:strVal val="visible"/>
                                      </p:to>
                                    </p:set>
                                    <p:anim calcmode="lin" valueType="num">
                                      <p:cBhvr>
                                        <p:cTn id="340" dur="500" fill="hold"/>
                                        <p:tgtEl>
                                          <p:spTgt spid="28761"/>
                                        </p:tgtEl>
                                        <p:attrNameLst>
                                          <p:attrName>ppt_w</p:attrName>
                                        </p:attrNameLst>
                                      </p:cBhvr>
                                      <p:tavLst>
                                        <p:tav tm="0">
                                          <p:val>
                                            <p:fltVal val="0"/>
                                          </p:val>
                                        </p:tav>
                                        <p:tav tm="100000">
                                          <p:val>
                                            <p:strVal val="#ppt_w"/>
                                          </p:val>
                                        </p:tav>
                                      </p:tavLst>
                                    </p:anim>
                                    <p:anim calcmode="lin" valueType="num">
                                      <p:cBhvr>
                                        <p:cTn id="341" dur="500" fill="hold"/>
                                        <p:tgtEl>
                                          <p:spTgt spid="28761"/>
                                        </p:tgtEl>
                                        <p:attrNameLst>
                                          <p:attrName>ppt_h</p:attrName>
                                        </p:attrNameLst>
                                      </p:cBhvr>
                                      <p:tavLst>
                                        <p:tav tm="0">
                                          <p:val>
                                            <p:fltVal val="0"/>
                                          </p:val>
                                        </p:tav>
                                        <p:tav tm="100000">
                                          <p:val>
                                            <p:strVal val="#ppt_h"/>
                                          </p:val>
                                        </p:tav>
                                      </p:tavLst>
                                    </p:anim>
                                  </p:childTnLst>
                                </p:cTn>
                              </p:par>
                            </p:childTnLst>
                          </p:cTn>
                        </p:par>
                      </p:childTnLst>
                    </p:cTn>
                  </p:par>
                  <p:par>
                    <p:cTn id="342" fill="hold" nodeType="clickPar">
                      <p:stCondLst>
                        <p:cond delay="indefinite"/>
                      </p:stCondLst>
                      <p:childTnLst>
                        <p:par>
                          <p:cTn id="343" fill="hold" nodeType="withGroup">
                            <p:stCondLst>
                              <p:cond delay="0"/>
                            </p:stCondLst>
                            <p:childTnLst>
                              <p:par>
                                <p:cTn id="344" presetID="23" presetClass="entr" presetSubtype="16" fill="hold" grpId="0" nodeType="clickEffect">
                                  <p:stCondLst>
                                    <p:cond delay="0"/>
                                  </p:stCondLst>
                                  <p:childTnLst>
                                    <p:set>
                                      <p:cBhvr>
                                        <p:cTn id="345" dur="1" fill="hold">
                                          <p:stCondLst>
                                            <p:cond delay="0"/>
                                          </p:stCondLst>
                                        </p:cTn>
                                        <p:tgtEl>
                                          <p:spTgt spid="28762"/>
                                        </p:tgtEl>
                                        <p:attrNameLst>
                                          <p:attrName>style.visibility</p:attrName>
                                        </p:attrNameLst>
                                      </p:cBhvr>
                                      <p:to>
                                        <p:strVal val="visible"/>
                                      </p:to>
                                    </p:set>
                                    <p:anim calcmode="lin" valueType="num">
                                      <p:cBhvr>
                                        <p:cTn id="346" dur="500" fill="hold"/>
                                        <p:tgtEl>
                                          <p:spTgt spid="28762"/>
                                        </p:tgtEl>
                                        <p:attrNameLst>
                                          <p:attrName>ppt_w</p:attrName>
                                        </p:attrNameLst>
                                      </p:cBhvr>
                                      <p:tavLst>
                                        <p:tav tm="0">
                                          <p:val>
                                            <p:fltVal val="0"/>
                                          </p:val>
                                        </p:tav>
                                        <p:tav tm="100000">
                                          <p:val>
                                            <p:strVal val="#ppt_w"/>
                                          </p:val>
                                        </p:tav>
                                      </p:tavLst>
                                    </p:anim>
                                    <p:anim calcmode="lin" valueType="num">
                                      <p:cBhvr>
                                        <p:cTn id="347" dur="500" fill="hold"/>
                                        <p:tgtEl>
                                          <p:spTgt spid="28762"/>
                                        </p:tgtEl>
                                        <p:attrNameLst>
                                          <p:attrName>ppt_h</p:attrName>
                                        </p:attrNameLst>
                                      </p:cBhvr>
                                      <p:tavLst>
                                        <p:tav tm="0">
                                          <p:val>
                                            <p:fltVal val="0"/>
                                          </p:val>
                                        </p:tav>
                                        <p:tav tm="100000">
                                          <p:val>
                                            <p:strVal val="#ppt_h"/>
                                          </p:val>
                                        </p:tav>
                                      </p:tavLst>
                                    </p:anim>
                                  </p:childTnLst>
                                </p:cTn>
                              </p:par>
                            </p:childTnLst>
                          </p:cTn>
                        </p:par>
                      </p:childTnLst>
                    </p:cTn>
                  </p:par>
                  <p:par>
                    <p:cTn id="348" fill="hold" nodeType="clickPar">
                      <p:stCondLst>
                        <p:cond delay="indefinite"/>
                      </p:stCondLst>
                      <p:childTnLst>
                        <p:par>
                          <p:cTn id="349" fill="hold" nodeType="withGroup">
                            <p:stCondLst>
                              <p:cond delay="0"/>
                            </p:stCondLst>
                            <p:childTnLst>
                              <p:par>
                                <p:cTn id="350" presetID="23" presetClass="entr" presetSubtype="16" fill="hold" grpId="0" nodeType="clickEffect">
                                  <p:stCondLst>
                                    <p:cond delay="0"/>
                                  </p:stCondLst>
                                  <p:childTnLst>
                                    <p:set>
                                      <p:cBhvr>
                                        <p:cTn id="351" dur="1" fill="hold">
                                          <p:stCondLst>
                                            <p:cond delay="0"/>
                                          </p:stCondLst>
                                        </p:cTn>
                                        <p:tgtEl>
                                          <p:spTgt spid="28763"/>
                                        </p:tgtEl>
                                        <p:attrNameLst>
                                          <p:attrName>style.visibility</p:attrName>
                                        </p:attrNameLst>
                                      </p:cBhvr>
                                      <p:to>
                                        <p:strVal val="visible"/>
                                      </p:to>
                                    </p:set>
                                    <p:anim calcmode="lin" valueType="num">
                                      <p:cBhvr>
                                        <p:cTn id="352" dur="500" fill="hold"/>
                                        <p:tgtEl>
                                          <p:spTgt spid="28763"/>
                                        </p:tgtEl>
                                        <p:attrNameLst>
                                          <p:attrName>ppt_w</p:attrName>
                                        </p:attrNameLst>
                                      </p:cBhvr>
                                      <p:tavLst>
                                        <p:tav tm="0">
                                          <p:val>
                                            <p:fltVal val="0"/>
                                          </p:val>
                                        </p:tav>
                                        <p:tav tm="100000">
                                          <p:val>
                                            <p:strVal val="#ppt_w"/>
                                          </p:val>
                                        </p:tav>
                                      </p:tavLst>
                                    </p:anim>
                                    <p:anim calcmode="lin" valueType="num">
                                      <p:cBhvr>
                                        <p:cTn id="353" dur="500" fill="hold"/>
                                        <p:tgtEl>
                                          <p:spTgt spid="28763"/>
                                        </p:tgtEl>
                                        <p:attrNameLst>
                                          <p:attrName>ppt_h</p:attrName>
                                        </p:attrNameLst>
                                      </p:cBhvr>
                                      <p:tavLst>
                                        <p:tav tm="0">
                                          <p:val>
                                            <p:fltVal val="0"/>
                                          </p:val>
                                        </p:tav>
                                        <p:tav tm="100000">
                                          <p:val>
                                            <p:strVal val="#ppt_h"/>
                                          </p:val>
                                        </p:tav>
                                      </p:tavLst>
                                    </p:anim>
                                  </p:childTnLst>
                                </p:cTn>
                              </p:par>
                            </p:childTnLst>
                          </p:cTn>
                        </p:par>
                      </p:childTnLst>
                    </p:cTn>
                  </p:par>
                  <p:par>
                    <p:cTn id="354" fill="hold" nodeType="clickPar">
                      <p:stCondLst>
                        <p:cond delay="indefinite"/>
                      </p:stCondLst>
                      <p:childTnLst>
                        <p:par>
                          <p:cTn id="355" fill="hold" nodeType="withGroup">
                            <p:stCondLst>
                              <p:cond delay="0"/>
                            </p:stCondLst>
                            <p:childTnLst>
                              <p:par>
                                <p:cTn id="356" presetID="17" presetClass="entr" presetSubtype="2" fill="hold" grpId="0" nodeType="clickEffect">
                                  <p:stCondLst>
                                    <p:cond delay="0"/>
                                  </p:stCondLst>
                                  <p:childTnLst>
                                    <p:set>
                                      <p:cBhvr>
                                        <p:cTn id="357" dur="1" fill="hold">
                                          <p:stCondLst>
                                            <p:cond delay="0"/>
                                          </p:stCondLst>
                                        </p:cTn>
                                        <p:tgtEl>
                                          <p:spTgt spid="28764"/>
                                        </p:tgtEl>
                                        <p:attrNameLst>
                                          <p:attrName>style.visibility</p:attrName>
                                        </p:attrNameLst>
                                      </p:cBhvr>
                                      <p:to>
                                        <p:strVal val="visible"/>
                                      </p:to>
                                    </p:set>
                                    <p:anim calcmode="lin" valueType="num">
                                      <p:cBhvr>
                                        <p:cTn id="358" dur="500" fill="hold"/>
                                        <p:tgtEl>
                                          <p:spTgt spid="28764"/>
                                        </p:tgtEl>
                                        <p:attrNameLst>
                                          <p:attrName>ppt_x</p:attrName>
                                        </p:attrNameLst>
                                      </p:cBhvr>
                                      <p:tavLst>
                                        <p:tav tm="0">
                                          <p:val>
                                            <p:strVal val="#ppt_x+#ppt_w/2"/>
                                          </p:val>
                                        </p:tav>
                                        <p:tav tm="100000">
                                          <p:val>
                                            <p:strVal val="#ppt_x"/>
                                          </p:val>
                                        </p:tav>
                                      </p:tavLst>
                                    </p:anim>
                                    <p:anim calcmode="lin" valueType="num">
                                      <p:cBhvr>
                                        <p:cTn id="359" dur="500" fill="hold"/>
                                        <p:tgtEl>
                                          <p:spTgt spid="28764"/>
                                        </p:tgtEl>
                                        <p:attrNameLst>
                                          <p:attrName>ppt_y</p:attrName>
                                        </p:attrNameLst>
                                      </p:cBhvr>
                                      <p:tavLst>
                                        <p:tav tm="0">
                                          <p:val>
                                            <p:strVal val="#ppt_y"/>
                                          </p:val>
                                        </p:tav>
                                        <p:tav tm="100000">
                                          <p:val>
                                            <p:strVal val="#ppt_y"/>
                                          </p:val>
                                        </p:tav>
                                      </p:tavLst>
                                    </p:anim>
                                    <p:anim calcmode="lin" valueType="num">
                                      <p:cBhvr>
                                        <p:cTn id="360" dur="500" fill="hold"/>
                                        <p:tgtEl>
                                          <p:spTgt spid="28764"/>
                                        </p:tgtEl>
                                        <p:attrNameLst>
                                          <p:attrName>ppt_w</p:attrName>
                                        </p:attrNameLst>
                                      </p:cBhvr>
                                      <p:tavLst>
                                        <p:tav tm="0">
                                          <p:val>
                                            <p:fltVal val="0"/>
                                          </p:val>
                                        </p:tav>
                                        <p:tav tm="100000">
                                          <p:val>
                                            <p:strVal val="#ppt_w"/>
                                          </p:val>
                                        </p:tav>
                                      </p:tavLst>
                                    </p:anim>
                                    <p:anim calcmode="lin" valueType="num">
                                      <p:cBhvr>
                                        <p:cTn id="361" dur="500" fill="hold"/>
                                        <p:tgtEl>
                                          <p:spTgt spid="28764"/>
                                        </p:tgtEl>
                                        <p:attrNameLst>
                                          <p:attrName>ppt_h</p:attrName>
                                        </p:attrNameLst>
                                      </p:cBhvr>
                                      <p:tavLst>
                                        <p:tav tm="0">
                                          <p:val>
                                            <p:strVal val="#ppt_h"/>
                                          </p:val>
                                        </p:tav>
                                        <p:tav tm="100000">
                                          <p:val>
                                            <p:strVal val="#ppt_h"/>
                                          </p:val>
                                        </p:tav>
                                      </p:tavLst>
                                    </p:anim>
                                  </p:childTnLst>
                                </p:cTn>
                              </p:par>
                            </p:childTnLst>
                          </p:cTn>
                        </p:par>
                      </p:childTnLst>
                    </p:cTn>
                  </p:par>
                  <p:par>
                    <p:cTn id="362" fill="hold" nodeType="clickPar">
                      <p:stCondLst>
                        <p:cond delay="indefinite"/>
                      </p:stCondLst>
                      <p:childTnLst>
                        <p:par>
                          <p:cTn id="363" fill="hold" nodeType="withGroup">
                            <p:stCondLst>
                              <p:cond delay="0"/>
                            </p:stCondLst>
                            <p:childTnLst>
                              <p:par>
                                <p:cTn id="364" presetID="17" presetClass="entr" presetSubtype="2" fill="hold" grpId="0" nodeType="clickEffect">
                                  <p:stCondLst>
                                    <p:cond delay="0"/>
                                  </p:stCondLst>
                                  <p:childTnLst>
                                    <p:set>
                                      <p:cBhvr>
                                        <p:cTn id="365" dur="1" fill="hold">
                                          <p:stCondLst>
                                            <p:cond delay="0"/>
                                          </p:stCondLst>
                                        </p:cTn>
                                        <p:tgtEl>
                                          <p:spTgt spid="28765"/>
                                        </p:tgtEl>
                                        <p:attrNameLst>
                                          <p:attrName>style.visibility</p:attrName>
                                        </p:attrNameLst>
                                      </p:cBhvr>
                                      <p:to>
                                        <p:strVal val="visible"/>
                                      </p:to>
                                    </p:set>
                                    <p:anim calcmode="lin" valueType="num">
                                      <p:cBhvr>
                                        <p:cTn id="366" dur="500" fill="hold"/>
                                        <p:tgtEl>
                                          <p:spTgt spid="28765"/>
                                        </p:tgtEl>
                                        <p:attrNameLst>
                                          <p:attrName>ppt_x</p:attrName>
                                        </p:attrNameLst>
                                      </p:cBhvr>
                                      <p:tavLst>
                                        <p:tav tm="0">
                                          <p:val>
                                            <p:strVal val="#ppt_x+#ppt_w/2"/>
                                          </p:val>
                                        </p:tav>
                                        <p:tav tm="100000">
                                          <p:val>
                                            <p:strVal val="#ppt_x"/>
                                          </p:val>
                                        </p:tav>
                                      </p:tavLst>
                                    </p:anim>
                                    <p:anim calcmode="lin" valueType="num">
                                      <p:cBhvr>
                                        <p:cTn id="367" dur="500" fill="hold"/>
                                        <p:tgtEl>
                                          <p:spTgt spid="28765"/>
                                        </p:tgtEl>
                                        <p:attrNameLst>
                                          <p:attrName>ppt_y</p:attrName>
                                        </p:attrNameLst>
                                      </p:cBhvr>
                                      <p:tavLst>
                                        <p:tav tm="0">
                                          <p:val>
                                            <p:strVal val="#ppt_y"/>
                                          </p:val>
                                        </p:tav>
                                        <p:tav tm="100000">
                                          <p:val>
                                            <p:strVal val="#ppt_y"/>
                                          </p:val>
                                        </p:tav>
                                      </p:tavLst>
                                    </p:anim>
                                    <p:anim calcmode="lin" valueType="num">
                                      <p:cBhvr>
                                        <p:cTn id="368" dur="500" fill="hold"/>
                                        <p:tgtEl>
                                          <p:spTgt spid="28765"/>
                                        </p:tgtEl>
                                        <p:attrNameLst>
                                          <p:attrName>ppt_w</p:attrName>
                                        </p:attrNameLst>
                                      </p:cBhvr>
                                      <p:tavLst>
                                        <p:tav tm="0">
                                          <p:val>
                                            <p:fltVal val="0"/>
                                          </p:val>
                                        </p:tav>
                                        <p:tav tm="100000">
                                          <p:val>
                                            <p:strVal val="#ppt_w"/>
                                          </p:val>
                                        </p:tav>
                                      </p:tavLst>
                                    </p:anim>
                                    <p:anim calcmode="lin" valueType="num">
                                      <p:cBhvr>
                                        <p:cTn id="369" dur="500" fill="hold"/>
                                        <p:tgtEl>
                                          <p:spTgt spid="28765"/>
                                        </p:tgtEl>
                                        <p:attrNameLst>
                                          <p:attrName>ppt_h</p:attrName>
                                        </p:attrNameLst>
                                      </p:cBhvr>
                                      <p:tavLst>
                                        <p:tav tm="0">
                                          <p:val>
                                            <p:strVal val="#ppt_h"/>
                                          </p:val>
                                        </p:tav>
                                        <p:tav tm="100000">
                                          <p:val>
                                            <p:strVal val="#ppt_h"/>
                                          </p:val>
                                        </p:tav>
                                      </p:tavLst>
                                    </p:anim>
                                  </p:childTnLst>
                                </p:cTn>
                              </p:par>
                            </p:childTnLst>
                          </p:cTn>
                        </p:par>
                      </p:childTnLst>
                    </p:cTn>
                  </p:par>
                  <p:par>
                    <p:cTn id="370" fill="hold" nodeType="clickPar">
                      <p:stCondLst>
                        <p:cond delay="indefinite"/>
                      </p:stCondLst>
                      <p:childTnLst>
                        <p:par>
                          <p:cTn id="371" fill="hold" nodeType="withGroup">
                            <p:stCondLst>
                              <p:cond delay="0"/>
                            </p:stCondLst>
                            <p:childTnLst>
                              <p:par>
                                <p:cTn id="372" presetID="18" presetClass="entr" presetSubtype="6" fill="hold" grpId="0" nodeType="clickEffect">
                                  <p:stCondLst>
                                    <p:cond delay="0"/>
                                  </p:stCondLst>
                                  <p:childTnLst>
                                    <p:set>
                                      <p:cBhvr>
                                        <p:cTn id="373" dur="1" fill="hold">
                                          <p:stCondLst>
                                            <p:cond delay="0"/>
                                          </p:stCondLst>
                                        </p:cTn>
                                        <p:tgtEl>
                                          <p:spTgt spid="28766"/>
                                        </p:tgtEl>
                                        <p:attrNameLst>
                                          <p:attrName>style.visibility</p:attrName>
                                        </p:attrNameLst>
                                      </p:cBhvr>
                                      <p:to>
                                        <p:strVal val="visible"/>
                                      </p:to>
                                    </p:set>
                                    <p:animEffect transition="in" filter="strips(downRight)">
                                      <p:cBhvr>
                                        <p:cTn id="374" dur="500"/>
                                        <p:tgtEl>
                                          <p:spTgt spid="28766"/>
                                        </p:tgtEl>
                                      </p:cBhvr>
                                    </p:animEffect>
                                  </p:childTnLst>
                                </p:cTn>
                              </p:par>
                            </p:childTnLst>
                          </p:cTn>
                        </p:par>
                      </p:childTnLst>
                    </p:cTn>
                  </p:par>
                  <p:par>
                    <p:cTn id="375" fill="hold" nodeType="clickPar">
                      <p:stCondLst>
                        <p:cond delay="indefinite"/>
                      </p:stCondLst>
                      <p:childTnLst>
                        <p:par>
                          <p:cTn id="376" fill="hold" nodeType="withGroup">
                            <p:stCondLst>
                              <p:cond delay="0"/>
                            </p:stCondLst>
                            <p:childTnLst>
                              <p:par>
                                <p:cTn id="377" presetID="17" presetClass="entr" presetSubtype="8" fill="hold" grpId="0" nodeType="clickEffect">
                                  <p:stCondLst>
                                    <p:cond delay="0"/>
                                  </p:stCondLst>
                                  <p:childTnLst>
                                    <p:set>
                                      <p:cBhvr>
                                        <p:cTn id="378" dur="1" fill="hold">
                                          <p:stCondLst>
                                            <p:cond delay="0"/>
                                          </p:stCondLst>
                                        </p:cTn>
                                        <p:tgtEl>
                                          <p:spTgt spid="28767"/>
                                        </p:tgtEl>
                                        <p:attrNameLst>
                                          <p:attrName>style.visibility</p:attrName>
                                        </p:attrNameLst>
                                      </p:cBhvr>
                                      <p:to>
                                        <p:strVal val="visible"/>
                                      </p:to>
                                    </p:set>
                                    <p:anim calcmode="lin" valueType="num">
                                      <p:cBhvr>
                                        <p:cTn id="379" dur="500" fill="hold"/>
                                        <p:tgtEl>
                                          <p:spTgt spid="28767"/>
                                        </p:tgtEl>
                                        <p:attrNameLst>
                                          <p:attrName>ppt_x</p:attrName>
                                        </p:attrNameLst>
                                      </p:cBhvr>
                                      <p:tavLst>
                                        <p:tav tm="0">
                                          <p:val>
                                            <p:strVal val="#ppt_x-#ppt_w/2"/>
                                          </p:val>
                                        </p:tav>
                                        <p:tav tm="100000">
                                          <p:val>
                                            <p:strVal val="#ppt_x"/>
                                          </p:val>
                                        </p:tav>
                                      </p:tavLst>
                                    </p:anim>
                                    <p:anim calcmode="lin" valueType="num">
                                      <p:cBhvr>
                                        <p:cTn id="380" dur="500" fill="hold"/>
                                        <p:tgtEl>
                                          <p:spTgt spid="28767"/>
                                        </p:tgtEl>
                                        <p:attrNameLst>
                                          <p:attrName>ppt_y</p:attrName>
                                        </p:attrNameLst>
                                      </p:cBhvr>
                                      <p:tavLst>
                                        <p:tav tm="0">
                                          <p:val>
                                            <p:strVal val="#ppt_y"/>
                                          </p:val>
                                        </p:tav>
                                        <p:tav tm="100000">
                                          <p:val>
                                            <p:strVal val="#ppt_y"/>
                                          </p:val>
                                        </p:tav>
                                      </p:tavLst>
                                    </p:anim>
                                    <p:anim calcmode="lin" valueType="num">
                                      <p:cBhvr>
                                        <p:cTn id="381" dur="500" fill="hold"/>
                                        <p:tgtEl>
                                          <p:spTgt spid="28767"/>
                                        </p:tgtEl>
                                        <p:attrNameLst>
                                          <p:attrName>ppt_w</p:attrName>
                                        </p:attrNameLst>
                                      </p:cBhvr>
                                      <p:tavLst>
                                        <p:tav tm="0">
                                          <p:val>
                                            <p:fltVal val="0"/>
                                          </p:val>
                                        </p:tav>
                                        <p:tav tm="100000">
                                          <p:val>
                                            <p:strVal val="#ppt_w"/>
                                          </p:val>
                                        </p:tav>
                                      </p:tavLst>
                                    </p:anim>
                                    <p:anim calcmode="lin" valueType="num">
                                      <p:cBhvr>
                                        <p:cTn id="382" dur="500" fill="hold"/>
                                        <p:tgtEl>
                                          <p:spTgt spid="28767"/>
                                        </p:tgtEl>
                                        <p:attrNameLst>
                                          <p:attrName>ppt_h</p:attrName>
                                        </p:attrNameLst>
                                      </p:cBhvr>
                                      <p:tavLst>
                                        <p:tav tm="0">
                                          <p:val>
                                            <p:strVal val="#ppt_h"/>
                                          </p:val>
                                        </p:tav>
                                        <p:tav tm="100000">
                                          <p:val>
                                            <p:strVal val="#ppt_h"/>
                                          </p:val>
                                        </p:tav>
                                      </p:tavLst>
                                    </p:anim>
                                  </p:childTnLst>
                                </p:cTn>
                              </p:par>
                            </p:childTnLst>
                          </p:cTn>
                        </p:par>
                      </p:childTnLst>
                    </p:cTn>
                  </p:par>
                  <p:par>
                    <p:cTn id="383" fill="hold" nodeType="clickPar">
                      <p:stCondLst>
                        <p:cond delay="indefinite"/>
                      </p:stCondLst>
                      <p:childTnLst>
                        <p:par>
                          <p:cTn id="384" fill="hold" nodeType="withGroup">
                            <p:stCondLst>
                              <p:cond delay="0"/>
                            </p:stCondLst>
                            <p:childTnLst>
                              <p:par>
                                <p:cTn id="385" presetID="17" presetClass="entr" presetSubtype="8" fill="hold" grpId="0" nodeType="clickEffect">
                                  <p:stCondLst>
                                    <p:cond delay="0"/>
                                  </p:stCondLst>
                                  <p:childTnLst>
                                    <p:set>
                                      <p:cBhvr>
                                        <p:cTn id="386" dur="1" fill="hold">
                                          <p:stCondLst>
                                            <p:cond delay="0"/>
                                          </p:stCondLst>
                                        </p:cTn>
                                        <p:tgtEl>
                                          <p:spTgt spid="28768"/>
                                        </p:tgtEl>
                                        <p:attrNameLst>
                                          <p:attrName>style.visibility</p:attrName>
                                        </p:attrNameLst>
                                      </p:cBhvr>
                                      <p:to>
                                        <p:strVal val="visible"/>
                                      </p:to>
                                    </p:set>
                                    <p:anim calcmode="lin" valueType="num">
                                      <p:cBhvr>
                                        <p:cTn id="387" dur="500" fill="hold"/>
                                        <p:tgtEl>
                                          <p:spTgt spid="28768"/>
                                        </p:tgtEl>
                                        <p:attrNameLst>
                                          <p:attrName>ppt_x</p:attrName>
                                        </p:attrNameLst>
                                      </p:cBhvr>
                                      <p:tavLst>
                                        <p:tav tm="0">
                                          <p:val>
                                            <p:strVal val="#ppt_x-#ppt_w/2"/>
                                          </p:val>
                                        </p:tav>
                                        <p:tav tm="100000">
                                          <p:val>
                                            <p:strVal val="#ppt_x"/>
                                          </p:val>
                                        </p:tav>
                                      </p:tavLst>
                                    </p:anim>
                                    <p:anim calcmode="lin" valueType="num">
                                      <p:cBhvr>
                                        <p:cTn id="388" dur="500" fill="hold"/>
                                        <p:tgtEl>
                                          <p:spTgt spid="28768"/>
                                        </p:tgtEl>
                                        <p:attrNameLst>
                                          <p:attrName>ppt_y</p:attrName>
                                        </p:attrNameLst>
                                      </p:cBhvr>
                                      <p:tavLst>
                                        <p:tav tm="0">
                                          <p:val>
                                            <p:strVal val="#ppt_y"/>
                                          </p:val>
                                        </p:tav>
                                        <p:tav tm="100000">
                                          <p:val>
                                            <p:strVal val="#ppt_y"/>
                                          </p:val>
                                        </p:tav>
                                      </p:tavLst>
                                    </p:anim>
                                    <p:anim calcmode="lin" valueType="num">
                                      <p:cBhvr>
                                        <p:cTn id="389" dur="500" fill="hold"/>
                                        <p:tgtEl>
                                          <p:spTgt spid="28768"/>
                                        </p:tgtEl>
                                        <p:attrNameLst>
                                          <p:attrName>ppt_w</p:attrName>
                                        </p:attrNameLst>
                                      </p:cBhvr>
                                      <p:tavLst>
                                        <p:tav tm="0">
                                          <p:val>
                                            <p:fltVal val="0"/>
                                          </p:val>
                                        </p:tav>
                                        <p:tav tm="100000">
                                          <p:val>
                                            <p:strVal val="#ppt_w"/>
                                          </p:val>
                                        </p:tav>
                                      </p:tavLst>
                                    </p:anim>
                                    <p:anim calcmode="lin" valueType="num">
                                      <p:cBhvr>
                                        <p:cTn id="390" dur="500" fill="hold"/>
                                        <p:tgtEl>
                                          <p:spTgt spid="28768"/>
                                        </p:tgtEl>
                                        <p:attrNameLst>
                                          <p:attrName>ppt_h</p:attrName>
                                        </p:attrNameLst>
                                      </p:cBhvr>
                                      <p:tavLst>
                                        <p:tav tm="0">
                                          <p:val>
                                            <p:strVal val="#ppt_h"/>
                                          </p:val>
                                        </p:tav>
                                        <p:tav tm="100000">
                                          <p:val>
                                            <p:strVal val="#ppt_h"/>
                                          </p:val>
                                        </p:tav>
                                      </p:tavLst>
                                    </p:anim>
                                  </p:childTnLst>
                                </p:cTn>
                              </p:par>
                            </p:childTnLst>
                          </p:cTn>
                        </p:par>
                      </p:childTnLst>
                    </p:cTn>
                  </p:par>
                  <p:par>
                    <p:cTn id="391" fill="hold" nodeType="clickPar">
                      <p:stCondLst>
                        <p:cond delay="indefinite"/>
                      </p:stCondLst>
                      <p:childTnLst>
                        <p:par>
                          <p:cTn id="392" fill="hold" nodeType="withGroup">
                            <p:stCondLst>
                              <p:cond delay="0"/>
                            </p:stCondLst>
                            <p:childTnLst>
                              <p:par>
                                <p:cTn id="393" presetID="17" presetClass="entr" presetSubtype="8" fill="hold" grpId="0" nodeType="clickEffect">
                                  <p:stCondLst>
                                    <p:cond delay="0"/>
                                  </p:stCondLst>
                                  <p:childTnLst>
                                    <p:set>
                                      <p:cBhvr>
                                        <p:cTn id="394" dur="1" fill="hold">
                                          <p:stCondLst>
                                            <p:cond delay="0"/>
                                          </p:stCondLst>
                                        </p:cTn>
                                        <p:tgtEl>
                                          <p:spTgt spid="28769"/>
                                        </p:tgtEl>
                                        <p:attrNameLst>
                                          <p:attrName>style.visibility</p:attrName>
                                        </p:attrNameLst>
                                      </p:cBhvr>
                                      <p:to>
                                        <p:strVal val="visible"/>
                                      </p:to>
                                    </p:set>
                                    <p:anim calcmode="lin" valueType="num">
                                      <p:cBhvr>
                                        <p:cTn id="395" dur="500" fill="hold"/>
                                        <p:tgtEl>
                                          <p:spTgt spid="28769"/>
                                        </p:tgtEl>
                                        <p:attrNameLst>
                                          <p:attrName>ppt_x</p:attrName>
                                        </p:attrNameLst>
                                      </p:cBhvr>
                                      <p:tavLst>
                                        <p:tav tm="0">
                                          <p:val>
                                            <p:strVal val="#ppt_x-#ppt_w/2"/>
                                          </p:val>
                                        </p:tav>
                                        <p:tav tm="100000">
                                          <p:val>
                                            <p:strVal val="#ppt_x"/>
                                          </p:val>
                                        </p:tav>
                                      </p:tavLst>
                                    </p:anim>
                                    <p:anim calcmode="lin" valueType="num">
                                      <p:cBhvr>
                                        <p:cTn id="396" dur="500" fill="hold"/>
                                        <p:tgtEl>
                                          <p:spTgt spid="28769"/>
                                        </p:tgtEl>
                                        <p:attrNameLst>
                                          <p:attrName>ppt_y</p:attrName>
                                        </p:attrNameLst>
                                      </p:cBhvr>
                                      <p:tavLst>
                                        <p:tav tm="0">
                                          <p:val>
                                            <p:strVal val="#ppt_y"/>
                                          </p:val>
                                        </p:tav>
                                        <p:tav tm="100000">
                                          <p:val>
                                            <p:strVal val="#ppt_y"/>
                                          </p:val>
                                        </p:tav>
                                      </p:tavLst>
                                    </p:anim>
                                    <p:anim calcmode="lin" valueType="num">
                                      <p:cBhvr>
                                        <p:cTn id="397" dur="500" fill="hold"/>
                                        <p:tgtEl>
                                          <p:spTgt spid="28769"/>
                                        </p:tgtEl>
                                        <p:attrNameLst>
                                          <p:attrName>ppt_w</p:attrName>
                                        </p:attrNameLst>
                                      </p:cBhvr>
                                      <p:tavLst>
                                        <p:tav tm="0">
                                          <p:val>
                                            <p:fltVal val="0"/>
                                          </p:val>
                                        </p:tav>
                                        <p:tav tm="100000">
                                          <p:val>
                                            <p:strVal val="#ppt_w"/>
                                          </p:val>
                                        </p:tav>
                                      </p:tavLst>
                                    </p:anim>
                                    <p:anim calcmode="lin" valueType="num">
                                      <p:cBhvr>
                                        <p:cTn id="398" dur="500" fill="hold"/>
                                        <p:tgtEl>
                                          <p:spTgt spid="28769"/>
                                        </p:tgtEl>
                                        <p:attrNameLst>
                                          <p:attrName>ppt_h</p:attrName>
                                        </p:attrNameLst>
                                      </p:cBhvr>
                                      <p:tavLst>
                                        <p:tav tm="0">
                                          <p:val>
                                            <p:strVal val="#ppt_h"/>
                                          </p:val>
                                        </p:tav>
                                        <p:tav tm="100000">
                                          <p:val>
                                            <p:strVal val="#ppt_h"/>
                                          </p:val>
                                        </p:tav>
                                      </p:tavLst>
                                    </p:anim>
                                  </p:childTnLst>
                                </p:cTn>
                              </p:par>
                            </p:childTnLst>
                          </p:cTn>
                        </p:par>
                      </p:childTnLst>
                    </p:cTn>
                  </p:par>
                  <p:par>
                    <p:cTn id="399" fill="hold" nodeType="clickPar">
                      <p:stCondLst>
                        <p:cond delay="indefinite"/>
                      </p:stCondLst>
                      <p:childTnLst>
                        <p:par>
                          <p:cTn id="400" fill="hold" nodeType="withGroup">
                            <p:stCondLst>
                              <p:cond delay="0"/>
                            </p:stCondLst>
                            <p:childTnLst>
                              <p:par>
                                <p:cTn id="401" presetID="17" presetClass="entr" presetSubtype="8" fill="hold" grpId="0" nodeType="clickEffect">
                                  <p:stCondLst>
                                    <p:cond delay="0"/>
                                  </p:stCondLst>
                                  <p:childTnLst>
                                    <p:set>
                                      <p:cBhvr>
                                        <p:cTn id="402" dur="1" fill="hold">
                                          <p:stCondLst>
                                            <p:cond delay="0"/>
                                          </p:stCondLst>
                                        </p:cTn>
                                        <p:tgtEl>
                                          <p:spTgt spid="28770"/>
                                        </p:tgtEl>
                                        <p:attrNameLst>
                                          <p:attrName>style.visibility</p:attrName>
                                        </p:attrNameLst>
                                      </p:cBhvr>
                                      <p:to>
                                        <p:strVal val="visible"/>
                                      </p:to>
                                    </p:set>
                                    <p:anim calcmode="lin" valueType="num">
                                      <p:cBhvr>
                                        <p:cTn id="403" dur="500" fill="hold"/>
                                        <p:tgtEl>
                                          <p:spTgt spid="28770"/>
                                        </p:tgtEl>
                                        <p:attrNameLst>
                                          <p:attrName>ppt_x</p:attrName>
                                        </p:attrNameLst>
                                      </p:cBhvr>
                                      <p:tavLst>
                                        <p:tav tm="0">
                                          <p:val>
                                            <p:strVal val="#ppt_x-#ppt_w/2"/>
                                          </p:val>
                                        </p:tav>
                                        <p:tav tm="100000">
                                          <p:val>
                                            <p:strVal val="#ppt_x"/>
                                          </p:val>
                                        </p:tav>
                                      </p:tavLst>
                                    </p:anim>
                                    <p:anim calcmode="lin" valueType="num">
                                      <p:cBhvr>
                                        <p:cTn id="404" dur="500" fill="hold"/>
                                        <p:tgtEl>
                                          <p:spTgt spid="28770"/>
                                        </p:tgtEl>
                                        <p:attrNameLst>
                                          <p:attrName>ppt_y</p:attrName>
                                        </p:attrNameLst>
                                      </p:cBhvr>
                                      <p:tavLst>
                                        <p:tav tm="0">
                                          <p:val>
                                            <p:strVal val="#ppt_y"/>
                                          </p:val>
                                        </p:tav>
                                        <p:tav tm="100000">
                                          <p:val>
                                            <p:strVal val="#ppt_y"/>
                                          </p:val>
                                        </p:tav>
                                      </p:tavLst>
                                    </p:anim>
                                    <p:anim calcmode="lin" valueType="num">
                                      <p:cBhvr>
                                        <p:cTn id="405" dur="500" fill="hold"/>
                                        <p:tgtEl>
                                          <p:spTgt spid="28770"/>
                                        </p:tgtEl>
                                        <p:attrNameLst>
                                          <p:attrName>ppt_w</p:attrName>
                                        </p:attrNameLst>
                                      </p:cBhvr>
                                      <p:tavLst>
                                        <p:tav tm="0">
                                          <p:val>
                                            <p:fltVal val="0"/>
                                          </p:val>
                                        </p:tav>
                                        <p:tav tm="100000">
                                          <p:val>
                                            <p:strVal val="#ppt_w"/>
                                          </p:val>
                                        </p:tav>
                                      </p:tavLst>
                                    </p:anim>
                                    <p:anim calcmode="lin" valueType="num">
                                      <p:cBhvr>
                                        <p:cTn id="406" dur="500" fill="hold"/>
                                        <p:tgtEl>
                                          <p:spTgt spid="28770"/>
                                        </p:tgtEl>
                                        <p:attrNameLst>
                                          <p:attrName>ppt_h</p:attrName>
                                        </p:attrNameLst>
                                      </p:cBhvr>
                                      <p:tavLst>
                                        <p:tav tm="0">
                                          <p:val>
                                            <p:strVal val="#ppt_h"/>
                                          </p:val>
                                        </p:tav>
                                        <p:tav tm="100000">
                                          <p:val>
                                            <p:strVal val="#ppt_h"/>
                                          </p:val>
                                        </p:tav>
                                      </p:tavLst>
                                    </p:anim>
                                  </p:childTnLst>
                                </p:cTn>
                              </p:par>
                            </p:childTnLst>
                          </p:cTn>
                        </p:par>
                      </p:childTnLst>
                    </p:cTn>
                  </p:par>
                  <p:par>
                    <p:cTn id="407" fill="hold" nodeType="clickPar">
                      <p:stCondLst>
                        <p:cond delay="indefinite"/>
                      </p:stCondLst>
                      <p:childTnLst>
                        <p:par>
                          <p:cTn id="408" fill="hold" nodeType="withGroup">
                            <p:stCondLst>
                              <p:cond delay="0"/>
                            </p:stCondLst>
                            <p:childTnLst>
                              <p:par>
                                <p:cTn id="409" presetID="17" presetClass="entr" presetSubtype="4" fill="hold" grpId="0" nodeType="clickEffect">
                                  <p:stCondLst>
                                    <p:cond delay="0"/>
                                  </p:stCondLst>
                                  <p:childTnLst>
                                    <p:set>
                                      <p:cBhvr>
                                        <p:cTn id="410" dur="1" fill="hold">
                                          <p:stCondLst>
                                            <p:cond delay="0"/>
                                          </p:stCondLst>
                                        </p:cTn>
                                        <p:tgtEl>
                                          <p:spTgt spid="28771"/>
                                        </p:tgtEl>
                                        <p:attrNameLst>
                                          <p:attrName>style.visibility</p:attrName>
                                        </p:attrNameLst>
                                      </p:cBhvr>
                                      <p:to>
                                        <p:strVal val="visible"/>
                                      </p:to>
                                    </p:set>
                                    <p:anim calcmode="lin" valueType="num">
                                      <p:cBhvr>
                                        <p:cTn id="411" dur="500" fill="hold"/>
                                        <p:tgtEl>
                                          <p:spTgt spid="28771"/>
                                        </p:tgtEl>
                                        <p:attrNameLst>
                                          <p:attrName>ppt_x</p:attrName>
                                        </p:attrNameLst>
                                      </p:cBhvr>
                                      <p:tavLst>
                                        <p:tav tm="0">
                                          <p:val>
                                            <p:strVal val="#ppt_x"/>
                                          </p:val>
                                        </p:tav>
                                        <p:tav tm="100000">
                                          <p:val>
                                            <p:strVal val="#ppt_x"/>
                                          </p:val>
                                        </p:tav>
                                      </p:tavLst>
                                    </p:anim>
                                    <p:anim calcmode="lin" valueType="num">
                                      <p:cBhvr>
                                        <p:cTn id="412" dur="500" fill="hold"/>
                                        <p:tgtEl>
                                          <p:spTgt spid="28771"/>
                                        </p:tgtEl>
                                        <p:attrNameLst>
                                          <p:attrName>ppt_y</p:attrName>
                                        </p:attrNameLst>
                                      </p:cBhvr>
                                      <p:tavLst>
                                        <p:tav tm="0">
                                          <p:val>
                                            <p:strVal val="#ppt_y+#ppt_h/2"/>
                                          </p:val>
                                        </p:tav>
                                        <p:tav tm="100000">
                                          <p:val>
                                            <p:strVal val="#ppt_y"/>
                                          </p:val>
                                        </p:tav>
                                      </p:tavLst>
                                    </p:anim>
                                    <p:anim calcmode="lin" valueType="num">
                                      <p:cBhvr>
                                        <p:cTn id="413" dur="500" fill="hold"/>
                                        <p:tgtEl>
                                          <p:spTgt spid="28771"/>
                                        </p:tgtEl>
                                        <p:attrNameLst>
                                          <p:attrName>ppt_w</p:attrName>
                                        </p:attrNameLst>
                                      </p:cBhvr>
                                      <p:tavLst>
                                        <p:tav tm="0">
                                          <p:val>
                                            <p:strVal val="#ppt_w"/>
                                          </p:val>
                                        </p:tav>
                                        <p:tav tm="100000">
                                          <p:val>
                                            <p:strVal val="#ppt_w"/>
                                          </p:val>
                                        </p:tav>
                                      </p:tavLst>
                                    </p:anim>
                                    <p:anim calcmode="lin" valueType="num">
                                      <p:cBhvr>
                                        <p:cTn id="414" dur="500" fill="hold"/>
                                        <p:tgtEl>
                                          <p:spTgt spid="28771"/>
                                        </p:tgtEl>
                                        <p:attrNameLst>
                                          <p:attrName>ppt_h</p:attrName>
                                        </p:attrNameLst>
                                      </p:cBhvr>
                                      <p:tavLst>
                                        <p:tav tm="0">
                                          <p:val>
                                            <p:fltVal val="0"/>
                                          </p:val>
                                        </p:tav>
                                        <p:tav tm="100000">
                                          <p:val>
                                            <p:strVal val="#ppt_h"/>
                                          </p:val>
                                        </p:tav>
                                      </p:tavLst>
                                    </p:anim>
                                  </p:childTnLst>
                                </p:cTn>
                              </p:par>
                            </p:childTnLst>
                          </p:cTn>
                        </p:par>
                      </p:childTnLst>
                    </p:cTn>
                  </p:par>
                  <p:par>
                    <p:cTn id="415" fill="hold" nodeType="clickPar">
                      <p:stCondLst>
                        <p:cond delay="indefinite"/>
                      </p:stCondLst>
                      <p:childTnLst>
                        <p:par>
                          <p:cTn id="416" fill="hold" nodeType="withGroup">
                            <p:stCondLst>
                              <p:cond delay="0"/>
                            </p:stCondLst>
                            <p:childTnLst>
                              <p:par>
                                <p:cTn id="417" presetID="17" presetClass="entr" presetSubtype="4" fill="hold" grpId="0" nodeType="clickEffect">
                                  <p:stCondLst>
                                    <p:cond delay="0"/>
                                  </p:stCondLst>
                                  <p:childTnLst>
                                    <p:set>
                                      <p:cBhvr>
                                        <p:cTn id="418" dur="1" fill="hold">
                                          <p:stCondLst>
                                            <p:cond delay="0"/>
                                          </p:stCondLst>
                                        </p:cTn>
                                        <p:tgtEl>
                                          <p:spTgt spid="28772"/>
                                        </p:tgtEl>
                                        <p:attrNameLst>
                                          <p:attrName>style.visibility</p:attrName>
                                        </p:attrNameLst>
                                      </p:cBhvr>
                                      <p:to>
                                        <p:strVal val="visible"/>
                                      </p:to>
                                    </p:set>
                                    <p:anim calcmode="lin" valueType="num">
                                      <p:cBhvr>
                                        <p:cTn id="419" dur="500" fill="hold"/>
                                        <p:tgtEl>
                                          <p:spTgt spid="28772"/>
                                        </p:tgtEl>
                                        <p:attrNameLst>
                                          <p:attrName>ppt_x</p:attrName>
                                        </p:attrNameLst>
                                      </p:cBhvr>
                                      <p:tavLst>
                                        <p:tav tm="0">
                                          <p:val>
                                            <p:strVal val="#ppt_x"/>
                                          </p:val>
                                        </p:tav>
                                        <p:tav tm="100000">
                                          <p:val>
                                            <p:strVal val="#ppt_x"/>
                                          </p:val>
                                        </p:tav>
                                      </p:tavLst>
                                    </p:anim>
                                    <p:anim calcmode="lin" valueType="num">
                                      <p:cBhvr>
                                        <p:cTn id="420" dur="500" fill="hold"/>
                                        <p:tgtEl>
                                          <p:spTgt spid="28772"/>
                                        </p:tgtEl>
                                        <p:attrNameLst>
                                          <p:attrName>ppt_y</p:attrName>
                                        </p:attrNameLst>
                                      </p:cBhvr>
                                      <p:tavLst>
                                        <p:tav tm="0">
                                          <p:val>
                                            <p:strVal val="#ppt_y+#ppt_h/2"/>
                                          </p:val>
                                        </p:tav>
                                        <p:tav tm="100000">
                                          <p:val>
                                            <p:strVal val="#ppt_y"/>
                                          </p:val>
                                        </p:tav>
                                      </p:tavLst>
                                    </p:anim>
                                    <p:anim calcmode="lin" valueType="num">
                                      <p:cBhvr>
                                        <p:cTn id="421" dur="500" fill="hold"/>
                                        <p:tgtEl>
                                          <p:spTgt spid="28772"/>
                                        </p:tgtEl>
                                        <p:attrNameLst>
                                          <p:attrName>ppt_w</p:attrName>
                                        </p:attrNameLst>
                                      </p:cBhvr>
                                      <p:tavLst>
                                        <p:tav tm="0">
                                          <p:val>
                                            <p:strVal val="#ppt_w"/>
                                          </p:val>
                                        </p:tav>
                                        <p:tav tm="100000">
                                          <p:val>
                                            <p:strVal val="#ppt_w"/>
                                          </p:val>
                                        </p:tav>
                                      </p:tavLst>
                                    </p:anim>
                                    <p:anim calcmode="lin" valueType="num">
                                      <p:cBhvr>
                                        <p:cTn id="422" dur="500" fill="hold"/>
                                        <p:tgtEl>
                                          <p:spTgt spid="28772"/>
                                        </p:tgtEl>
                                        <p:attrNameLst>
                                          <p:attrName>ppt_h</p:attrName>
                                        </p:attrNameLst>
                                      </p:cBhvr>
                                      <p:tavLst>
                                        <p:tav tm="0">
                                          <p:val>
                                            <p:fltVal val="0"/>
                                          </p:val>
                                        </p:tav>
                                        <p:tav tm="100000">
                                          <p:val>
                                            <p:strVal val="#ppt_h"/>
                                          </p:val>
                                        </p:tav>
                                      </p:tavLst>
                                    </p:anim>
                                  </p:childTnLst>
                                </p:cTn>
                              </p:par>
                            </p:childTnLst>
                          </p:cTn>
                        </p:par>
                      </p:childTnLst>
                    </p:cTn>
                  </p:par>
                  <p:par>
                    <p:cTn id="423" fill="hold" nodeType="clickPar">
                      <p:stCondLst>
                        <p:cond delay="indefinite"/>
                      </p:stCondLst>
                      <p:childTnLst>
                        <p:par>
                          <p:cTn id="424" fill="hold" nodeType="withGroup">
                            <p:stCondLst>
                              <p:cond delay="0"/>
                            </p:stCondLst>
                            <p:childTnLst>
                              <p:par>
                                <p:cTn id="425" presetID="17" presetClass="entr" presetSubtype="4" fill="hold" grpId="0" nodeType="clickEffect">
                                  <p:stCondLst>
                                    <p:cond delay="0"/>
                                  </p:stCondLst>
                                  <p:childTnLst>
                                    <p:set>
                                      <p:cBhvr>
                                        <p:cTn id="426" dur="1" fill="hold">
                                          <p:stCondLst>
                                            <p:cond delay="0"/>
                                          </p:stCondLst>
                                        </p:cTn>
                                        <p:tgtEl>
                                          <p:spTgt spid="28773"/>
                                        </p:tgtEl>
                                        <p:attrNameLst>
                                          <p:attrName>style.visibility</p:attrName>
                                        </p:attrNameLst>
                                      </p:cBhvr>
                                      <p:to>
                                        <p:strVal val="visible"/>
                                      </p:to>
                                    </p:set>
                                    <p:anim calcmode="lin" valueType="num">
                                      <p:cBhvr>
                                        <p:cTn id="427" dur="500" fill="hold"/>
                                        <p:tgtEl>
                                          <p:spTgt spid="28773"/>
                                        </p:tgtEl>
                                        <p:attrNameLst>
                                          <p:attrName>ppt_x</p:attrName>
                                        </p:attrNameLst>
                                      </p:cBhvr>
                                      <p:tavLst>
                                        <p:tav tm="0">
                                          <p:val>
                                            <p:strVal val="#ppt_x"/>
                                          </p:val>
                                        </p:tav>
                                        <p:tav tm="100000">
                                          <p:val>
                                            <p:strVal val="#ppt_x"/>
                                          </p:val>
                                        </p:tav>
                                      </p:tavLst>
                                    </p:anim>
                                    <p:anim calcmode="lin" valueType="num">
                                      <p:cBhvr>
                                        <p:cTn id="428" dur="500" fill="hold"/>
                                        <p:tgtEl>
                                          <p:spTgt spid="28773"/>
                                        </p:tgtEl>
                                        <p:attrNameLst>
                                          <p:attrName>ppt_y</p:attrName>
                                        </p:attrNameLst>
                                      </p:cBhvr>
                                      <p:tavLst>
                                        <p:tav tm="0">
                                          <p:val>
                                            <p:strVal val="#ppt_y+#ppt_h/2"/>
                                          </p:val>
                                        </p:tav>
                                        <p:tav tm="100000">
                                          <p:val>
                                            <p:strVal val="#ppt_y"/>
                                          </p:val>
                                        </p:tav>
                                      </p:tavLst>
                                    </p:anim>
                                    <p:anim calcmode="lin" valueType="num">
                                      <p:cBhvr>
                                        <p:cTn id="429" dur="500" fill="hold"/>
                                        <p:tgtEl>
                                          <p:spTgt spid="28773"/>
                                        </p:tgtEl>
                                        <p:attrNameLst>
                                          <p:attrName>ppt_w</p:attrName>
                                        </p:attrNameLst>
                                      </p:cBhvr>
                                      <p:tavLst>
                                        <p:tav tm="0">
                                          <p:val>
                                            <p:strVal val="#ppt_w"/>
                                          </p:val>
                                        </p:tav>
                                        <p:tav tm="100000">
                                          <p:val>
                                            <p:strVal val="#ppt_w"/>
                                          </p:val>
                                        </p:tav>
                                      </p:tavLst>
                                    </p:anim>
                                    <p:anim calcmode="lin" valueType="num">
                                      <p:cBhvr>
                                        <p:cTn id="430" dur="500" fill="hold"/>
                                        <p:tgtEl>
                                          <p:spTgt spid="28773"/>
                                        </p:tgtEl>
                                        <p:attrNameLst>
                                          <p:attrName>ppt_h</p:attrName>
                                        </p:attrNameLst>
                                      </p:cBhvr>
                                      <p:tavLst>
                                        <p:tav tm="0">
                                          <p:val>
                                            <p:fltVal val="0"/>
                                          </p:val>
                                        </p:tav>
                                        <p:tav tm="100000">
                                          <p:val>
                                            <p:strVal val="#ppt_h"/>
                                          </p:val>
                                        </p:tav>
                                      </p:tavLst>
                                    </p:anim>
                                  </p:childTnLst>
                                </p:cTn>
                              </p:par>
                            </p:childTnLst>
                          </p:cTn>
                        </p:par>
                      </p:childTnLst>
                    </p:cTn>
                  </p:par>
                  <p:par>
                    <p:cTn id="431" fill="hold" nodeType="clickPar">
                      <p:stCondLst>
                        <p:cond delay="indefinite"/>
                      </p:stCondLst>
                      <p:childTnLst>
                        <p:par>
                          <p:cTn id="432" fill="hold" nodeType="withGroup">
                            <p:stCondLst>
                              <p:cond delay="0"/>
                            </p:stCondLst>
                            <p:childTnLst>
                              <p:par>
                                <p:cTn id="433" presetID="17" presetClass="entr" presetSubtype="4" fill="hold" grpId="0" nodeType="clickEffect">
                                  <p:stCondLst>
                                    <p:cond delay="0"/>
                                  </p:stCondLst>
                                  <p:childTnLst>
                                    <p:set>
                                      <p:cBhvr>
                                        <p:cTn id="434" dur="1" fill="hold">
                                          <p:stCondLst>
                                            <p:cond delay="0"/>
                                          </p:stCondLst>
                                        </p:cTn>
                                        <p:tgtEl>
                                          <p:spTgt spid="28774"/>
                                        </p:tgtEl>
                                        <p:attrNameLst>
                                          <p:attrName>style.visibility</p:attrName>
                                        </p:attrNameLst>
                                      </p:cBhvr>
                                      <p:to>
                                        <p:strVal val="visible"/>
                                      </p:to>
                                    </p:set>
                                    <p:anim calcmode="lin" valueType="num">
                                      <p:cBhvr>
                                        <p:cTn id="435" dur="500" fill="hold"/>
                                        <p:tgtEl>
                                          <p:spTgt spid="28774"/>
                                        </p:tgtEl>
                                        <p:attrNameLst>
                                          <p:attrName>ppt_x</p:attrName>
                                        </p:attrNameLst>
                                      </p:cBhvr>
                                      <p:tavLst>
                                        <p:tav tm="0">
                                          <p:val>
                                            <p:strVal val="#ppt_x"/>
                                          </p:val>
                                        </p:tav>
                                        <p:tav tm="100000">
                                          <p:val>
                                            <p:strVal val="#ppt_x"/>
                                          </p:val>
                                        </p:tav>
                                      </p:tavLst>
                                    </p:anim>
                                    <p:anim calcmode="lin" valueType="num">
                                      <p:cBhvr>
                                        <p:cTn id="436" dur="500" fill="hold"/>
                                        <p:tgtEl>
                                          <p:spTgt spid="28774"/>
                                        </p:tgtEl>
                                        <p:attrNameLst>
                                          <p:attrName>ppt_y</p:attrName>
                                        </p:attrNameLst>
                                      </p:cBhvr>
                                      <p:tavLst>
                                        <p:tav tm="0">
                                          <p:val>
                                            <p:strVal val="#ppt_y+#ppt_h/2"/>
                                          </p:val>
                                        </p:tav>
                                        <p:tav tm="100000">
                                          <p:val>
                                            <p:strVal val="#ppt_y"/>
                                          </p:val>
                                        </p:tav>
                                      </p:tavLst>
                                    </p:anim>
                                    <p:anim calcmode="lin" valueType="num">
                                      <p:cBhvr>
                                        <p:cTn id="437" dur="500" fill="hold"/>
                                        <p:tgtEl>
                                          <p:spTgt spid="28774"/>
                                        </p:tgtEl>
                                        <p:attrNameLst>
                                          <p:attrName>ppt_w</p:attrName>
                                        </p:attrNameLst>
                                      </p:cBhvr>
                                      <p:tavLst>
                                        <p:tav tm="0">
                                          <p:val>
                                            <p:strVal val="#ppt_w"/>
                                          </p:val>
                                        </p:tav>
                                        <p:tav tm="100000">
                                          <p:val>
                                            <p:strVal val="#ppt_w"/>
                                          </p:val>
                                        </p:tav>
                                      </p:tavLst>
                                    </p:anim>
                                    <p:anim calcmode="lin" valueType="num">
                                      <p:cBhvr>
                                        <p:cTn id="438" dur="500" fill="hold"/>
                                        <p:tgtEl>
                                          <p:spTgt spid="28774"/>
                                        </p:tgtEl>
                                        <p:attrNameLst>
                                          <p:attrName>ppt_h</p:attrName>
                                        </p:attrNameLst>
                                      </p:cBhvr>
                                      <p:tavLst>
                                        <p:tav tm="0">
                                          <p:val>
                                            <p:fltVal val="0"/>
                                          </p:val>
                                        </p:tav>
                                        <p:tav tm="100000">
                                          <p:val>
                                            <p:strVal val="#ppt_h"/>
                                          </p:val>
                                        </p:tav>
                                      </p:tavLst>
                                    </p:anim>
                                  </p:childTnLst>
                                </p:cTn>
                              </p:par>
                            </p:childTnLst>
                          </p:cTn>
                        </p:par>
                      </p:childTnLst>
                    </p:cTn>
                  </p:par>
                  <p:par>
                    <p:cTn id="439" fill="hold" nodeType="clickPar">
                      <p:stCondLst>
                        <p:cond delay="indefinite"/>
                      </p:stCondLst>
                      <p:childTnLst>
                        <p:par>
                          <p:cTn id="440" fill="hold" nodeType="withGroup">
                            <p:stCondLst>
                              <p:cond delay="0"/>
                            </p:stCondLst>
                            <p:childTnLst>
                              <p:par>
                                <p:cTn id="441" presetID="17" presetClass="entr" presetSubtype="4" fill="hold" grpId="0" nodeType="clickEffect">
                                  <p:stCondLst>
                                    <p:cond delay="0"/>
                                  </p:stCondLst>
                                  <p:childTnLst>
                                    <p:set>
                                      <p:cBhvr>
                                        <p:cTn id="442" dur="1" fill="hold">
                                          <p:stCondLst>
                                            <p:cond delay="0"/>
                                          </p:stCondLst>
                                        </p:cTn>
                                        <p:tgtEl>
                                          <p:spTgt spid="28775"/>
                                        </p:tgtEl>
                                        <p:attrNameLst>
                                          <p:attrName>style.visibility</p:attrName>
                                        </p:attrNameLst>
                                      </p:cBhvr>
                                      <p:to>
                                        <p:strVal val="visible"/>
                                      </p:to>
                                    </p:set>
                                    <p:anim calcmode="lin" valueType="num">
                                      <p:cBhvr>
                                        <p:cTn id="443" dur="500" fill="hold"/>
                                        <p:tgtEl>
                                          <p:spTgt spid="28775"/>
                                        </p:tgtEl>
                                        <p:attrNameLst>
                                          <p:attrName>ppt_x</p:attrName>
                                        </p:attrNameLst>
                                      </p:cBhvr>
                                      <p:tavLst>
                                        <p:tav tm="0">
                                          <p:val>
                                            <p:strVal val="#ppt_x"/>
                                          </p:val>
                                        </p:tav>
                                        <p:tav tm="100000">
                                          <p:val>
                                            <p:strVal val="#ppt_x"/>
                                          </p:val>
                                        </p:tav>
                                      </p:tavLst>
                                    </p:anim>
                                    <p:anim calcmode="lin" valueType="num">
                                      <p:cBhvr>
                                        <p:cTn id="444" dur="500" fill="hold"/>
                                        <p:tgtEl>
                                          <p:spTgt spid="28775"/>
                                        </p:tgtEl>
                                        <p:attrNameLst>
                                          <p:attrName>ppt_y</p:attrName>
                                        </p:attrNameLst>
                                      </p:cBhvr>
                                      <p:tavLst>
                                        <p:tav tm="0">
                                          <p:val>
                                            <p:strVal val="#ppt_y+#ppt_h/2"/>
                                          </p:val>
                                        </p:tav>
                                        <p:tav tm="100000">
                                          <p:val>
                                            <p:strVal val="#ppt_y"/>
                                          </p:val>
                                        </p:tav>
                                      </p:tavLst>
                                    </p:anim>
                                    <p:anim calcmode="lin" valueType="num">
                                      <p:cBhvr>
                                        <p:cTn id="445" dur="500" fill="hold"/>
                                        <p:tgtEl>
                                          <p:spTgt spid="28775"/>
                                        </p:tgtEl>
                                        <p:attrNameLst>
                                          <p:attrName>ppt_w</p:attrName>
                                        </p:attrNameLst>
                                      </p:cBhvr>
                                      <p:tavLst>
                                        <p:tav tm="0">
                                          <p:val>
                                            <p:strVal val="#ppt_w"/>
                                          </p:val>
                                        </p:tav>
                                        <p:tav tm="100000">
                                          <p:val>
                                            <p:strVal val="#ppt_w"/>
                                          </p:val>
                                        </p:tav>
                                      </p:tavLst>
                                    </p:anim>
                                    <p:anim calcmode="lin" valueType="num">
                                      <p:cBhvr>
                                        <p:cTn id="446" dur="500" fill="hold"/>
                                        <p:tgtEl>
                                          <p:spTgt spid="28775"/>
                                        </p:tgtEl>
                                        <p:attrNameLst>
                                          <p:attrName>ppt_h</p:attrName>
                                        </p:attrNameLst>
                                      </p:cBhvr>
                                      <p:tavLst>
                                        <p:tav tm="0">
                                          <p:val>
                                            <p:fltVal val="0"/>
                                          </p:val>
                                        </p:tav>
                                        <p:tav tm="100000">
                                          <p:val>
                                            <p:strVal val="#ppt_h"/>
                                          </p:val>
                                        </p:tav>
                                      </p:tavLst>
                                    </p:anim>
                                  </p:childTnLst>
                                </p:cTn>
                              </p:par>
                            </p:childTnLst>
                          </p:cTn>
                        </p:par>
                      </p:childTnLst>
                    </p:cTn>
                  </p:par>
                  <p:par>
                    <p:cTn id="447" fill="hold" nodeType="clickPar">
                      <p:stCondLst>
                        <p:cond delay="indefinite"/>
                      </p:stCondLst>
                      <p:childTnLst>
                        <p:par>
                          <p:cTn id="448" fill="hold" nodeType="withGroup">
                            <p:stCondLst>
                              <p:cond delay="0"/>
                            </p:stCondLst>
                            <p:childTnLst>
                              <p:par>
                                <p:cTn id="449" presetID="17" presetClass="entr" presetSubtype="4" fill="hold" grpId="0" nodeType="clickEffect">
                                  <p:stCondLst>
                                    <p:cond delay="0"/>
                                  </p:stCondLst>
                                  <p:childTnLst>
                                    <p:set>
                                      <p:cBhvr>
                                        <p:cTn id="450" dur="1" fill="hold">
                                          <p:stCondLst>
                                            <p:cond delay="0"/>
                                          </p:stCondLst>
                                        </p:cTn>
                                        <p:tgtEl>
                                          <p:spTgt spid="28776"/>
                                        </p:tgtEl>
                                        <p:attrNameLst>
                                          <p:attrName>style.visibility</p:attrName>
                                        </p:attrNameLst>
                                      </p:cBhvr>
                                      <p:to>
                                        <p:strVal val="visible"/>
                                      </p:to>
                                    </p:set>
                                    <p:anim calcmode="lin" valueType="num">
                                      <p:cBhvr>
                                        <p:cTn id="451" dur="500" fill="hold"/>
                                        <p:tgtEl>
                                          <p:spTgt spid="28776"/>
                                        </p:tgtEl>
                                        <p:attrNameLst>
                                          <p:attrName>ppt_x</p:attrName>
                                        </p:attrNameLst>
                                      </p:cBhvr>
                                      <p:tavLst>
                                        <p:tav tm="0">
                                          <p:val>
                                            <p:strVal val="#ppt_x"/>
                                          </p:val>
                                        </p:tav>
                                        <p:tav tm="100000">
                                          <p:val>
                                            <p:strVal val="#ppt_x"/>
                                          </p:val>
                                        </p:tav>
                                      </p:tavLst>
                                    </p:anim>
                                    <p:anim calcmode="lin" valueType="num">
                                      <p:cBhvr>
                                        <p:cTn id="452" dur="500" fill="hold"/>
                                        <p:tgtEl>
                                          <p:spTgt spid="28776"/>
                                        </p:tgtEl>
                                        <p:attrNameLst>
                                          <p:attrName>ppt_y</p:attrName>
                                        </p:attrNameLst>
                                      </p:cBhvr>
                                      <p:tavLst>
                                        <p:tav tm="0">
                                          <p:val>
                                            <p:strVal val="#ppt_y+#ppt_h/2"/>
                                          </p:val>
                                        </p:tav>
                                        <p:tav tm="100000">
                                          <p:val>
                                            <p:strVal val="#ppt_y"/>
                                          </p:val>
                                        </p:tav>
                                      </p:tavLst>
                                    </p:anim>
                                    <p:anim calcmode="lin" valueType="num">
                                      <p:cBhvr>
                                        <p:cTn id="453" dur="500" fill="hold"/>
                                        <p:tgtEl>
                                          <p:spTgt spid="28776"/>
                                        </p:tgtEl>
                                        <p:attrNameLst>
                                          <p:attrName>ppt_w</p:attrName>
                                        </p:attrNameLst>
                                      </p:cBhvr>
                                      <p:tavLst>
                                        <p:tav tm="0">
                                          <p:val>
                                            <p:strVal val="#ppt_w"/>
                                          </p:val>
                                        </p:tav>
                                        <p:tav tm="100000">
                                          <p:val>
                                            <p:strVal val="#ppt_w"/>
                                          </p:val>
                                        </p:tav>
                                      </p:tavLst>
                                    </p:anim>
                                    <p:anim calcmode="lin" valueType="num">
                                      <p:cBhvr>
                                        <p:cTn id="454" dur="500" fill="hold"/>
                                        <p:tgtEl>
                                          <p:spTgt spid="28776"/>
                                        </p:tgtEl>
                                        <p:attrNameLst>
                                          <p:attrName>ppt_h</p:attrName>
                                        </p:attrNameLst>
                                      </p:cBhvr>
                                      <p:tavLst>
                                        <p:tav tm="0">
                                          <p:val>
                                            <p:fltVal val="0"/>
                                          </p:val>
                                        </p:tav>
                                        <p:tav tm="100000">
                                          <p:val>
                                            <p:strVal val="#ppt_h"/>
                                          </p:val>
                                        </p:tav>
                                      </p:tavLst>
                                    </p:anim>
                                  </p:childTnLst>
                                </p:cTn>
                              </p:par>
                            </p:childTnLst>
                          </p:cTn>
                        </p:par>
                      </p:childTnLst>
                    </p:cTn>
                  </p:par>
                  <p:par>
                    <p:cTn id="455" fill="hold" nodeType="clickPar">
                      <p:stCondLst>
                        <p:cond delay="indefinite"/>
                      </p:stCondLst>
                      <p:childTnLst>
                        <p:par>
                          <p:cTn id="456" fill="hold" nodeType="withGroup">
                            <p:stCondLst>
                              <p:cond delay="0"/>
                            </p:stCondLst>
                            <p:childTnLst>
                              <p:par>
                                <p:cTn id="457" presetID="17" presetClass="entr" presetSubtype="8" fill="hold" grpId="0" nodeType="clickEffect">
                                  <p:stCondLst>
                                    <p:cond delay="0"/>
                                  </p:stCondLst>
                                  <p:childTnLst>
                                    <p:set>
                                      <p:cBhvr>
                                        <p:cTn id="458" dur="1" fill="hold">
                                          <p:stCondLst>
                                            <p:cond delay="0"/>
                                          </p:stCondLst>
                                        </p:cTn>
                                        <p:tgtEl>
                                          <p:spTgt spid="28777"/>
                                        </p:tgtEl>
                                        <p:attrNameLst>
                                          <p:attrName>style.visibility</p:attrName>
                                        </p:attrNameLst>
                                      </p:cBhvr>
                                      <p:to>
                                        <p:strVal val="visible"/>
                                      </p:to>
                                    </p:set>
                                    <p:anim calcmode="lin" valueType="num">
                                      <p:cBhvr>
                                        <p:cTn id="459" dur="500" fill="hold"/>
                                        <p:tgtEl>
                                          <p:spTgt spid="28777"/>
                                        </p:tgtEl>
                                        <p:attrNameLst>
                                          <p:attrName>ppt_x</p:attrName>
                                        </p:attrNameLst>
                                      </p:cBhvr>
                                      <p:tavLst>
                                        <p:tav tm="0">
                                          <p:val>
                                            <p:strVal val="#ppt_x-#ppt_w/2"/>
                                          </p:val>
                                        </p:tav>
                                        <p:tav tm="100000">
                                          <p:val>
                                            <p:strVal val="#ppt_x"/>
                                          </p:val>
                                        </p:tav>
                                      </p:tavLst>
                                    </p:anim>
                                    <p:anim calcmode="lin" valueType="num">
                                      <p:cBhvr>
                                        <p:cTn id="460" dur="500" fill="hold"/>
                                        <p:tgtEl>
                                          <p:spTgt spid="28777"/>
                                        </p:tgtEl>
                                        <p:attrNameLst>
                                          <p:attrName>ppt_y</p:attrName>
                                        </p:attrNameLst>
                                      </p:cBhvr>
                                      <p:tavLst>
                                        <p:tav tm="0">
                                          <p:val>
                                            <p:strVal val="#ppt_y"/>
                                          </p:val>
                                        </p:tav>
                                        <p:tav tm="100000">
                                          <p:val>
                                            <p:strVal val="#ppt_y"/>
                                          </p:val>
                                        </p:tav>
                                      </p:tavLst>
                                    </p:anim>
                                    <p:anim calcmode="lin" valueType="num">
                                      <p:cBhvr>
                                        <p:cTn id="461" dur="500" fill="hold"/>
                                        <p:tgtEl>
                                          <p:spTgt spid="28777"/>
                                        </p:tgtEl>
                                        <p:attrNameLst>
                                          <p:attrName>ppt_w</p:attrName>
                                        </p:attrNameLst>
                                      </p:cBhvr>
                                      <p:tavLst>
                                        <p:tav tm="0">
                                          <p:val>
                                            <p:fltVal val="0"/>
                                          </p:val>
                                        </p:tav>
                                        <p:tav tm="100000">
                                          <p:val>
                                            <p:strVal val="#ppt_w"/>
                                          </p:val>
                                        </p:tav>
                                      </p:tavLst>
                                    </p:anim>
                                    <p:anim calcmode="lin" valueType="num">
                                      <p:cBhvr>
                                        <p:cTn id="462" dur="500" fill="hold"/>
                                        <p:tgtEl>
                                          <p:spTgt spid="28777"/>
                                        </p:tgtEl>
                                        <p:attrNameLst>
                                          <p:attrName>ppt_h</p:attrName>
                                        </p:attrNameLst>
                                      </p:cBhvr>
                                      <p:tavLst>
                                        <p:tav tm="0">
                                          <p:val>
                                            <p:strVal val="#ppt_h"/>
                                          </p:val>
                                        </p:tav>
                                        <p:tav tm="100000">
                                          <p:val>
                                            <p:strVal val="#ppt_h"/>
                                          </p:val>
                                        </p:tav>
                                      </p:tavLst>
                                    </p:anim>
                                  </p:childTnLst>
                                </p:cTn>
                              </p:par>
                            </p:childTnLst>
                          </p:cTn>
                        </p:par>
                      </p:childTnLst>
                    </p:cTn>
                  </p:par>
                  <p:par>
                    <p:cTn id="463" fill="hold" nodeType="clickPar">
                      <p:stCondLst>
                        <p:cond delay="indefinite"/>
                      </p:stCondLst>
                      <p:childTnLst>
                        <p:par>
                          <p:cTn id="464" fill="hold" nodeType="withGroup">
                            <p:stCondLst>
                              <p:cond delay="0"/>
                            </p:stCondLst>
                            <p:childTnLst>
                              <p:par>
                                <p:cTn id="465" presetID="17" presetClass="entr" presetSubtype="8" fill="hold" grpId="0" nodeType="clickEffect">
                                  <p:stCondLst>
                                    <p:cond delay="0"/>
                                  </p:stCondLst>
                                  <p:childTnLst>
                                    <p:set>
                                      <p:cBhvr>
                                        <p:cTn id="466" dur="1" fill="hold">
                                          <p:stCondLst>
                                            <p:cond delay="0"/>
                                          </p:stCondLst>
                                        </p:cTn>
                                        <p:tgtEl>
                                          <p:spTgt spid="28778"/>
                                        </p:tgtEl>
                                        <p:attrNameLst>
                                          <p:attrName>style.visibility</p:attrName>
                                        </p:attrNameLst>
                                      </p:cBhvr>
                                      <p:to>
                                        <p:strVal val="visible"/>
                                      </p:to>
                                    </p:set>
                                    <p:anim calcmode="lin" valueType="num">
                                      <p:cBhvr>
                                        <p:cTn id="467" dur="500" fill="hold"/>
                                        <p:tgtEl>
                                          <p:spTgt spid="28778"/>
                                        </p:tgtEl>
                                        <p:attrNameLst>
                                          <p:attrName>ppt_x</p:attrName>
                                        </p:attrNameLst>
                                      </p:cBhvr>
                                      <p:tavLst>
                                        <p:tav tm="0">
                                          <p:val>
                                            <p:strVal val="#ppt_x-#ppt_w/2"/>
                                          </p:val>
                                        </p:tav>
                                        <p:tav tm="100000">
                                          <p:val>
                                            <p:strVal val="#ppt_x"/>
                                          </p:val>
                                        </p:tav>
                                      </p:tavLst>
                                    </p:anim>
                                    <p:anim calcmode="lin" valueType="num">
                                      <p:cBhvr>
                                        <p:cTn id="468" dur="500" fill="hold"/>
                                        <p:tgtEl>
                                          <p:spTgt spid="28778"/>
                                        </p:tgtEl>
                                        <p:attrNameLst>
                                          <p:attrName>ppt_y</p:attrName>
                                        </p:attrNameLst>
                                      </p:cBhvr>
                                      <p:tavLst>
                                        <p:tav tm="0">
                                          <p:val>
                                            <p:strVal val="#ppt_y"/>
                                          </p:val>
                                        </p:tav>
                                        <p:tav tm="100000">
                                          <p:val>
                                            <p:strVal val="#ppt_y"/>
                                          </p:val>
                                        </p:tav>
                                      </p:tavLst>
                                    </p:anim>
                                    <p:anim calcmode="lin" valueType="num">
                                      <p:cBhvr>
                                        <p:cTn id="469" dur="500" fill="hold"/>
                                        <p:tgtEl>
                                          <p:spTgt spid="28778"/>
                                        </p:tgtEl>
                                        <p:attrNameLst>
                                          <p:attrName>ppt_w</p:attrName>
                                        </p:attrNameLst>
                                      </p:cBhvr>
                                      <p:tavLst>
                                        <p:tav tm="0">
                                          <p:val>
                                            <p:fltVal val="0"/>
                                          </p:val>
                                        </p:tav>
                                        <p:tav tm="100000">
                                          <p:val>
                                            <p:strVal val="#ppt_w"/>
                                          </p:val>
                                        </p:tav>
                                      </p:tavLst>
                                    </p:anim>
                                    <p:anim calcmode="lin" valueType="num">
                                      <p:cBhvr>
                                        <p:cTn id="470" dur="500" fill="hold"/>
                                        <p:tgtEl>
                                          <p:spTgt spid="28778"/>
                                        </p:tgtEl>
                                        <p:attrNameLst>
                                          <p:attrName>ppt_h</p:attrName>
                                        </p:attrNameLst>
                                      </p:cBhvr>
                                      <p:tavLst>
                                        <p:tav tm="0">
                                          <p:val>
                                            <p:strVal val="#ppt_h"/>
                                          </p:val>
                                        </p:tav>
                                        <p:tav tm="100000">
                                          <p:val>
                                            <p:strVal val="#ppt_h"/>
                                          </p:val>
                                        </p:tav>
                                      </p:tavLst>
                                    </p:anim>
                                  </p:childTnLst>
                                </p:cTn>
                              </p:par>
                            </p:childTnLst>
                          </p:cTn>
                        </p:par>
                      </p:childTnLst>
                    </p:cTn>
                  </p:par>
                  <p:par>
                    <p:cTn id="471" fill="hold" nodeType="clickPar">
                      <p:stCondLst>
                        <p:cond delay="indefinite"/>
                      </p:stCondLst>
                      <p:childTnLst>
                        <p:par>
                          <p:cTn id="472" fill="hold" nodeType="withGroup">
                            <p:stCondLst>
                              <p:cond delay="0"/>
                            </p:stCondLst>
                            <p:childTnLst>
                              <p:par>
                                <p:cTn id="473" presetID="17" presetClass="entr" presetSubtype="8" fill="hold" grpId="0" nodeType="clickEffect">
                                  <p:stCondLst>
                                    <p:cond delay="0"/>
                                  </p:stCondLst>
                                  <p:childTnLst>
                                    <p:set>
                                      <p:cBhvr>
                                        <p:cTn id="474" dur="1" fill="hold">
                                          <p:stCondLst>
                                            <p:cond delay="0"/>
                                          </p:stCondLst>
                                        </p:cTn>
                                        <p:tgtEl>
                                          <p:spTgt spid="28779"/>
                                        </p:tgtEl>
                                        <p:attrNameLst>
                                          <p:attrName>style.visibility</p:attrName>
                                        </p:attrNameLst>
                                      </p:cBhvr>
                                      <p:to>
                                        <p:strVal val="visible"/>
                                      </p:to>
                                    </p:set>
                                    <p:anim calcmode="lin" valueType="num">
                                      <p:cBhvr>
                                        <p:cTn id="475" dur="500" fill="hold"/>
                                        <p:tgtEl>
                                          <p:spTgt spid="28779"/>
                                        </p:tgtEl>
                                        <p:attrNameLst>
                                          <p:attrName>ppt_x</p:attrName>
                                        </p:attrNameLst>
                                      </p:cBhvr>
                                      <p:tavLst>
                                        <p:tav tm="0">
                                          <p:val>
                                            <p:strVal val="#ppt_x-#ppt_w/2"/>
                                          </p:val>
                                        </p:tav>
                                        <p:tav tm="100000">
                                          <p:val>
                                            <p:strVal val="#ppt_x"/>
                                          </p:val>
                                        </p:tav>
                                      </p:tavLst>
                                    </p:anim>
                                    <p:anim calcmode="lin" valueType="num">
                                      <p:cBhvr>
                                        <p:cTn id="476" dur="500" fill="hold"/>
                                        <p:tgtEl>
                                          <p:spTgt spid="28779"/>
                                        </p:tgtEl>
                                        <p:attrNameLst>
                                          <p:attrName>ppt_y</p:attrName>
                                        </p:attrNameLst>
                                      </p:cBhvr>
                                      <p:tavLst>
                                        <p:tav tm="0">
                                          <p:val>
                                            <p:strVal val="#ppt_y"/>
                                          </p:val>
                                        </p:tav>
                                        <p:tav tm="100000">
                                          <p:val>
                                            <p:strVal val="#ppt_y"/>
                                          </p:val>
                                        </p:tav>
                                      </p:tavLst>
                                    </p:anim>
                                    <p:anim calcmode="lin" valueType="num">
                                      <p:cBhvr>
                                        <p:cTn id="477" dur="500" fill="hold"/>
                                        <p:tgtEl>
                                          <p:spTgt spid="28779"/>
                                        </p:tgtEl>
                                        <p:attrNameLst>
                                          <p:attrName>ppt_w</p:attrName>
                                        </p:attrNameLst>
                                      </p:cBhvr>
                                      <p:tavLst>
                                        <p:tav tm="0">
                                          <p:val>
                                            <p:fltVal val="0"/>
                                          </p:val>
                                        </p:tav>
                                        <p:tav tm="100000">
                                          <p:val>
                                            <p:strVal val="#ppt_w"/>
                                          </p:val>
                                        </p:tav>
                                      </p:tavLst>
                                    </p:anim>
                                    <p:anim calcmode="lin" valueType="num">
                                      <p:cBhvr>
                                        <p:cTn id="478" dur="500" fill="hold"/>
                                        <p:tgtEl>
                                          <p:spTgt spid="28779"/>
                                        </p:tgtEl>
                                        <p:attrNameLst>
                                          <p:attrName>ppt_h</p:attrName>
                                        </p:attrNameLst>
                                      </p:cBhvr>
                                      <p:tavLst>
                                        <p:tav tm="0">
                                          <p:val>
                                            <p:strVal val="#ppt_h"/>
                                          </p:val>
                                        </p:tav>
                                        <p:tav tm="100000">
                                          <p:val>
                                            <p:strVal val="#ppt_h"/>
                                          </p:val>
                                        </p:tav>
                                      </p:tavLst>
                                    </p:anim>
                                  </p:childTnLst>
                                </p:cTn>
                              </p:par>
                            </p:childTnLst>
                          </p:cTn>
                        </p:par>
                      </p:childTnLst>
                    </p:cTn>
                  </p:par>
                  <p:par>
                    <p:cTn id="479" fill="hold" nodeType="clickPar">
                      <p:stCondLst>
                        <p:cond delay="indefinite"/>
                      </p:stCondLst>
                      <p:childTnLst>
                        <p:par>
                          <p:cTn id="480" fill="hold" nodeType="withGroup">
                            <p:stCondLst>
                              <p:cond delay="0"/>
                            </p:stCondLst>
                            <p:childTnLst>
                              <p:par>
                                <p:cTn id="481" presetID="17" presetClass="entr" presetSubtype="8" fill="hold" grpId="0" nodeType="clickEffect">
                                  <p:stCondLst>
                                    <p:cond delay="0"/>
                                  </p:stCondLst>
                                  <p:childTnLst>
                                    <p:set>
                                      <p:cBhvr>
                                        <p:cTn id="482" dur="1" fill="hold">
                                          <p:stCondLst>
                                            <p:cond delay="0"/>
                                          </p:stCondLst>
                                        </p:cTn>
                                        <p:tgtEl>
                                          <p:spTgt spid="28780"/>
                                        </p:tgtEl>
                                        <p:attrNameLst>
                                          <p:attrName>style.visibility</p:attrName>
                                        </p:attrNameLst>
                                      </p:cBhvr>
                                      <p:to>
                                        <p:strVal val="visible"/>
                                      </p:to>
                                    </p:set>
                                    <p:anim calcmode="lin" valueType="num">
                                      <p:cBhvr>
                                        <p:cTn id="483" dur="500" fill="hold"/>
                                        <p:tgtEl>
                                          <p:spTgt spid="28780"/>
                                        </p:tgtEl>
                                        <p:attrNameLst>
                                          <p:attrName>ppt_x</p:attrName>
                                        </p:attrNameLst>
                                      </p:cBhvr>
                                      <p:tavLst>
                                        <p:tav tm="0">
                                          <p:val>
                                            <p:strVal val="#ppt_x-#ppt_w/2"/>
                                          </p:val>
                                        </p:tav>
                                        <p:tav tm="100000">
                                          <p:val>
                                            <p:strVal val="#ppt_x"/>
                                          </p:val>
                                        </p:tav>
                                      </p:tavLst>
                                    </p:anim>
                                    <p:anim calcmode="lin" valueType="num">
                                      <p:cBhvr>
                                        <p:cTn id="484" dur="500" fill="hold"/>
                                        <p:tgtEl>
                                          <p:spTgt spid="28780"/>
                                        </p:tgtEl>
                                        <p:attrNameLst>
                                          <p:attrName>ppt_y</p:attrName>
                                        </p:attrNameLst>
                                      </p:cBhvr>
                                      <p:tavLst>
                                        <p:tav tm="0">
                                          <p:val>
                                            <p:strVal val="#ppt_y"/>
                                          </p:val>
                                        </p:tav>
                                        <p:tav tm="100000">
                                          <p:val>
                                            <p:strVal val="#ppt_y"/>
                                          </p:val>
                                        </p:tav>
                                      </p:tavLst>
                                    </p:anim>
                                    <p:anim calcmode="lin" valueType="num">
                                      <p:cBhvr>
                                        <p:cTn id="485" dur="500" fill="hold"/>
                                        <p:tgtEl>
                                          <p:spTgt spid="28780"/>
                                        </p:tgtEl>
                                        <p:attrNameLst>
                                          <p:attrName>ppt_w</p:attrName>
                                        </p:attrNameLst>
                                      </p:cBhvr>
                                      <p:tavLst>
                                        <p:tav tm="0">
                                          <p:val>
                                            <p:fltVal val="0"/>
                                          </p:val>
                                        </p:tav>
                                        <p:tav tm="100000">
                                          <p:val>
                                            <p:strVal val="#ppt_w"/>
                                          </p:val>
                                        </p:tav>
                                      </p:tavLst>
                                    </p:anim>
                                    <p:anim calcmode="lin" valueType="num">
                                      <p:cBhvr>
                                        <p:cTn id="486" dur="500" fill="hold"/>
                                        <p:tgtEl>
                                          <p:spTgt spid="28780"/>
                                        </p:tgtEl>
                                        <p:attrNameLst>
                                          <p:attrName>ppt_h</p:attrName>
                                        </p:attrNameLst>
                                      </p:cBhvr>
                                      <p:tavLst>
                                        <p:tav tm="0">
                                          <p:val>
                                            <p:strVal val="#ppt_h"/>
                                          </p:val>
                                        </p:tav>
                                        <p:tav tm="100000">
                                          <p:val>
                                            <p:strVal val="#ppt_h"/>
                                          </p:val>
                                        </p:tav>
                                      </p:tavLst>
                                    </p:anim>
                                  </p:childTnLst>
                                </p:cTn>
                              </p:par>
                            </p:childTnLst>
                          </p:cTn>
                        </p:par>
                      </p:childTnLst>
                    </p:cTn>
                  </p:par>
                  <p:par>
                    <p:cTn id="487" fill="hold" nodeType="clickPar">
                      <p:stCondLst>
                        <p:cond delay="indefinite"/>
                      </p:stCondLst>
                      <p:childTnLst>
                        <p:par>
                          <p:cTn id="488" fill="hold" nodeType="withGroup">
                            <p:stCondLst>
                              <p:cond delay="0"/>
                            </p:stCondLst>
                            <p:childTnLst>
                              <p:par>
                                <p:cTn id="489" presetID="2" presetClass="entr" presetSubtype="2" fill="hold" grpId="0" nodeType="clickEffect">
                                  <p:stCondLst>
                                    <p:cond delay="0"/>
                                  </p:stCondLst>
                                  <p:childTnLst>
                                    <p:set>
                                      <p:cBhvr>
                                        <p:cTn id="490" dur="1" fill="hold">
                                          <p:stCondLst>
                                            <p:cond delay="0"/>
                                          </p:stCondLst>
                                        </p:cTn>
                                        <p:tgtEl>
                                          <p:spTgt spid="28784"/>
                                        </p:tgtEl>
                                        <p:attrNameLst>
                                          <p:attrName>style.visibility</p:attrName>
                                        </p:attrNameLst>
                                      </p:cBhvr>
                                      <p:to>
                                        <p:strVal val="visible"/>
                                      </p:to>
                                    </p:set>
                                    <p:anim calcmode="lin" valueType="num">
                                      <p:cBhvr additive="base">
                                        <p:cTn id="491" dur="500" fill="hold"/>
                                        <p:tgtEl>
                                          <p:spTgt spid="28784"/>
                                        </p:tgtEl>
                                        <p:attrNameLst>
                                          <p:attrName>ppt_x</p:attrName>
                                        </p:attrNameLst>
                                      </p:cBhvr>
                                      <p:tavLst>
                                        <p:tav tm="0">
                                          <p:val>
                                            <p:strVal val="1+#ppt_w/2"/>
                                          </p:val>
                                        </p:tav>
                                        <p:tav tm="100000">
                                          <p:val>
                                            <p:strVal val="#ppt_x"/>
                                          </p:val>
                                        </p:tav>
                                      </p:tavLst>
                                    </p:anim>
                                    <p:anim calcmode="lin" valueType="num">
                                      <p:cBhvr additive="base">
                                        <p:cTn id="492" dur="500" fill="hold"/>
                                        <p:tgtEl>
                                          <p:spTgt spid="28784"/>
                                        </p:tgtEl>
                                        <p:attrNameLst>
                                          <p:attrName>ppt_y</p:attrName>
                                        </p:attrNameLst>
                                      </p:cBhvr>
                                      <p:tavLst>
                                        <p:tav tm="0">
                                          <p:val>
                                            <p:strVal val="#ppt_y"/>
                                          </p:val>
                                        </p:tav>
                                        <p:tav tm="100000">
                                          <p:val>
                                            <p:strVal val="#ppt_y"/>
                                          </p:val>
                                        </p:tav>
                                      </p:tavLst>
                                    </p:anim>
                                  </p:childTnLst>
                                </p:cTn>
                              </p:par>
                            </p:childTnLst>
                          </p:cTn>
                        </p:par>
                      </p:childTnLst>
                    </p:cTn>
                  </p:par>
                  <p:par>
                    <p:cTn id="493" fill="hold" nodeType="clickPar">
                      <p:stCondLst>
                        <p:cond delay="indefinite"/>
                      </p:stCondLst>
                      <p:childTnLst>
                        <p:par>
                          <p:cTn id="494" fill="hold" nodeType="withGroup">
                            <p:stCondLst>
                              <p:cond delay="0"/>
                            </p:stCondLst>
                            <p:childTnLst>
                              <p:par>
                                <p:cTn id="495" presetID="2" presetClass="entr" presetSubtype="2" fill="hold" grpId="0" nodeType="clickEffect">
                                  <p:stCondLst>
                                    <p:cond delay="0"/>
                                  </p:stCondLst>
                                  <p:childTnLst>
                                    <p:set>
                                      <p:cBhvr>
                                        <p:cTn id="496" dur="1" fill="hold">
                                          <p:stCondLst>
                                            <p:cond delay="0"/>
                                          </p:stCondLst>
                                        </p:cTn>
                                        <p:tgtEl>
                                          <p:spTgt spid="28785"/>
                                        </p:tgtEl>
                                        <p:attrNameLst>
                                          <p:attrName>style.visibility</p:attrName>
                                        </p:attrNameLst>
                                      </p:cBhvr>
                                      <p:to>
                                        <p:strVal val="visible"/>
                                      </p:to>
                                    </p:set>
                                    <p:anim calcmode="lin" valueType="num">
                                      <p:cBhvr additive="base">
                                        <p:cTn id="497" dur="500" fill="hold"/>
                                        <p:tgtEl>
                                          <p:spTgt spid="28785"/>
                                        </p:tgtEl>
                                        <p:attrNameLst>
                                          <p:attrName>ppt_x</p:attrName>
                                        </p:attrNameLst>
                                      </p:cBhvr>
                                      <p:tavLst>
                                        <p:tav tm="0">
                                          <p:val>
                                            <p:strVal val="1+#ppt_w/2"/>
                                          </p:val>
                                        </p:tav>
                                        <p:tav tm="100000">
                                          <p:val>
                                            <p:strVal val="#ppt_x"/>
                                          </p:val>
                                        </p:tav>
                                      </p:tavLst>
                                    </p:anim>
                                    <p:anim calcmode="lin" valueType="num">
                                      <p:cBhvr additive="base">
                                        <p:cTn id="498" dur="500" fill="hold"/>
                                        <p:tgtEl>
                                          <p:spTgt spid="28785"/>
                                        </p:tgtEl>
                                        <p:attrNameLst>
                                          <p:attrName>ppt_y</p:attrName>
                                        </p:attrNameLst>
                                      </p:cBhvr>
                                      <p:tavLst>
                                        <p:tav tm="0">
                                          <p:val>
                                            <p:strVal val="#ppt_y"/>
                                          </p:val>
                                        </p:tav>
                                        <p:tav tm="100000">
                                          <p:val>
                                            <p:strVal val="#ppt_y"/>
                                          </p:val>
                                        </p:tav>
                                      </p:tavLst>
                                    </p:anim>
                                  </p:childTnLst>
                                </p:cTn>
                              </p:par>
                            </p:childTnLst>
                          </p:cTn>
                        </p:par>
                      </p:childTnLst>
                    </p:cTn>
                  </p:par>
                  <p:par>
                    <p:cTn id="499" fill="hold" nodeType="clickPar">
                      <p:stCondLst>
                        <p:cond delay="indefinite"/>
                      </p:stCondLst>
                      <p:childTnLst>
                        <p:par>
                          <p:cTn id="500" fill="hold" nodeType="withGroup">
                            <p:stCondLst>
                              <p:cond delay="0"/>
                            </p:stCondLst>
                            <p:childTnLst>
                              <p:par>
                                <p:cTn id="501" presetID="2" presetClass="entr" presetSubtype="2" fill="hold" grpId="0" nodeType="clickEffect">
                                  <p:stCondLst>
                                    <p:cond delay="0"/>
                                  </p:stCondLst>
                                  <p:childTnLst>
                                    <p:set>
                                      <p:cBhvr>
                                        <p:cTn id="502" dur="1" fill="hold">
                                          <p:stCondLst>
                                            <p:cond delay="0"/>
                                          </p:stCondLst>
                                        </p:cTn>
                                        <p:tgtEl>
                                          <p:spTgt spid="28781"/>
                                        </p:tgtEl>
                                        <p:attrNameLst>
                                          <p:attrName>style.visibility</p:attrName>
                                        </p:attrNameLst>
                                      </p:cBhvr>
                                      <p:to>
                                        <p:strVal val="visible"/>
                                      </p:to>
                                    </p:set>
                                    <p:anim calcmode="lin" valueType="num">
                                      <p:cBhvr additive="base">
                                        <p:cTn id="503" dur="500" fill="hold"/>
                                        <p:tgtEl>
                                          <p:spTgt spid="28781"/>
                                        </p:tgtEl>
                                        <p:attrNameLst>
                                          <p:attrName>ppt_x</p:attrName>
                                        </p:attrNameLst>
                                      </p:cBhvr>
                                      <p:tavLst>
                                        <p:tav tm="0">
                                          <p:val>
                                            <p:strVal val="1+#ppt_w/2"/>
                                          </p:val>
                                        </p:tav>
                                        <p:tav tm="100000">
                                          <p:val>
                                            <p:strVal val="#ppt_x"/>
                                          </p:val>
                                        </p:tav>
                                      </p:tavLst>
                                    </p:anim>
                                    <p:anim calcmode="lin" valueType="num">
                                      <p:cBhvr additive="base">
                                        <p:cTn id="504" dur="500" fill="hold"/>
                                        <p:tgtEl>
                                          <p:spTgt spid="28781"/>
                                        </p:tgtEl>
                                        <p:attrNameLst>
                                          <p:attrName>ppt_y</p:attrName>
                                        </p:attrNameLst>
                                      </p:cBhvr>
                                      <p:tavLst>
                                        <p:tav tm="0">
                                          <p:val>
                                            <p:strVal val="#ppt_y"/>
                                          </p:val>
                                        </p:tav>
                                        <p:tav tm="100000">
                                          <p:val>
                                            <p:strVal val="#ppt_y"/>
                                          </p:val>
                                        </p:tav>
                                      </p:tavLst>
                                    </p:anim>
                                  </p:childTnLst>
                                </p:cTn>
                              </p:par>
                            </p:childTnLst>
                          </p:cTn>
                        </p:par>
                      </p:childTnLst>
                    </p:cTn>
                  </p:par>
                  <p:par>
                    <p:cTn id="505" fill="hold" nodeType="clickPar">
                      <p:stCondLst>
                        <p:cond delay="indefinite"/>
                      </p:stCondLst>
                      <p:childTnLst>
                        <p:par>
                          <p:cTn id="506" fill="hold" nodeType="withGroup">
                            <p:stCondLst>
                              <p:cond delay="0"/>
                            </p:stCondLst>
                            <p:childTnLst>
                              <p:par>
                                <p:cTn id="507" presetID="2" presetClass="entr" presetSubtype="2" fill="hold" grpId="0" nodeType="clickEffect">
                                  <p:stCondLst>
                                    <p:cond delay="0"/>
                                  </p:stCondLst>
                                  <p:childTnLst>
                                    <p:set>
                                      <p:cBhvr>
                                        <p:cTn id="508" dur="1" fill="hold">
                                          <p:stCondLst>
                                            <p:cond delay="0"/>
                                          </p:stCondLst>
                                        </p:cTn>
                                        <p:tgtEl>
                                          <p:spTgt spid="28782"/>
                                        </p:tgtEl>
                                        <p:attrNameLst>
                                          <p:attrName>style.visibility</p:attrName>
                                        </p:attrNameLst>
                                      </p:cBhvr>
                                      <p:to>
                                        <p:strVal val="visible"/>
                                      </p:to>
                                    </p:set>
                                    <p:anim calcmode="lin" valueType="num">
                                      <p:cBhvr additive="base">
                                        <p:cTn id="509" dur="500" fill="hold"/>
                                        <p:tgtEl>
                                          <p:spTgt spid="28782"/>
                                        </p:tgtEl>
                                        <p:attrNameLst>
                                          <p:attrName>ppt_x</p:attrName>
                                        </p:attrNameLst>
                                      </p:cBhvr>
                                      <p:tavLst>
                                        <p:tav tm="0">
                                          <p:val>
                                            <p:strVal val="1+#ppt_w/2"/>
                                          </p:val>
                                        </p:tav>
                                        <p:tav tm="100000">
                                          <p:val>
                                            <p:strVal val="#ppt_x"/>
                                          </p:val>
                                        </p:tav>
                                      </p:tavLst>
                                    </p:anim>
                                    <p:anim calcmode="lin" valueType="num">
                                      <p:cBhvr additive="base">
                                        <p:cTn id="510" dur="500" fill="hold"/>
                                        <p:tgtEl>
                                          <p:spTgt spid="28782"/>
                                        </p:tgtEl>
                                        <p:attrNameLst>
                                          <p:attrName>ppt_y</p:attrName>
                                        </p:attrNameLst>
                                      </p:cBhvr>
                                      <p:tavLst>
                                        <p:tav tm="0">
                                          <p:val>
                                            <p:strVal val="#ppt_y"/>
                                          </p:val>
                                        </p:tav>
                                        <p:tav tm="100000">
                                          <p:val>
                                            <p:strVal val="#ppt_y"/>
                                          </p:val>
                                        </p:tav>
                                      </p:tavLst>
                                    </p:anim>
                                  </p:childTnLst>
                                </p:cTn>
                              </p:par>
                            </p:childTnLst>
                          </p:cTn>
                        </p:par>
                      </p:childTnLst>
                    </p:cTn>
                  </p:par>
                  <p:par>
                    <p:cTn id="511" fill="hold" nodeType="clickPar">
                      <p:stCondLst>
                        <p:cond delay="indefinite"/>
                      </p:stCondLst>
                      <p:childTnLst>
                        <p:par>
                          <p:cTn id="512" fill="hold" nodeType="withGroup">
                            <p:stCondLst>
                              <p:cond delay="0"/>
                            </p:stCondLst>
                            <p:childTnLst>
                              <p:par>
                                <p:cTn id="513" presetID="2" presetClass="entr" presetSubtype="2" fill="hold" grpId="0" nodeType="clickEffect">
                                  <p:stCondLst>
                                    <p:cond delay="0"/>
                                  </p:stCondLst>
                                  <p:childTnLst>
                                    <p:set>
                                      <p:cBhvr>
                                        <p:cTn id="514" dur="1" fill="hold">
                                          <p:stCondLst>
                                            <p:cond delay="0"/>
                                          </p:stCondLst>
                                        </p:cTn>
                                        <p:tgtEl>
                                          <p:spTgt spid="28783"/>
                                        </p:tgtEl>
                                        <p:attrNameLst>
                                          <p:attrName>style.visibility</p:attrName>
                                        </p:attrNameLst>
                                      </p:cBhvr>
                                      <p:to>
                                        <p:strVal val="visible"/>
                                      </p:to>
                                    </p:set>
                                    <p:anim calcmode="lin" valueType="num">
                                      <p:cBhvr additive="base">
                                        <p:cTn id="515" dur="500" fill="hold"/>
                                        <p:tgtEl>
                                          <p:spTgt spid="28783"/>
                                        </p:tgtEl>
                                        <p:attrNameLst>
                                          <p:attrName>ppt_x</p:attrName>
                                        </p:attrNameLst>
                                      </p:cBhvr>
                                      <p:tavLst>
                                        <p:tav tm="0">
                                          <p:val>
                                            <p:strVal val="1+#ppt_w/2"/>
                                          </p:val>
                                        </p:tav>
                                        <p:tav tm="100000">
                                          <p:val>
                                            <p:strVal val="#ppt_x"/>
                                          </p:val>
                                        </p:tav>
                                      </p:tavLst>
                                    </p:anim>
                                    <p:anim calcmode="lin" valueType="num">
                                      <p:cBhvr additive="base">
                                        <p:cTn id="516" dur="500" fill="hold"/>
                                        <p:tgtEl>
                                          <p:spTgt spid="28783"/>
                                        </p:tgtEl>
                                        <p:attrNameLst>
                                          <p:attrName>ppt_y</p:attrName>
                                        </p:attrNameLst>
                                      </p:cBhvr>
                                      <p:tavLst>
                                        <p:tav tm="0">
                                          <p:val>
                                            <p:strVal val="#ppt_y"/>
                                          </p:val>
                                        </p:tav>
                                        <p:tav tm="100000">
                                          <p:val>
                                            <p:strVal val="#ppt_y"/>
                                          </p:val>
                                        </p:tav>
                                      </p:tavLst>
                                    </p:anim>
                                  </p:childTnLst>
                                </p:cTn>
                              </p:par>
                            </p:childTnLst>
                          </p:cTn>
                        </p:par>
                      </p:childTnLst>
                    </p:cTn>
                  </p:par>
                  <p:par>
                    <p:cTn id="517" fill="hold" nodeType="clickPar">
                      <p:stCondLst>
                        <p:cond delay="indefinite"/>
                      </p:stCondLst>
                      <p:childTnLst>
                        <p:par>
                          <p:cTn id="518" fill="hold" nodeType="withGroup">
                            <p:stCondLst>
                              <p:cond delay="0"/>
                            </p:stCondLst>
                            <p:childTnLst>
                              <p:par>
                                <p:cTn id="519" presetID="2" presetClass="entr" presetSubtype="2" fill="hold" grpId="0" nodeType="clickEffect">
                                  <p:stCondLst>
                                    <p:cond delay="0"/>
                                  </p:stCondLst>
                                  <p:childTnLst>
                                    <p:set>
                                      <p:cBhvr>
                                        <p:cTn id="520" dur="1" fill="hold">
                                          <p:stCondLst>
                                            <p:cond delay="0"/>
                                          </p:stCondLst>
                                        </p:cTn>
                                        <p:tgtEl>
                                          <p:spTgt spid="28786"/>
                                        </p:tgtEl>
                                        <p:attrNameLst>
                                          <p:attrName>style.visibility</p:attrName>
                                        </p:attrNameLst>
                                      </p:cBhvr>
                                      <p:to>
                                        <p:strVal val="visible"/>
                                      </p:to>
                                    </p:set>
                                    <p:anim calcmode="lin" valueType="num">
                                      <p:cBhvr additive="base">
                                        <p:cTn id="521" dur="500" fill="hold"/>
                                        <p:tgtEl>
                                          <p:spTgt spid="28786"/>
                                        </p:tgtEl>
                                        <p:attrNameLst>
                                          <p:attrName>ppt_x</p:attrName>
                                        </p:attrNameLst>
                                      </p:cBhvr>
                                      <p:tavLst>
                                        <p:tav tm="0">
                                          <p:val>
                                            <p:strVal val="1+#ppt_w/2"/>
                                          </p:val>
                                        </p:tav>
                                        <p:tav tm="100000">
                                          <p:val>
                                            <p:strVal val="#ppt_x"/>
                                          </p:val>
                                        </p:tav>
                                      </p:tavLst>
                                    </p:anim>
                                    <p:anim calcmode="lin" valueType="num">
                                      <p:cBhvr additive="base">
                                        <p:cTn id="522" dur="500" fill="hold"/>
                                        <p:tgtEl>
                                          <p:spTgt spid="28786"/>
                                        </p:tgtEl>
                                        <p:attrNameLst>
                                          <p:attrName>ppt_y</p:attrName>
                                        </p:attrNameLst>
                                      </p:cBhvr>
                                      <p:tavLst>
                                        <p:tav tm="0">
                                          <p:val>
                                            <p:strVal val="#ppt_y"/>
                                          </p:val>
                                        </p:tav>
                                        <p:tav tm="100000">
                                          <p:val>
                                            <p:strVal val="#ppt_y"/>
                                          </p:val>
                                        </p:tav>
                                      </p:tavLst>
                                    </p:anim>
                                  </p:childTnLst>
                                </p:cTn>
                              </p:par>
                            </p:childTnLst>
                          </p:cTn>
                        </p:par>
                      </p:childTnLst>
                    </p:cTn>
                  </p:par>
                  <p:par>
                    <p:cTn id="523" fill="hold" nodeType="clickPar">
                      <p:stCondLst>
                        <p:cond delay="indefinite"/>
                      </p:stCondLst>
                      <p:childTnLst>
                        <p:par>
                          <p:cTn id="524" fill="hold" nodeType="withGroup">
                            <p:stCondLst>
                              <p:cond delay="0"/>
                            </p:stCondLst>
                            <p:childTnLst>
                              <p:par>
                                <p:cTn id="525" presetID="2" presetClass="entr" presetSubtype="1" fill="hold" grpId="0" nodeType="clickEffect">
                                  <p:stCondLst>
                                    <p:cond delay="0"/>
                                  </p:stCondLst>
                                  <p:childTnLst>
                                    <p:set>
                                      <p:cBhvr>
                                        <p:cTn id="526" dur="1" fill="hold">
                                          <p:stCondLst>
                                            <p:cond delay="0"/>
                                          </p:stCondLst>
                                        </p:cTn>
                                        <p:tgtEl>
                                          <p:spTgt spid="28727"/>
                                        </p:tgtEl>
                                        <p:attrNameLst>
                                          <p:attrName>style.visibility</p:attrName>
                                        </p:attrNameLst>
                                      </p:cBhvr>
                                      <p:to>
                                        <p:strVal val="visible"/>
                                      </p:to>
                                    </p:set>
                                    <p:anim calcmode="lin" valueType="num">
                                      <p:cBhvr additive="base">
                                        <p:cTn id="527" dur="500" fill="hold"/>
                                        <p:tgtEl>
                                          <p:spTgt spid="28727"/>
                                        </p:tgtEl>
                                        <p:attrNameLst>
                                          <p:attrName>ppt_x</p:attrName>
                                        </p:attrNameLst>
                                      </p:cBhvr>
                                      <p:tavLst>
                                        <p:tav tm="0">
                                          <p:val>
                                            <p:strVal val="#ppt_x"/>
                                          </p:val>
                                        </p:tav>
                                        <p:tav tm="100000">
                                          <p:val>
                                            <p:strVal val="#ppt_x"/>
                                          </p:val>
                                        </p:tav>
                                      </p:tavLst>
                                    </p:anim>
                                    <p:anim calcmode="lin" valueType="num">
                                      <p:cBhvr additive="base">
                                        <p:cTn id="528" dur="500" fill="hold"/>
                                        <p:tgtEl>
                                          <p:spTgt spid="28727"/>
                                        </p:tgtEl>
                                        <p:attrNameLst>
                                          <p:attrName>ppt_y</p:attrName>
                                        </p:attrNameLst>
                                      </p:cBhvr>
                                      <p:tavLst>
                                        <p:tav tm="0">
                                          <p:val>
                                            <p:strVal val="0-#ppt_h/2"/>
                                          </p:val>
                                        </p:tav>
                                        <p:tav tm="100000">
                                          <p:val>
                                            <p:strVal val="#ppt_y"/>
                                          </p:val>
                                        </p:tav>
                                      </p:tavLst>
                                    </p:anim>
                                  </p:childTnLst>
                                </p:cTn>
                              </p:par>
                            </p:childTnLst>
                          </p:cTn>
                        </p:par>
                      </p:childTnLst>
                    </p:cTn>
                  </p:par>
                  <p:par>
                    <p:cTn id="529" fill="hold" nodeType="clickPar">
                      <p:stCondLst>
                        <p:cond delay="indefinite"/>
                      </p:stCondLst>
                      <p:childTnLst>
                        <p:par>
                          <p:cTn id="530" fill="hold" nodeType="withGroup">
                            <p:stCondLst>
                              <p:cond delay="0"/>
                            </p:stCondLst>
                            <p:childTnLst>
                              <p:par>
                                <p:cTn id="531" presetID="2" presetClass="entr" presetSubtype="1" fill="hold" grpId="0" nodeType="clickEffect">
                                  <p:stCondLst>
                                    <p:cond delay="0"/>
                                  </p:stCondLst>
                                  <p:childTnLst>
                                    <p:set>
                                      <p:cBhvr>
                                        <p:cTn id="532" dur="1" fill="hold">
                                          <p:stCondLst>
                                            <p:cond delay="0"/>
                                          </p:stCondLst>
                                        </p:cTn>
                                        <p:tgtEl>
                                          <p:spTgt spid="28787"/>
                                        </p:tgtEl>
                                        <p:attrNameLst>
                                          <p:attrName>style.visibility</p:attrName>
                                        </p:attrNameLst>
                                      </p:cBhvr>
                                      <p:to>
                                        <p:strVal val="visible"/>
                                      </p:to>
                                    </p:set>
                                    <p:anim calcmode="lin" valueType="num">
                                      <p:cBhvr additive="base">
                                        <p:cTn id="533" dur="500" fill="hold"/>
                                        <p:tgtEl>
                                          <p:spTgt spid="28787"/>
                                        </p:tgtEl>
                                        <p:attrNameLst>
                                          <p:attrName>ppt_x</p:attrName>
                                        </p:attrNameLst>
                                      </p:cBhvr>
                                      <p:tavLst>
                                        <p:tav tm="0">
                                          <p:val>
                                            <p:strVal val="#ppt_x"/>
                                          </p:val>
                                        </p:tav>
                                        <p:tav tm="100000">
                                          <p:val>
                                            <p:strVal val="#ppt_x"/>
                                          </p:val>
                                        </p:tav>
                                      </p:tavLst>
                                    </p:anim>
                                    <p:anim calcmode="lin" valueType="num">
                                      <p:cBhvr additive="base">
                                        <p:cTn id="534" dur="500" fill="hold"/>
                                        <p:tgtEl>
                                          <p:spTgt spid="28787"/>
                                        </p:tgtEl>
                                        <p:attrNameLst>
                                          <p:attrName>ppt_y</p:attrName>
                                        </p:attrNameLst>
                                      </p:cBhvr>
                                      <p:tavLst>
                                        <p:tav tm="0">
                                          <p:val>
                                            <p:strVal val="0-#ppt_h/2"/>
                                          </p:val>
                                        </p:tav>
                                        <p:tav tm="100000">
                                          <p:val>
                                            <p:strVal val="#ppt_y"/>
                                          </p:val>
                                        </p:tav>
                                      </p:tavLst>
                                    </p:anim>
                                  </p:childTnLst>
                                </p:cTn>
                              </p:par>
                            </p:childTnLst>
                          </p:cTn>
                        </p:par>
                      </p:childTnLst>
                    </p:cTn>
                  </p:par>
                  <p:par>
                    <p:cTn id="535" fill="hold" nodeType="clickPar">
                      <p:stCondLst>
                        <p:cond delay="indefinite"/>
                      </p:stCondLst>
                      <p:childTnLst>
                        <p:par>
                          <p:cTn id="536" fill="hold" nodeType="withGroup">
                            <p:stCondLst>
                              <p:cond delay="0"/>
                            </p:stCondLst>
                            <p:childTnLst>
                              <p:par>
                                <p:cTn id="537" presetID="2" presetClass="entr" presetSubtype="1" fill="hold" grpId="0" nodeType="clickEffect">
                                  <p:stCondLst>
                                    <p:cond delay="0"/>
                                  </p:stCondLst>
                                  <p:childTnLst>
                                    <p:set>
                                      <p:cBhvr>
                                        <p:cTn id="538" dur="1" fill="hold">
                                          <p:stCondLst>
                                            <p:cond delay="0"/>
                                          </p:stCondLst>
                                        </p:cTn>
                                        <p:tgtEl>
                                          <p:spTgt spid="28788"/>
                                        </p:tgtEl>
                                        <p:attrNameLst>
                                          <p:attrName>style.visibility</p:attrName>
                                        </p:attrNameLst>
                                      </p:cBhvr>
                                      <p:to>
                                        <p:strVal val="visible"/>
                                      </p:to>
                                    </p:set>
                                    <p:anim calcmode="lin" valueType="num">
                                      <p:cBhvr additive="base">
                                        <p:cTn id="539" dur="500" fill="hold"/>
                                        <p:tgtEl>
                                          <p:spTgt spid="28788"/>
                                        </p:tgtEl>
                                        <p:attrNameLst>
                                          <p:attrName>ppt_x</p:attrName>
                                        </p:attrNameLst>
                                      </p:cBhvr>
                                      <p:tavLst>
                                        <p:tav tm="0">
                                          <p:val>
                                            <p:strVal val="#ppt_x"/>
                                          </p:val>
                                        </p:tav>
                                        <p:tav tm="100000">
                                          <p:val>
                                            <p:strVal val="#ppt_x"/>
                                          </p:val>
                                        </p:tav>
                                      </p:tavLst>
                                    </p:anim>
                                    <p:anim calcmode="lin" valueType="num">
                                      <p:cBhvr additive="base">
                                        <p:cTn id="540" dur="500" fill="hold"/>
                                        <p:tgtEl>
                                          <p:spTgt spid="28788"/>
                                        </p:tgtEl>
                                        <p:attrNameLst>
                                          <p:attrName>ppt_y</p:attrName>
                                        </p:attrNameLst>
                                      </p:cBhvr>
                                      <p:tavLst>
                                        <p:tav tm="0">
                                          <p:val>
                                            <p:strVal val="0-#ppt_h/2"/>
                                          </p:val>
                                        </p:tav>
                                        <p:tav tm="100000">
                                          <p:val>
                                            <p:strVal val="#ppt_y"/>
                                          </p:val>
                                        </p:tav>
                                      </p:tavLst>
                                    </p:anim>
                                  </p:childTnLst>
                                </p:cTn>
                              </p:par>
                            </p:childTnLst>
                          </p:cTn>
                        </p:par>
                      </p:childTnLst>
                    </p:cTn>
                  </p:par>
                  <p:par>
                    <p:cTn id="541" fill="hold" nodeType="clickPar">
                      <p:stCondLst>
                        <p:cond delay="indefinite"/>
                      </p:stCondLst>
                      <p:childTnLst>
                        <p:par>
                          <p:cTn id="542" fill="hold" nodeType="withGroup">
                            <p:stCondLst>
                              <p:cond delay="0"/>
                            </p:stCondLst>
                            <p:childTnLst>
                              <p:par>
                                <p:cTn id="543" presetID="2" presetClass="entr" presetSubtype="1" fill="hold" grpId="0" nodeType="clickEffect">
                                  <p:stCondLst>
                                    <p:cond delay="0"/>
                                  </p:stCondLst>
                                  <p:childTnLst>
                                    <p:set>
                                      <p:cBhvr>
                                        <p:cTn id="544" dur="1" fill="hold">
                                          <p:stCondLst>
                                            <p:cond delay="0"/>
                                          </p:stCondLst>
                                        </p:cTn>
                                        <p:tgtEl>
                                          <p:spTgt spid="28789"/>
                                        </p:tgtEl>
                                        <p:attrNameLst>
                                          <p:attrName>style.visibility</p:attrName>
                                        </p:attrNameLst>
                                      </p:cBhvr>
                                      <p:to>
                                        <p:strVal val="visible"/>
                                      </p:to>
                                    </p:set>
                                    <p:anim calcmode="lin" valueType="num">
                                      <p:cBhvr additive="base">
                                        <p:cTn id="545" dur="500" fill="hold"/>
                                        <p:tgtEl>
                                          <p:spTgt spid="28789"/>
                                        </p:tgtEl>
                                        <p:attrNameLst>
                                          <p:attrName>ppt_x</p:attrName>
                                        </p:attrNameLst>
                                      </p:cBhvr>
                                      <p:tavLst>
                                        <p:tav tm="0">
                                          <p:val>
                                            <p:strVal val="#ppt_x"/>
                                          </p:val>
                                        </p:tav>
                                        <p:tav tm="100000">
                                          <p:val>
                                            <p:strVal val="#ppt_x"/>
                                          </p:val>
                                        </p:tav>
                                      </p:tavLst>
                                    </p:anim>
                                    <p:anim calcmode="lin" valueType="num">
                                      <p:cBhvr additive="base">
                                        <p:cTn id="546" dur="500" fill="hold"/>
                                        <p:tgtEl>
                                          <p:spTgt spid="28789"/>
                                        </p:tgtEl>
                                        <p:attrNameLst>
                                          <p:attrName>ppt_y</p:attrName>
                                        </p:attrNameLst>
                                      </p:cBhvr>
                                      <p:tavLst>
                                        <p:tav tm="0">
                                          <p:val>
                                            <p:strVal val="0-#ppt_h/2"/>
                                          </p:val>
                                        </p:tav>
                                        <p:tav tm="100000">
                                          <p:val>
                                            <p:strVal val="#ppt_y"/>
                                          </p:val>
                                        </p:tav>
                                      </p:tavLst>
                                    </p:anim>
                                  </p:childTnLst>
                                </p:cTn>
                              </p:par>
                            </p:childTnLst>
                          </p:cTn>
                        </p:par>
                      </p:childTnLst>
                    </p:cTn>
                  </p:par>
                  <p:par>
                    <p:cTn id="547" fill="hold" nodeType="clickPar">
                      <p:stCondLst>
                        <p:cond delay="indefinite"/>
                      </p:stCondLst>
                      <p:childTnLst>
                        <p:par>
                          <p:cTn id="548" fill="hold" nodeType="withGroup">
                            <p:stCondLst>
                              <p:cond delay="0"/>
                            </p:stCondLst>
                            <p:childTnLst>
                              <p:par>
                                <p:cTn id="549" presetID="2" presetClass="entr" presetSubtype="1" fill="hold" grpId="0" nodeType="clickEffect">
                                  <p:stCondLst>
                                    <p:cond delay="0"/>
                                  </p:stCondLst>
                                  <p:childTnLst>
                                    <p:set>
                                      <p:cBhvr>
                                        <p:cTn id="550" dur="1" fill="hold">
                                          <p:stCondLst>
                                            <p:cond delay="0"/>
                                          </p:stCondLst>
                                        </p:cTn>
                                        <p:tgtEl>
                                          <p:spTgt spid="28790"/>
                                        </p:tgtEl>
                                        <p:attrNameLst>
                                          <p:attrName>style.visibility</p:attrName>
                                        </p:attrNameLst>
                                      </p:cBhvr>
                                      <p:to>
                                        <p:strVal val="visible"/>
                                      </p:to>
                                    </p:set>
                                    <p:anim calcmode="lin" valueType="num">
                                      <p:cBhvr additive="base">
                                        <p:cTn id="551" dur="500" fill="hold"/>
                                        <p:tgtEl>
                                          <p:spTgt spid="28790"/>
                                        </p:tgtEl>
                                        <p:attrNameLst>
                                          <p:attrName>ppt_x</p:attrName>
                                        </p:attrNameLst>
                                      </p:cBhvr>
                                      <p:tavLst>
                                        <p:tav tm="0">
                                          <p:val>
                                            <p:strVal val="#ppt_x"/>
                                          </p:val>
                                        </p:tav>
                                        <p:tav tm="100000">
                                          <p:val>
                                            <p:strVal val="#ppt_x"/>
                                          </p:val>
                                        </p:tav>
                                      </p:tavLst>
                                    </p:anim>
                                    <p:anim calcmode="lin" valueType="num">
                                      <p:cBhvr additive="base">
                                        <p:cTn id="552" dur="500" fill="hold"/>
                                        <p:tgtEl>
                                          <p:spTgt spid="28790"/>
                                        </p:tgtEl>
                                        <p:attrNameLst>
                                          <p:attrName>ppt_y</p:attrName>
                                        </p:attrNameLst>
                                      </p:cBhvr>
                                      <p:tavLst>
                                        <p:tav tm="0">
                                          <p:val>
                                            <p:strVal val="0-#ppt_h/2"/>
                                          </p:val>
                                        </p:tav>
                                        <p:tav tm="100000">
                                          <p:val>
                                            <p:strVal val="#ppt_y"/>
                                          </p:val>
                                        </p:tav>
                                      </p:tavLst>
                                    </p:anim>
                                  </p:childTnLst>
                                </p:cTn>
                              </p:par>
                            </p:childTnLst>
                          </p:cTn>
                        </p:par>
                      </p:childTnLst>
                    </p:cTn>
                  </p:par>
                  <p:par>
                    <p:cTn id="553" fill="hold" nodeType="clickPar">
                      <p:stCondLst>
                        <p:cond delay="indefinite"/>
                      </p:stCondLst>
                      <p:childTnLst>
                        <p:par>
                          <p:cTn id="554" fill="hold" nodeType="withGroup">
                            <p:stCondLst>
                              <p:cond delay="0"/>
                            </p:stCondLst>
                            <p:childTnLst>
                              <p:par>
                                <p:cTn id="555" presetID="2" presetClass="entr" presetSubtype="1" fill="hold" grpId="0" nodeType="clickEffect">
                                  <p:stCondLst>
                                    <p:cond delay="0"/>
                                  </p:stCondLst>
                                  <p:childTnLst>
                                    <p:set>
                                      <p:cBhvr>
                                        <p:cTn id="556" dur="1" fill="hold">
                                          <p:stCondLst>
                                            <p:cond delay="0"/>
                                          </p:stCondLst>
                                        </p:cTn>
                                        <p:tgtEl>
                                          <p:spTgt spid="28791"/>
                                        </p:tgtEl>
                                        <p:attrNameLst>
                                          <p:attrName>style.visibility</p:attrName>
                                        </p:attrNameLst>
                                      </p:cBhvr>
                                      <p:to>
                                        <p:strVal val="visible"/>
                                      </p:to>
                                    </p:set>
                                    <p:anim calcmode="lin" valueType="num">
                                      <p:cBhvr additive="base">
                                        <p:cTn id="557" dur="500" fill="hold"/>
                                        <p:tgtEl>
                                          <p:spTgt spid="28791"/>
                                        </p:tgtEl>
                                        <p:attrNameLst>
                                          <p:attrName>ppt_x</p:attrName>
                                        </p:attrNameLst>
                                      </p:cBhvr>
                                      <p:tavLst>
                                        <p:tav tm="0">
                                          <p:val>
                                            <p:strVal val="#ppt_x"/>
                                          </p:val>
                                        </p:tav>
                                        <p:tav tm="100000">
                                          <p:val>
                                            <p:strVal val="#ppt_x"/>
                                          </p:val>
                                        </p:tav>
                                      </p:tavLst>
                                    </p:anim>
                                    <p:anim calcmode="lin" valueType="num">
                                      <p:cBhvr additive="base">
                                        <p:cTn id="558" dur="500" fill="hold"/>
                                        <p:tgtEl>
                                          <p:spTgt spid="28791"/>
                                        </p:tgtEl>
                                        <p:attrNameLst>
                                          <p:attrName>ppt_y</p:attrName>
                                        </p:attrNameLst>
                                      </p:cBhvr>
                                      <p:tavLst>
                                        <p:tav tm="0">
                                          <p:val>
                                            <p:strVal val="0-#ppt_h/2"/>
                                          </p:val>
                                        </p:tav>
                                        <p:tav tm="100000">
                                          <p:val>
                                            <p:strVal val="#ppt_y"/>
                                          </p:val>
                                        </p:tav>
                                      </p:tavLst>
                                    </p:anim>
                                  </p:childTnLst>
                                </p:cTn>
                              </p:par>
                            </p:childTnLst>
                          </p:cTn>
                        </p:par>
                      </p:childTnLst>
                    </p:cTn>
                  </p:par>
                  <p:par>
                    <p:cTn id="559" fill="hold" nodeType="clickPar">
                      <p:stCondLst>
                        <p:cond delay="indefinite"/>
                      </p:stCondLst>
                      <p:childTnLst>
                        <p:par>
                          <p:cTn id="560" fill="hold" nodeType="withGroup">
                            <p:stCondLst>
                              <p:cond delay="0"/>
                            </p:stCondLst>
                            <p:childTnLst>
                              <p:par>
                                <p:cTn id="561" presetID="17" presetClass="entr" presetSubtype="8" fill="hold" grpId="0" nodeType="clickEffect">
                                  <p:stCondLst>
                                    <p:cond delay="0"/>
                                  </p:stCondLst>
                                  <p:childTnLst>
                                    <p:set>
                                      <p:cBhvr>
                                        <p:cTn id="562" dur="1" fill="hold">
                                          <p:stCondLst>
                                            <p:cond delay="0"/>
                                          </p:stCondLst>
                                        </p:cTn>
                                        <p:tgtEl>
                                          <p:spTgt spid="28802"/>
                                        </p:tgtEl>
                                        <p:attrNameLst>
                                          <p:attrName>style.visibility</p:attrName>
                                        </p:attrNameLst>
                                      </p:cBhvr>
                                      <p:to>
                                        <p:strVal val="visible"/>
                                      </p:to>
                                    </p:set>
                                    <p:anim calcmode="lin" valueType="num">
                                      <p:cBhvr>
                                        <p:cTn id="563" dur="500" fill="hold"/>
                                        <p:tgtEl>
                                          <p:spTgt spid="28802"/>
                                        </p:tgtEl>
                                        <p:attrNameLst>
                                          <p:attrName>ppt_x</p:attrName>
                                        </p:attrNameLst>
                                      </p:cBhvr>
                                      <p:tavLst>
                                        <p:tav tm="0">
                                          <p:val>
                                            <p:strVal val="#ppt_x-#ppt_w/2"/>
                                          </p:val>
                                        </p:tav>
                                        <p:tav tm="100000">
                                          <p:val>
                                            <p:strVal val="#ppt_x"/>
                                          </p:val>
                                        </p:tav>
                                      </p:tavLst>
                                    </p:anim>
                                    <p:anim calcmode="lin" valueType="num">
                                      <p:cBhvr>
                                        <p:cTn id="564" dur="500" fill="hold"/>
                                        <p:tgtEl>
                                          <p:spTgt spid="28802"/>
                                        </p:tgtEl>
                                        <p:attrNameLst>
                                          <p:attrName>ppt_y</p:attrName>
                                        </p:attrNameLst>
                                      </p:cBhvr>
                                      <p:tavLst>
                                        <p:tav tm="0">
                                          <p:val>
                                            <p:strVal val="#ppt_y"/>
                                          </p:val>
                                        </p:tav>
                                        <p:tav tm="100000">
                                          <p:val>
                                            <p:strVal val="#ppt_y"/>
                                          </p:val>
                                        </p:tav>
                                      </p:tavLst>
                                    </p:anim>
                                    <p:anim calcmode="lin" valueType="num">
                                      <p:cBhvr>
                                        <p:cTn id="565" dur="500" fill="hold"/>
                                        <p:tgtEl>
                                          <p:spTgt spid="28802"/>
                                        </p:tgtEl>
                                        <p:attrNameLst>
                                          <p:attrName>ppt_w</p:attrName>
                                        </p:attrNameLst>
                                      </p:cBhvr>
                                      <p:tavLst>
                                        <p:tav tm="0">
                                          <p:val>
                                            <p:fltVal val="0"/>
                                          </p:val>
                                        </p:tav>
                                        <p:tav tm="100000">
                                          <p:val>
                                            <p:strVal val="#ppt_w"/>
                                          </p:val>
                                        </p:tav>
                                      </p:tavLst>
                                    </p:anim>
                                    <p:anim calcmode="lin" valueType="num">
                                      <p:cBhvr>
                                        <p:cTn id="566" dur="500" fill="hold"/>
                                        <p:tgtEl>
                                          <p:spTgt spid="28802"/>
                                        </p:tgtEl>
                                        <p:attrNameLst>
                                          <p:attrName>ppt_h</p:attrName>
                                        </p:attrNameLst>
                                      </p:cBhvr>
                                      <p:tavLst>
                                        <p:tav tm="0">
                                          <p:val>
                                            <p:strVal val="#ppt_h"/>
                                          </p:val>
                                        </p:tav>
                                        <p:tav tm="100000">
                                          <p:val>
                                            <p:strVal val="#ppt_h"/>
                                          </p:val>
                                        </p:tav>
                                      </p:tavLst>
                                    </p:anim>
                                  </p:childTnLst>
                                </p:cTn>
                              </p:par>
                            </p:childTnLst>
                          </p:cTn>
                        </p:par>
                      </p:childTnLst>
                    </p:cTn>
                  </p:par>
                  <p:par>
                    <p:cTn id="567" fill="hold" nodeType="clickPar">
                      <p:stCondLst>
                        <p:cond delay="indefinite"/>
                      </p:stCondLst>
                      <p:childTnLst>
                        <p:par>
                          <p:cTn id="568" fill="hold" nodeType="withGroup">
                            <p:stCondLst>
                              <p:cond delay="0"/>
                            </p:stCondLst>
                            <p:childTnLst>
                              <p:par>
                                <p:cTn id="569" presetID="17" presetClass="entr" presetSubtype="8" fill="hold" grpId="0" nodeType="clickEffect">
                                  <p:stCondLst>
                                    <p:cond delay="0"/>
                                  </p:stCondLst>
                                  <p:childTnLst>
                                    <p:set>
                                      <p:cBhvr>
                                        <p:cTn id="570" dur="1" fill="hold">
                                          <p:stCondLst>
                                            <p:cond delay="0"/>
                                          </p:stCondLst>
                                        </p:cTn>
                                        <p:tgtEl>
                                          <p:spTgt spid="28803"/>
                                        </p:tgtEl>
                                        <p:attrNameLst>
                                          <p:attrName>style.visibility</p:attrName>
                                        </p:attrNameLst>
                                      </p:cBhvr>
                                      <p:to>
                                        <p:strVal val="visible"/>
                                      </p:to>
                                    </p:set>
                                    <p:anim calcmode="lin" valueType="num">
                                      <p:cBhvr>
                                        <p:cTn id="571" dur="500" fill="hold"/>
                                        <p:tgtEl>
                                          <p:spTgt spid="28803"/>
                                        </p:tgtEl>
                                        <p:attrNameLst>
                                          <p:attrName>ppt_x</p:attrName>
                                        </p:attrNameLst>
                                      </p:cBhvr>
                                      <p:tavLst>
                                        <p:tav tm="0">
                                          <p:val>
                                            <p:strVal val="#ppt_x-#ppt_w/2"/>
                                          </p:val>
                                        </p:tav>
                                        <p:tav tm="100000">
                                          <p:val>
                                            <p:strVal val="#ppt_x"/>
                                          </p:val>
                                        </p:tav>
                                      </p:tavLst>
                                    </p:anim>
                                    <p:anim calcmode="lin" valueType="num">
                                      <p:cBhvr>
                                        <p:cTn id="572" dur="500" fill="hold"/>
                                        <p:tgtEl>
                                          <p:spTgt spid="28803"/>
                                        </p:tgtEl>
                                        <p:attrNameLst>
                                          <p:attrName>ppt_y</p:attrName>
                                        </p:attrNameLst>
                                      </p:cBhvr>
                                      <p:tavLst>
                                        <p:tav tm="0">
                                          <p:val>
                                            <p:strVal val="#ppt_y"/>
                                          </p:val>
                                        </p:tav>
                                        <p:tav tm="100000">
                                          <p:val>
                                            <p:strVal val="#ppt_y"/>
                                          </p:val>
                                        </p:tav>
                                      </p:tavLst>
                                    </p:anim>
                                    <p:anim calcmode="lin" valueType="num">
                                      <p:cBhvr>
                                        <p:cTn id="573" dur="500" fill="hold"/>
                                        <p:tgtEl>
                                          <p:spTgt spid="28803"/>
                                        </p:tgtEl>
                                        <p:attrNameLst>
                                          <p:attrName>ppt_w</p:attrName>
                                        </p:attrNameLst>
                                      </p:cBhvr>
                                      <p:tavLst>
                                        <p:tav tm="0">
                                          <p:val>
                                            <p:fltVal val="0"/>
                                          </p:val>
                                        </p:tav>
                                        <p:tav tm="100000">
                                          <p:val>
                                            <p:strVal val="#ppt_w"/>
                                          </p:val>
                                        </p:tav>
                                      </p:tavLst>
                                    </p:anim>
                                    <p:anim calcmode="lin" valueType="num">
                                      <p:cBhvr>
                                        <p:cTn id="574" dur="500" fill="hold"/>
                                        <p:tgtEl>
                                          <p:spTgt spid="28803"/>
                                        </p:tgtEl>
                                        <p:attrNameLst>
                                          <p:attrName>ppt_h</p:attrName>
                                        </p:attrNameLst>
                                      </p:cBhvr>
                                      <p:tavLst>
                                        <p:tav tm="0">
                                          <p:val>
                                            <p:strVal val="#ppt_h"/>
                                          </p:val>
                                        </p:tav>
                                        <p:tav tm="100000">
                                          <p:val>
                                            <p:strVal val="#ppt_h"/>
                                          </p:val>
                                        </p:tav>
                                      </p:tavLst>
                                    </p:anim>
                                  </p:childTnLst>
                                </p:cTn>
                              </p:par>
                            </p:childTnLst>
                          </p:cTn>
                        </p:par>
                      </p:childTnLst>
                    </p:cTn>
                  </p:par>
                  <p:par>
                    <p:cTn id="575" fill="hold" nodeType="clickPar">
                      <p:stCondLst>
                        <p:cond delay="indefinite"/>
                      </p:stCondLst>
                      <p:childTnLst>
                        <p:par>
                          <p:cTn id="576" fill="hold" nodeType="withGroup">
                            <p:stCondLst>
                              <p:cond delay="0"/>
                            </p:stCondLst>
                            <p:childTnLst>
                              <p:par>
                                <p:cTn id="577" presetID="18" presetClass="entr" presetSubtype="3" fill="hold" grpId="0" nodeType="clickEffect">
                                  <p:stCondLst>
                                    <p:cond delay="0"/>
                                  </p:stCondLst>
                                  <p:childTnLst>
                                    <p:set>
                                      <p:cBhvr>
                                        <p:cTn id="578" dur="1" fill="hold">
                                          <p:stCondLst>
                                            <p:cond delay="0"/>
                                          </p:stCondLst>
                                        </p:cTn>
                                        <p:tgtEl>
                                          <p:spTgt spid="28792"/>
                                        </p:tgtEl>
                                        <p:attrNameLst>
                                          <p:attrName>style.visibility</p:attrName>
                                        </p:attrNameLst>
                                      </p:cBhvr>
                                      <p:to>
                                        <p:strVal val="visible"/>
                                      </p:to>
                                    </p:set>
                                    <p:animEffect transition="in" filter="strips(upRight)">
                                      <p:cBhvr>
                                        <p:cTn id="579" dur="500"/>
                                        <p:tgtEl>
                                          <p:spTgt spid="28792"/>
                                        </p:tgtEl>
                                      </p:cBhvr>
                                    </p:animEffect>
                                  </p:childTnLst>
                                </p:cTn>
                              </p:par>
                            </p:childTnLst>
                          </p:cTn>
                        </p:par>
                      </p:childTnLst>
                    </p:cTn>
                  </p:par>
                  <p:par>
                    <p:cTn id="580" fill="hold" nodeType="clickPar">
                      <p:stCondLst>
                        <p:cond delay="indefinite"/>
                      </p:stCondLst>
                      <p:childTnLst>
                        <p:par>
                          <p:cTn id="581" fill="hold" nodeType="withGroup">
                            <p:stCondLst>
                              <p:cond delay="0"/>
                            </p:stCondLst>
                            <p:childTnLst>
                              <p:par>
                                <p:cTn id="582" presetID="18" presetClass="entr" presetSubtype="3" fill="hold" grpId="0" nodeType="clickEffect">
                                  <p:stCondLst>
                                    <p:cond delay="0"/>
                                  </p:stCondLst>
                                  <p:childTnLst>
                                    <p:set>
                                      <p:cBhvr>
                                        <p:cTn id="583" dur="1" fill="hold">
                                          <p:stCondLst>
                                            <p:cond delay="0"/>
                                          </p:stCondLst>
                                        </p:cTn>
                                        <p:tgtEl>
                                          <p:spTgt spid="28793"/>
                                        </p:tgtEl>
                                        <p:attrNameLst>
                                          <p:attrName>style.visibility</p:attrName>
                                        </p:attrNameLst>
                                      </p:cBhvr>
                                      <p:to>
                                        <p:strVal val="visible"/>
                                      </p:to>
                                    </p:set>
                                    <p:animEffect transition="in" filter="strips(upRight)">
                                      <p:cBhvr>
                                        <p:cTn id="584" dur="500"/>
                                        <p:tgtEl>
                                          <p:spTgt spid="28793"/>
                                        </p:tgtEl>
                                      </p:cBhvr>
                                    </p:animEffect>
                                  </p:childTnLst>
                                </p:cTn>
                              </p:par>
                            </p:childTnLst>
                          </p:cTn>
                        </p:par>
                      </p:childTnLst>
                    </p:cTn>
                  </p:par>
                  <p:par>
                    <p:cTn id="585" fill="hold" nodeType="clickPar">
                      <p:stCondLst>
                        <p:cond delay="indefinite"/>
                      </p:stCondLst>
                      <p:childTnLst>
                        <p:par>
                          <p:cTn id="586" fill="hold" nodeType="withGroup">
                            <p:stCondLst>
                              <p:cond delay="0"/>
                            </p:stCondLst>
                            <p:childTnLst>
                              <p:par>
                                <p:cTn id="587" presetID="18" presetClass="entr" presetSubtype="9" fill="hold" grpId="0" nodeType="clickEffect">
                                  <p:stCondLst>
                                    <p:cond delay="0"/>
                                  </p:stCondLst>
                                  <p:childTnLst>
                                    <p:set>
                                      <p:cBhvr>
                                        <p:cTn id="588" dur="1" fill="hold">
                                          <p:stCondLst>
                                            <p:cond delay="0"/>
                                          </p:stCondLst>
                                        </p:cTn>
                                        <p:tgtEl>
                                          <p:spTgt spid="28794"/>
                                        </p:tgtEl>
                                        <p:attrNameLst>
                                          <p:attrName>style.visibility</p:attrName>
                                        </p:attrNameLst>
                                      </p:cBhvr>
                                      <p:to>
                                        <p:strVal val="visible"/>
                                      </p:to>
                                    </p:set>
                                    <p:animEffect transition="in" filter="strips(upLeft)">
                                      <p:cBhvr>
                                        <p:cTn id="589" dur="500"/>
                                        <p:tgtEl>
                                          <p:spTgt spid="28794"/>
                                        </p:tgtEl>
                                      </p:cBhvr>
                                    </p:animEffect>
                                  </p:childTnLst>
                                </p:cTn>
                              </p:par>
                            </p:childTnLst>
                          </p:cTn>
                        </p:par>
                      </p:childTnLst>
                    </p:cTn>
                  </p:par>
                  <p:par>
                    <p:cTn id="590" fill="hold" nodeType="clickPar">
                      <p:stCondLst>
                        <p:cond delay="indefinite"/>
                      </p:stCondLst>
                      <p:childTnLst>
                        <p:par>
                          <p:cTn id="591" fill="hold" nodeType="withGroup">
                            <p:stCondLst>
                              <p:cond delay="0"/>
                            </p:stCondLst>
                            <p:childTnLst>
                              <p:par>
                                <p:cTn id="592" presetID="18" presetClass="entr" presetSubtype="12" fill="hold" grpId="0" nodeType="clickEffect">
                                  <p:stCondLst>
                                    <p:cond delay="0"/>
                                  </p:stCondLst>
                                  <p:childTnLst>
                                    <p:set>
                                      <p:cBhvr>
                                        <p:cTn id="593" dur="1" fill="hold">
                                          <p:stCondLst>
                                            <p:cond delay="0"/>
                                          </p:stCondLst>
                                        </p:cTn>
                                        <p:tgtEl>
                                          <p:spTgt spid="28795"/>
                                        </p:tgtEl>
                                        <p:attrNameLst>
                                          <p:attrName>style.visibility</p:attrName>
                                        </p:attrNameLst>
                                      </p:cBhvr>
                                      <p:to>
                                        <p:strVal val="visible"/>
                                      </p:to>
                                    </p:set>
                                    <p:animEffect transition="in" filter="strips(downLeft)">
                                      <p:cBhvr>
                                        <p:cTn id="594" dur="500"/>
                                        <p:tgtEl>
                                          <p:spTgt spid="28795"/>
                                        </p:tgtEl>
                                      </p:cBhvr>
                                    </p:animEffect>
                                  </p:childTnLst>
                                </p:cTn>
                              </p:par>
                            </p:childTnLst>
                          </p:cTn>
                        </p:par>
                      </p:childTnLst>
                    </p:cTn>
                  </p:par>
                  <p:par>
                    <p:cTn id="595" fill="hold" nodeType="clickPar">
                      <p:stCondLst>
                        <p:cond delay="indefinite"/>
                      </p:stCondLst>
                      <p:childTnLst>
                        <p:par>
                          <p:cTn id="596" fill="hold" nodeType="withGroup">
                            <p:stCondLst>
                              <p:cond delay="0"/>
                            </p:stCondLst>
                            <p:childTnLst>
                              <p:par>
                                <p:cTn id="597" presetID="18" presetClass="entr" presetSubtype="6" fill="hold" grpId="0" nodeType="clickEffect">
                                  <p:stCondLst>
                                    <p:cond delay="0"/>
                                  </p:stCondLst>
                                  <p:childTnLst>
                                    <p:set>
                                      <p:cBhvr>
                                        <p:cTn id="598" dur="1" fill="hold">
                                          <p:stCondLst>
                                            <p:cond delay="0"/>
                                          </p:stCondLst>
                                        </p:cTn>
                                        <p:tgtEl>
                                          <p:spTgt spid="28796"/>
                                        </p:tgtEl>
                                        <p:attrNameLst>
                                          <p:attrName>style.visibility</p:attrName>
                                        </p:attrNameLst>
                                      </p:cBhvr>
                                      <p:to>
                                        <p:strVal val="visible"/>
                                      </p:to>
                                    </p:set>
                                    <p:animEffect transition="in" filter="strips(downRight)">
                                      <p:cBhvr>
                                        <p:cTn id="599" dur="500"/>
                                        <p:tgtEl>
                                          <p:spTgt spid="28796"/>
                                        </p:tgtEl>
                                      </p:cBhvr>
                                    </p:animEffect>
                                  </p:childTnLst>
                                </p:cTn>
                              </p:par>
                            </p:childTnLst>
                          </p:cTn>
                        </p:par>
                      </p:childTnLst>
                    </p:cTn>
                  </p:par>
                  <p:par>
                    <p:cTn id="600" fill="hold" nodeType="clickPar">
                      <p:stCondLst>
                        <p:cond delay="indefinite"/>
                      </p:stCondLst>
                      <p:childTnLst>
                        <p:par>
                          <p:cTn id="601" fill="hold" nodeType="withGroup">
                            <p:stCondLst>
                              <p:cond delay="0"/>
                            </p:stCondLst>
                            <p:childTnLst>
                              <p:par>
                                <p:cTn id="602" presetID="18" presetClass="entr" presetSubtype="6" fill="hold" grpId="0" nodeType="clickEffect">
                                  <p:stCondLst>
                                    <p:cond delay="0"/>
                                  </p:stCondLst>
                                  <p:childTnLst>
                                    <p:set>
                                      <p:cBhvr>
                                        <p:cTn id="603" dur="1" fill="hold">
                                          <p:stCondLst>
                                            <p:cond delay="0"/>
                                          </p:stCondLst>
                                        </p:cTn>
                                        <p:tgtEl>
                                          <p:spTgt spid="28797"/>
                                        </p:tgtEl>
                                        <p:attrNameLst>
                                          <p:attrName>style.visibility</p:attrName>
                                        </p:attrNameLst>
                                      </p:cBhvr>
                                      <p:to>
                                        <p:strVal val="visible"/>
                                      </p:to>
                                    </p:set>
                                    <p:animEffect transition="in" filter="strips(downRight)">
                                      <p:cBhvr>
                                        <p:cTn id="604" dur="500"/>
                                        <p:tgtEl>
                                          <p:spTgt spid="28797"/>
                                        </p:tgtEl>
                                      </p:cBhvr>
                                    </p:animEffect>
                                  </p:childTnLst>
                                </p:cTn>
                              </p:par>
                            </p:childTnLst>
                          </p:cTn>
                        </p:par>
                      </p:childTnLst>
                    </p:cTn>
                  </p:par>
                  <p:par>
                    <p:cTn id="605" fill="hold" nodeType="clickPar">
                      <p:stCondLst>
                        <p:cond delay="indefinite"/>
                      </p:stCondLst>
                      <p:childTnLst>
                        <p:par>
                          <p:cTn id="606" fill="hold" nodeType="withGroup">
                            <p:stCondLst>
                              <p:cond delay="0"/>
                            </p:stCondLst>
                            <p:childTnLst>
                              <p:par>
                                <p:cTn id="607" presetID="17" presetClass="entr" presetSubtype="4" fill="hold" grpId="0" nodeType="clickEffect">
                                  <p:stCondLst>
                                    <p:cond delay="0"/>
                                  </p:stCondLst>
                                  <p:childTnLst>
                                    <p:set>
                                      <p:cBhvr>
                                        <p:cTn id="608" dur="1" fill="hold">
                                          <p:stCondLst>
                                            <p:cond delay="0"/>
                                          </p:stCondLst>
                                        </p:cTn>
                                        <p:tgtEl>
                                          <p:spTgt spid="28798"/>
                                        </p:tgtEl>
                                        <p:attrNameLst>
                                          <p:attrName>style.visibility</p:attrName>
                                        </p:attrNameLst>
                                      </p:cBhvr>
                                      <p:to>
                                        <p:strVal val="visible"/>
                                      </p:to>
                                    </p:set>
                                    <p:anim calcmode="lin" valueType="num">
                                      <p:cBhvr>
                                        <p:cTn id="609" dur="500" fill="hold"/>
                                        <p:tgtEl>
                                          <p:spTgt spid="28798"/>
                                        </p:tgtEl>
                                        <p:attrNameLst>
                                          <p:attrName>ppt_x</p:attrName>
                                        </p:attrNameLst>
                                      </p:cBhvr>
                                      <p:tavLst>
                                        <p:tav tm="0">
                                          <p:val>
                                            <p:strVal val="#ppt_x"/>
                                          </p:val>
                                        </p:tav>
                                        <p:tav tm="100000">
                                          <p:val>
                                            <p:strVal val="#ppt_x"/>
                                          </p:val>
                                        </p:tav>
                                      </p:tavLst>
                                    </p:anim>
                                    <p:anim calcmode="lin" valueType="num">
                                      <p:cBhvr>
                                        <p:cTn id="610" dur="500" fill="hold"/>
                                        <p:tgtEl>
                                          <p:spTgt spid="28798"/>
                                        </p:tgtEl>
                                        <p:attrNameLst>
                                          <p:attrName>ppt_y</p:attrName>
                                        </p:attrNameLst>
                                      </p:cBhvr>
                                      <p:tavLst>
                                        <p:tav tm="0">
                                          <p:val>
                                            <p:strVal val="#ppt_y+#ppt_h/2"/>
                                          </p:val>
                                        </p:tav>
                                        <p:tav tm="100000">
                                          <p:val>
                                            <p:strVal val="#ppt_y"/>
                                          </p:val>
                                        </p:tav>
                                      </p:tavLst>
                                    </p:anim>
                                    <p:anim calcmode="lin" valueType="num">
                                      <p:cBhvr>
                                        <p:cTn id="611" dur="500" fill="hold"/>
                                        <p:tgtEl>
                                          <p:spTgt spid="28798"/>
                                        </p:tgtEl>
                                        <p:attrNameLst>
                                          <p:attrName>ppt_w</p:attrName>
                                        </p:attrNameLst>
                                      </p:cBhvr>
                                      <p:tavLst>
                                        <p:tav tm="0">
                                          <p:val>
                                            <p:strVal val="#ppt_w"/>
                                          </p:val>
                                        </p:tav>
                                        <p:tav tm="100000">
                                          <p:val>
                                            <p:strVal val="#ppt_w"/>
                                          </p:val>
                                        </p:tav>
                                      </p:tavLst>
                                    </p:anim>
                                    <p:anim calcmode="lin" valueType="num">
                                      <p:cBhvr>
                                        <p:cTn id="612" dur="500" fill="hold"/>
                                        <p:tgtEl>
                                          <p:spTgt spid="28798"/>
                                        </p:tgtEl>
                                        <p:attrNameLst>
                                          <p:attrName>ppt_h</p:attrName>
                                        </p:attrNameLst>
                                      </p:cBhvr>
                                      <p:tavLst>
                                        <p:tav tm="0">
                                          <p:val>
                                            <p:fltVal val="0"/>
                                          </p:val>
                                        </p:tav>
                                        <p:tav tm="100000">
                                          <p:val>
                                            <p:strVal val="#ppt_h"/>
                                          </p:val>
                                        </p:tav>
                                      </p:tavLst>
                                    </p:anim>
                                  </p:childTnLst>
                                </p:cTn>
                              </p:par>
                            </p:childTnLst>
                          </p:cTn>
                        </p:par>
                      </p:childTnLst>
                    </p:cTn>
                  </p:par>
                  <p:par>
                    <p:cTn id="613" fill="hold" nodeType="clickPar">
                      <p:stCondLst>
                        <p:cond delay="indefinite"/>
                      </p:stCondLst>
                      <p:childTnLst>
                        <p:par>
                          <p:cTn id="614" fill="hold" nodeType="withGroup">
                            <p:stCondLst>
                              <p:cond delay="0"/>
                            </p:stCondLst>
                            <p:childTnLst>
                              <p:par>
                                <p:cTn id="615" presetID="17" presetClass="entr" presetSubtype="4" fill="hold" grpId="0" nodeType="clickEffect">
                                  <p:stCondLst>
                                    <p:cond delay="0"/>
                                  </p:stCondLst>
                                  <p:childTnLst>
                                    <p:set>
                                      <p:cBhvr>
                                        <p:cTn id="616" dur="1" fill="hold">
                                          <p:stCondLst>
                                            <p:cond delay="0"/>
                                          </p:stCondLst>
                                        </p:cTn>
                                        <p:tgtEl>
                                          <p:spTgt spid="28799"/>
                                        </p:tgtEl>
                                        <p:attrNameLst>
                                          <p:attrName>style.visibility</p:attrName>
                                        </p:attrNameLst>
                                      </p:cBhvr>
                                      <p:to>
                                        <p:strVal val="visible"/>
                                      </p:to>
                                    </p:set>
                                    <p:anim calcmode="lin" valueType="num">
                                      <p:cBhvr>
                                        <p:cTn id="617" dur="500" fill="hold"/>
                                        <p:tgtEl>
                                          <p:spTgt spid="28799"/>
                                        </p:tgtEl>
                                        <p:attrNameLst>
                                          <p:attrName>ppt_x</p:attrName>
                                        </p:attrNameLst>
                                      </p:cBhvr>
                                      <p:tavLst>
                                        <p:tav tm="0">
                                          <p:val>
                                            <p:strVal val="#ppt_x"/>
                                          </p:val>
                                        </p:tav>
                                        <p:tav tm="100000">
                                          <p:val>
                                            <p:strVal val="#ppt_x"/>
                                          </p:val>
                                        </p:tav>
                                      </p:tavLst>
                                    </p:anim>
                                    <p:anim calcmode="lin" valueType="num">
                                      <p:cBhvr>
                                        <p:cTn id="618" dur="500" fill="hold"/>
                                        <p:tgtEl>
                                          <p:spTgt spid="28799"/>
                                        </p:tgtEl>
                                        <p:attrNameLst>
                                          <p:attrName>ppt_y</p:attrName>
                                        </p:attrNameLst>
                                      </p:cBhvr>
                                      <p:tavLst>
                                        <p:tav tm="0">
                                          <p:val>
                                            <p:strVal val="#ppt_y+#ppt_h/2"/>
                                          </p:val>
                                        </p:tav>
                                        <p:tav tm="100000">
                                          <p:val>
                                            <p:strVal val="#ppt_y"/>
                                          </p:val>
                                        </p:tav>
                                      </p:tavLst>
                                    </p:anim>
                                    <p:anim calcmode="lin" valueType="num">
                                      <p:cBhvr>
                                        <p:cTn id="619" dur="500" fill="hold"/>
                                        <p:tgtEl>
                                          <p:spTgt spid="28799"/>
                                        </p:tgtEl>
                                        <p:attrNameLst>
                                          <p:attrName>ppt_w</p:attrName>
                                        </p:attrNameLst>
                                      </p:cBhvr>
                                      <p:tavLst>
                                        <p:tav tm="0">
                                          <p:val>
                                            <p:strVal val="#ppt_w"/>
                                          </p:val>
                                        </p:tav>
                                        <p:tav tm="100000">
                                          <p:val>
                                            <p:strVal val="#ppt_w"/>
                                          </p:val>
                                        </p:tav>
                                      </p:tavLst>
                                    </p:anim>
                                    <p:anim calcmode="lin" valueType="num">
                                      <p:cBhvr>
                                        <p:cTn id="620" dur="500" fill="hold"/>
                                        <p:tgtEl>
                                          <p:spTgt spid="28799"/>
                                        </p:tgtEl>
                                        <p:attrNameLst>
                                          <p:attrName>ppt_h</p:attrName>
                                        </p:attrNameLst>
                                      </p:cBhvr>
                                      <p:tavLst>
                                        <p:tav tm="0">
                                          <p:val>
                                            <p:fltVal val="0"/>
                                          </p:val>
                                        </p:tav>
                                        <p:tav tm="100000">
                                          <p:val>
                                            <p:strVal val="#ppt_h"/>
                                          </p:val>
                                        </p:tav>
                                      </p:tavLst>
                                    </p:anim>
                                  </p:childTnLst>
                                </p:cTn>
                              </p:par>
                            </p:childTnLst>
                          </p:cTn>
                        </p:par>
                      </p:childTnLst>
                    </p:cTn>
                  </p:par>
                  <p:par>
                    <p:cTn id="621" fill="hold" nodeType="clickPar">
                      <p:stCondLst>
                        <p:cond delay="indefinite"/>
                      </p:stCondLst>
                      <p:childTnLst>
                        <p:par>
                          <p:cTn id="622" fill="hold" nodeType="withGroup">
                            <p:stCondLst>
                              <p:cond delay="0"/>
                            </p:stCondLst>
                            <p:childTnLst>
                              <p:par>
                                <p:cTn id="623" presetID="17" presetClass="entr" presetSubtype="4" fill="hold" grpId="0" nodeType="clickEffect">
                                  <p:stCondLst>
                                    <p:cond delay="0"/>
                                  </p:stCondLst>
                                  <p:childTnLst>
                                    <p:set>
                                      <p:cBhvr>
                                        <p:cTn id="624" dur="1" fill="hold">
                                          <p:stCondLst>
                                            <p:cond delay="0"/>
                                          </p:stCondLst>
                                        </p:cTn>
                                        <p:tgtEl>
                                          <p:spTgt spid="28800"/>
                                        </p:tgtEl>
                                        <p:attrNameLst>
                                          <p:attrName>style.visibility</p:attrName>
                                        </p:attrNameLst>
                                      </p:cBhvr>
                                      <p:to>
                                        <p:strVal val="visible"/>
                                      </p:to>
                                    </p:set>
                                    <p:anim calcmode="lin" valueType="num">
                                      <p:cBhvr>
                                        <p:cTn id="625" dur="500" fill="hold"/>
                                        <p:tgtEl>
                                          <p:spTgt spid="28800"/>
                                        </p:tgtEl>
                                        <p:attrNameLst>
                                          <p:attrName>ppt_x</p:attrName>
                                        </p:attrNameLst>
                                      </p:cBhvr>
                                      <p:tavLst>
                                        <p:tav tm="0">
                                          <p:val>
                                            <p:strVal val="#ppt_x"/>
                                          </p:val>
                                        </p:tav>
                                        <p:tav tm="100000">
                                          <p:val>
                                            <p:strVal val="#ppt_x"/>
                                          </p:val>
                                        </p:tav>
                                      </p:tavLst>
                                    </p:anim>
                                    <p:anim calcmode="lin" valueType="num">
                                      <p:cBhvr>
                                        <p:cTn id="626" dur="500" fill="hold"/>
                                        <p:tgtEl>
                                          <p:spTgt spid="28800"/>
                                        </p:tgtEl>
                                        <p:attrNameLst>
                                          <p:attrName>ppt_y</p:attrName>
                                        </p:attrNameLst>
                                      </p:cBhvr>
                                      <p:tavLst>
                                        <p:tav tm="0">
                                          <p:val>
                                            <p:strVal val="#ppt_y+#ppt_h/2"/>
                                          </p:val>
                                        </p:tav>
                                        <p:tav tm="100000">
                                          <p:val>
                                            <p:strVal val="#ppt_y"/>
                                          </p:val>
                                        </p:tav>
                                      </p:tavLst>
                                    </p:anim>
                                    <p:anim calcmode="lin" valueType="num">
                                      <p:cBhvr>
                                        <p:cTn id="627" dur="500" fill="hold"/>
                                        <p:tgtEl>
                                          <p:spTgt spid="28800"/>
                                        </p:tgtEl>
                                        <p:attrNameLst>
                                          <p:attrName>ppt_w</p:attrName>
                                        </p:attrNameLst>
                                      </p:cBhvr>
                                      <p:tavLst>
                                        <p:tav tm="0">
                                          <p:val>
                                            <p:strVal val="#ppt_w"/>
                                          </p:val>
                                        </p:tav>
                                        <p:tav tm="100000">
                                          <p:val>
                                            <p:strVal val="#ppt_w"/>
                                          </p:val>
                                        </p:tav>
                                      </p:tavLst>
                                    </p:anim>
                                    <p:anim calcmode="lin" valueType="num">
                                      <p:cBhvr>
                                        <p:cTn id="628" dur="500" fill="hold"/>
                                        <p:tgtEl>
                                          <p:spTgt spid="28800"/>
                                        </p:tgtEl>
                                        <p:attrNameLst>
                                          <p:attrName>ppt_h</p:attrName>
                                        </p:attrNameLst>
                                      </p:cBhvr>
                                      <p:tavLst>
                                        <p:tav tm="0">
                                          <p:val>
                                            <p:fltVal val="0"/>
                                          </p:val>
                                        </p:tav>
                                        <p:tav tm="100000">
                                          <p:val>
                                            <p:strVal val="#ppt_h"/>
                                          </p:val>
                                        </p:tav>
                                      </p:tavLst>
                                    </p:anim>
                                  </p:childTnLst>
                                </p:cTn>
                              </p:par>
                            </p:childTnLst>
                          </p:cTn>
                        </p:par>
                      </p:childTnLst>
                    </p:cTn>
                  </p:par>
                  <p:par>
                    <p:cTn id="629" fill="hold" nodeType="clickPar">
                      <p:stCondLst>
                        <p:cond delay="indefinite"/>
                      </p:stCondLst>
                      <p:childTnLst>
                        <p:par>
                          <p:cTn id="630" fill="hold" nodeType="withGroup">
                            <p:stCondLst>
                              <p:cond delay="0"/>
                            </p:stCondLst>
                            <p:childTnLst>
                              <p:par>
                                <p:cTn id="631" presetID="17" presetClass="entr" presetSubtype="8" fill="hold" grpId="0" nodeType="clickEffect">
                                  <p:stCondLst>
                                    <p:cond delay="0"/>
                                  </p:stCondLst>
                                  <p:childTnLst>
                                    <p:set>
                                      <p:cBhvr>
                                        <p:cTn id="632" dur="1" fill="hold">
                                          <p:stCondLst>
                                            <p:cond delay="0"/>
                                          </p:stCondLst>
                                        </p:cTn>
                                        <p:tgtEl>
                                          <p:spTgt spid="28801"/>
                                        </p:tgtEl>
                                        <p:attrNameLst>
                                          <p:attrName>style.visibility</p:attrName>
                                        </p:attrNameLst>
                                      </p:cBhvr>
                                      <p:to>
                                        <p:strVal val="visible"/>
                                      </p:to>
                                    </p:set>
                                    <p:anim calcmode="lin" valueType="num">
                                      <p:cBhvr>
                                        <p:cTn id="633" dur="500" fill="hold"/>
                                        <p:tgtEl>
                                          <p:spTgt spid="28801"/>
                                        </p:tgtEl>
                                        <p:attrNameLst>
                                          <p:attrName>ppt_x</p:attrName>
                                        </p:attrNameLst>
                                      </p:cBhvr>
                                      <p:tavLst>
                                        <p:tav tm="0">
                                          <p:val>
                                            <p:strVal val="#ppt_x-#ppt_w/2"/>
                                          </p:val>
                                        </p:tav>
                                        <p:tav tm="100000">
                                          <p:val>
                                            <p:strVal val="#ppt_x"/>
                                          </p:val>
                                        </p:tav>
                                      </p:tavLst>
                                    </p:anim>
                                    <p:anim calcmode="lin" valueType="num">
                                      <p:cBhvr>
                                        <p:cTn id="634" dur="500" fill="hold"/>
                                        <p:tgtEl>
                                          <p:spTgt spid="28801"/>
                                        </p:tgtEl>
                                        <p:attrNameLst>
                                          <p:attrName>ppt_y</p:attrName>
                                        </p:attrNameLst>
                                      </p:cBhvr>
                                      <p:tavLst>
                                        <p:tav tm="0">
                                          <p:val>
                                            <p:strVal val="#ppt_y"/>
                                          </p:val>
                                        </p:tav>
                                        <p:tav tm="100000">
                                          <p:val>
                                            <p:strVal val="#ppt_y"/>
                                          </p:val>
                                        </p:tav>
                                      </p:tavLst>
                                    </p:anim>
                                    <p:anim calcmode="lin" valueType="num">
                                      <p:cBhvr>
                                        <p:cTn id="635" dur="500" fill="hold"/>
                                        <p:tgtEl>
                                          <p:spTgt spid="28801"/>
                                        </p:tgtEl>
                                        <p:attrNameLst>
                                          <p:attrName>ppt_w</p:attrName>
                                        </p:attrNameLst>
                                      </p:cBhvr>
                                      <p:tavLst>
                                        <p:tav tm="0">
                                          <p:val>
                                            <p:fltVal val="0"/>
                                          </p:val>
                                        </p:tav>
                                        <p:tav tm="100000">
                                          <p:val>
                                            <p:strVal val="#ppt_w"/>
                                          </p:val>
                                        </p:tav>
                                      </p:tavLst>
                                    </p:anim>
                                    <p:anim calcmode="lin" valueType="num">
                                      <p:cBhvr>
                                        <p:cTn id="636" dur="500" fill="hold"/>
                                        <p:tgtEl>
                                          <p:spTgt spid="2880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nimBg="1"/>
      <p:bldP spid="28675" grpId="0" animBg="1"/>
      <p:bldP spid="28676" grpId="0" autoUpdateAnimBg="0"/>
      <p:bldP spid="28677" grpId="0" autoUpdateAnimBg="0"/>
      <p:bldP spid="28678" grpId="0" animBg="1"/>
      <p:bldP spid="28679" grpId="0" animBg="1"/>
      <p:bldP spid="28680" grpId="0" animBg="1"/>
      <p:bldP spid="28681" grpId="0" animBg="1"/>
      <p:bldP spid="28682" grpId="0" animBg="1"/>
      <p:bldP spid="28683" grpId="0" animBg="1"/>
      <p:bldP spid="28684" grpId="0" animBg="1"/>
      <p:bldP spid="28685" grpId="0" animBg="1"/>
      <p:bldP spid="28686" grpId="0" animBg="1"/>
      <p:bldP spid="28687" grpId="0" animBg="1"/>
      <p:bldP spid="28688" grpId="0" animBg="1"/>
      <p:bldP spid="28689" grpId="0" animBg="1"/>
      <p:bldP spid="28704" grpId="0" animBg="1"/>
      <p:bldP spid="28705" grpId="0" autoUpdateAnimBg="0"/>
      <p:bldP spid="28706" grpId="0" animBg="1"/>
      <p:bldP spid="28707" grpId="0" animBg="1"/>
      <p:bldP spid="28708" grpId="0" animBg="1"/>
      <p:bldP spid="28709" grpId="0" autoUpdateAnimBg="0"/>
      <p:bldP spid="28710" grpId="0" animBg="1"/>
      <p:bldP spid="28711" grpId="0" animBg="1"/>
      <p:bldP spid="28712" grpId="0" animBg="1"/>
      <p:bldP spid="28713" grpId="0" autoUpdateAnimBg="0"/>
      <p:bldP spid="28714" grpId="0" animBg="1"/>
      <p:bldP spid="28715" grpId="0" animBg="1"/>
      <p:bldP spid="28716" grpId="0" animBg="1"/>
      <p:bldP spid="28717" grpId="0" animBg="1"/>
      <p:bldP spid="28718" grpId="0" animBg="1"/>
      <p:bldP spid="28719" grpId="0" animBg="1"/>
      <p:bldP spid="28720" grpId="0" animBg="1"/>
      <p:bldP spid="28721" grpId="0" animBg="1"/>
      <p:bldP spid="28722" grpId="0" autoUpdateAnimBg="0"/>
      <p:bldP spid="28723" grpId="0" autoUpdateAnimBg="0"/>
      <p:bldP spid="28724" grpId="0" autoUpdateAnimBg="0"/>
      <p:bldP spid="28725" grpId="0" autoUpdateAnimBg="0"/>
      <p:bldP spid="28726" grpId="0" autoUpdateAnimBg="0"/>
      <p:bldP spid="28727" grpId="0" autoUpdateAnimBg="0"/>
      <p:bldP spid="28728" grpId="0" autoUpdateAnimBg="0"/>
      <p:bldP spid="28729" grpId="0" autoUpdateAnimBg="0"/>
      <p:bldP spid="28755" grpId="0" animBg="1"/>
      <p:bldP spid="28756" grpId="0" animBg="1"/>
      <p:bldP spid="28757" grpId="0" animBg="1"/>
      <p:bldP spid="28758" grpId="0" animBg="1"/>
      <p:bldP spid="28759" grpId="0" animBg="1"/>
      <p:bldP spid="28760" grpId="0" animBg="1"/>
      <p:bldP spid="28761" grpId="0" animBg="1"/>
      <p:bldP spid="28762" grpId="0" animBg="1"/>
      <p:bldP spid="28763" grpId="0" animBg="1"/>
      <p:bldP spid="28764" grpId="0" animBg="1"/>
      <p:bldP spid="28765" grpId="0" animBg="1"/>
      <p:bldP spid="28766" grpId="0" animBg="1"/>
      <p:bldP spid="28767" grpId="0" animBg="1"/>
      <p:bldP spid="28768" grpId="0" animBg="1"/>
      <p:bldP spid="28769" grpId="0" animBg="1"/>
      <p:bldP spid="28770" grpId="0" animBg="1"/>
      <p:bldP spid="28771" grpId="0" animBg="1"/>
      <p:bldP spid="28772" grpId="0" animBg="1"/>
      <p:bldP spid="28773" grpId="0" animBg="1"/>
      <p:bldP spid="28774" grpId="0" animBg="1"/>
      <p:bldP spid="28775" grpId="0" animBg="1"/>
      <p:bldP spid="28776" grpId="0" animBg="1"/>
      <p:bldP spid="28777" grpId="0" animBg="1"/>
      <p:bldP spid="28778" grpId="0" animBg="1"/>
      <p:bldP spid="28779" grpId="0" animBg="1"/>
      <p:bldP spid="28780" grpId="0" animBg="1"/>
      <p:bldP spid="28781" grpId="0" animBg="1"/>
      <p:bldP spid="28782" grpId="0" animBg="1"/>
      <p:bldP spid="28783" grpId="0" animBg="1"/>
      <p:bldP spid="28784" grpId="0" animBg="1"/>
      <p:bldP spid="28785" grpId="0" animBg="1"/>
      <p:bldP spid="28786" grpId="0" animBg="1"/>
      <p:bldP spid="28787" grpId="0" autoUpdateAnimBg="0"/>
      <p:bldP spid="28788" grpId="0" autoUpdateAnimBg="0"/>
      <p:bldP spid="28789" grpId="0" autoUpdateAnimBg="0"/>
      <p:bldP spid="28790" grpId="0" autoUpdateAnimBg="0"/>
      <p:bldP spid="28791" grpId="0" autoUpdateAnimBg="0"/>
      <p:bldP spid="28792" grpId="0" animBg="1"/>
      <p:bldP spid="28793" grpId="0" animBg="1"/>
      <p:bldP spid="28794" grpId="0" animBg="1"/>
      <p:bldP spid="28795" grpId="0" animBg="1"/>
      <p:bldP spid="28796" grpId="0" animBg="1"/>
      <p:bldP spid="28797" grpId="0" animBg="1"/>
      <p:bldP spid="28798" grpId="0" animBg="1"/>
      <p:bldP spid="28799" grpId="0" animBg="1"/>
      <p:bldP spid="28800" grpId="0" animBg="1"/>
      <p:bldP spid="28801" grpId="0" animBg="1"/>
      <p:bldP spid="28802" grpId="0" animBg="1"/>
      <p:bldP spid="2880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rot="13483386" flipH="1">
            <a:off x="1819275" y="4948238"/>
            <a:ext cx="1395413" cy="1393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723" name="Line 3"/>
          <p:cNvSpPr>
            <a:spLocks noChangeShapeType="1"/>
          </p:cNvSpPr>
          <p:nvPr/>
        </p:nvSpPr>
        <p:spPr bwMode="auto">
          <a:xfrm flipV="1">
            <a:off x="1554163" y="3155950"/>
            <a:ext cx="0" cy="2455863"/>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24" name="Line 4"/>
          <p:cNvSpPr>
            <a:spLocks noChangeShapeType="1"/>
          </p:cNvSpPr>
          <p:nvPr/>
        </p:nvSpPr>
        <p:spPr bwMode="auto">
          <a:xfrm flipV="1">
            <a:off x="3479800" y="3155950"/>
            <a:ext cx="0" cy="2455863"/>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25" name="Line 5"/>
          <p:cNvSpPr>
            <a:spLocks noChangeShapeType="1"/>
          </p:cNvSpPr>
          <p:nvPr/>
        </p:nvSpPr>
        <p:spPr bwMode="auto">
          <a:xfrm flipV="1">
            <a:off x="1554163" y="3289300"/>
            <a:ext cx="0" cy="11953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26" name="Line 6"/>
          <p:cNvSpPr>
            <a:spLocks noChangeShapeType="1"/>
          </p:cNvSpPr>
          <p:nvPr/>
        </p:nvSpPr>
        <p:spPr bwMode="auto">
          <a:xfrm>
            <a:off x="1554163" y="3289300"/>
            <a:ext cx="19256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27" name="Line 7"/>
          <p:cNvSpPr>
            <a:spLocks noChangeShapeType="1"/>
          </p:cNvSpPr>
          <p:nvPr/>
        </p:nvSpPr>
        <p:spPr bwMode="auto">
          <a:xfrm>
            <a:off x="3479800" y="3322638"/>
            <a:ext cx="0" cy="11287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28" name="Line 8"/>
          <p:cNvSpPr>
            <a:spLocks noChangeShapeType="1"/>
          </p:cNvSpPr>
          <p:nvPr/>
        </p:nvSpPr>
        <p:spPr bwMode="auto">
          <a:xfrm>
            <a:off x="1554163" y="4484688"/>
            <a:ext cx="19256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29" name="Line 9"/>
          <p:cNvSpPr>
            <a:spLocks noChangeShapeType="1"/>
          </p:cNvSpPr>
          <p:nvPr/>
        </p:nvSpPr>
        <p:spPr bwMode="auto">
          <a:xfrm>
            <a:off x="2516188" y="3289300"/>
            <a:ext cx="0" cy="14605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30" name="Line 10"/>
          <p:cNvSpPr>
            <a:spLocks noChangeShapeType="1"/>
          </p:cNvSpPr>
          <p:nvPr/>
        </p:nvSpPr>
        <p:spPr bwMode="auto">
          <a:xfrm>
            <a:off x="2516188" y="3289300"/>
            <a:ext cx="0" cy="11953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31" name="Line 11"/>
          <p:cNvSpPr>
            <a:spLocks noChangeShapeType="1"/>
          </p:cNvSpPr>
          <p:nvPr/>
        </p:nvSpPr>
        <p:spPr bwMode="auto">
          <a:xfrm rot="3861140" flipV="1">
            <a:off x="1554163" y="3289300"/>
            <a:ext cx="1925638" cy="11953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30732" name="Group 12"/>
          <p:cNvGrpSpPr>
            <a:grpSpLocks/>
          </p:cNvGrpSpPr>
          <p:nvPr/>
        </p:nvGrpSpPr>
        <p:grpSpPr bwMode="auto">
          <a:xfrm>
            <a:off x="3814763" y="2103438"/>
            <a:ext cx="2214562" cy="2517775"/>
            <a:chOff x="2067" y="582"/>
            <a:chExt cx="1601" cy="1821"/>
          </a:xfrm>
        </p:grpSpPr>
        <p:sp>
          <p:nvSpPr>
            <p:cNvPr id="2" name="Line 13"/>
            <p:cNvSpPr>
              <a:spLocks noChangeShapeType="1"/>
            </p:cNvSpPr>
            <p:nvPr/>
          </p:nvSpPr>
          <p:spPr bwMode="auto">
            <a:xfrm rot="3578130" flipV="1">
              <a:off x="2498" y="486"/>
              <a:ext cx="1" cy="8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834" name="Line 14"/>
            <p:cNvSpPr>
              <a:spLocks noChangeShapeType="1"/>
            </p:cNvSpPr>
            <p:nvPr/>
          </p:nvSpPr>
          <p:spPr bwMode="auto">
            <a:xfrm rot="3529297" flipH="1">
              <a:off x="2541" y="1261"/>
              <a:ext cx="1383" cy="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835" name="Line 15"/>
            <p:cNvSpPr>
              <a:spLocks noChangeShapeType="1"/>
            </p:cNvSpPr>
            <p:nvPr/>
          </p:nvSpPr>
          <p:spPr bwMode="auto">
            <a:xfrm rot="3579547">
              <a:off x="3259" y="1675"/>
              <a:ext cx="1" cy="8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836" name="Line 16"/>
            <p:cNvSpPr>
              <a:spLocks noChangeShapeType="1"/>
            </p:cNvSpPr>
            <p:nvPr/>
          </p:nvSpPr>
          <p:spPr bwMode="auto">
            <a:xfrm rot="3529297" flipH="1">
              <a:off x="1820" y="1683"/>
              <a:ext cx="1391" cy="4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837" name="Line 17"/>
            <p:cNvSpPr>
              <a:spLocks noChangeShapeType="1"/>
            </p:cNvSpPr>
            <p:nvPr/>
          </p:nvSpPr>
          <p:spPr bwMode="auto">
            <a:xfrm rot="3578130">
              <a:off x="2879" y="1069"/>
              <a:ext cx="1" cy="8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0738" name="Line 18"/>
          <p:cNvSpPr>
            <a:spLocks noChangeShapeType="1"/>
          </p:cNvSpPr>
          <p:nvPr/>
        </p:nvSpPr>
        <p:spPr bwMode="auto">
          <a:xfrm>
            <a:off x="1090613" y="4484688"/>
            <a:ext cx="7499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39" name="Line 19"/>
          <p:cNvSpPr>
            <a:spLocks noChangeShapeType="1"/>
          </p:cNvSpPr>
          <p:nvPr/>
        </p:nvSpPr>
        <p:spPr bwMode="auto">
          <a:xfrm>
            <a:off x="4940300" y="2227263"/>
            <a:ext cx="0" cy="22574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40" name="Line 20"/>
          <p:cNvSpPr>
            <a:spLocks noChangeShapeType="1"/>
          </p:cNvSpPr>
          <p:nvPr/>
        </p:nvSpPr>
        <p:spPr bwMode="auto">
          <a:xfrm>
            <a:off x="3927475" y="2890838"/>
            <a:ext cx="0" cy="38496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41" name="Line 21"/>
          <p:cNvSpPr>
            <a:spLocks noChangeShapeType="1"/>
          </p:cNvSpPr>
          <p:nvPr/>
        </p:nvSpPr>
        <p:spPr bwMode="auto">
          <a:xfrm>
            <a:off x="4408488" y="3687763"/>
            <a:ext cx="0" cy="311943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42" name="Line 22"/>
          <p:cNvSpPr>
            <a:spLocks noChangeShapeType="1"/>
          </p:cNvSpPr>
          <p:nvPr/>
        </p:nvSpPr>
        <p:spPr bwMode="auto">
          <a:xfrm>
            <a:off x="4940300" y="4484688"/>
            <a:ext cx="0" cy="225583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43" name="Line 23"/>
          <p:cNvSpPr>
            <a:spLocks noChangeShapeType="1"/>
          </p:cNvSpPr>
          <p:nvPr/>
        </p:nvSpPr>
        <p:spPr bwMode="auto">
          <a:xfrm>
            <a:off x="5437188" y="3090863"/>
            <a:ext cx="0" cy="364966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44" name="Line 24"/>
          <p:cNvSpPr>
            <a:spLocks noChangeShapeType="1"/>
          </p:cNvSpPr>
          <p:nvPr/>
        </p:nvSpPr>
        <p:spPr bwMode="auto">
          <a:xfrm>
            <a:off x="5935663" y="3886200"/>
            <a:ext cx="0" cy="2854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45" name="Line 25"/>
          <p:cNvSpPr>
            <a:spLocks noChangeShapeType="1"/>
          </p:cNvSpPr>
          <p:nvPr/>
        </p:nvSpPr>
        <p:spPr bwMode="auto">
          <a:xfrm>
            <a:off x="2484438" y="4683125"/>
            <a:ext cx="3582987"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46" name="Line 26"/>
          <p:cNvSpPr>
            <a:spLocks noChangeShapeType="1"/>
          </p:cNvSpPr>
          <p:nvPr/>
        </p:nvSpPr>
        <p:spPr bwMode="auto">
          <a:xfrm>
            <a:off x="3479800" y="5645150"/>
            <a:ext cx="258762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47" name="Line 27"/>
          <p:cNvSpPr>
            <a:spLocks noChangeShapeType="1"/>
          </p:cNvSpPr>
          <p:nvPr/>
        </p:nvSpPr>
        <p:spPr bwMode="auto">
          <a:xfrm>
            <a:off x="2484438" y="6607175"/>
            <a:ext cx="3582987"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48" name="Line 28"/>
          <p:cNvSpPr>
            <a:spLocks noChangeShapeType="1"/>
          </p:cNvSpPr>
          <p:nvPr/>
        </p:nvSpPr>
        <p:spPr bwMode="auto">
          <a:xfrm flipH="1">
            <a:off x="5403850" y="5611813"/>
            <a:ext cx="531813" cy="10620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49" name="Line 29"/>
          <p:cNvSpPr>
            <a:spLocks noChangeShapeType="1"/>
          </p:cNvSpPr>
          <p:nvPr/>
        </p:nvSpPr>
        <p:spPr bwMode="auto">
          <a:xfrm>
            <a:off x="5454650" y="4683125"/>
            <a:ext cx="463550" cy="9953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50" name="Line 30"/>
          <p:cNvSpPr>
            <a:spLocks noChangeShapeType="1"/>
          </p:cNvSpPr>
          <p:nvPr/>
        </p:nvSpPr>
        <p:spPr bwMode="auto">
          <a:xfrm flipH="1">
            <a:off x="3943350" y="4667250"/>
            <a:ext cx="531813" cy="9286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51" name="Line 31"/>
          <p:cNvSpPr>
            <a:spLocks noChangeShapeType="1"/>
          </p:cNvSpPr>
          <p:nvPr/>
        </p:nvSpPr>
        <p:spPr bwMode="auto">
          <a:xfrm>
            <a:off x="3960813" y="5611813"/>
            <a:ext cx="465137" cy="995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52" name="Line 32"/>
          <p:cNvSpPr>
            <a:spLocks noChangeShapeType="1"/>
          </p:cNvSpPr>
          <p:nvPr/>
        </p:nvSpPr>
        <p:spPr bwMode="auto">
          <a:xfrm>
            <a:off x="4475163" y="4683125"/>
            <a:ext cx="9953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53" name="Line 33"/>
          <p:cNvSpPr>
            <a:spLocks noChangeShapeType="1"/>
          </p:cNvSpPr>
          <p:nvPr/>
        </p:nvSpPr>
        <p:spPr bwMode="auto">
          <a:xfrm>
            <a:off x="4475163" y="6607175"/>
            <a:ext cx="9953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30754" name="Group 34"/>
          <p:cNvGrpSpPr>
            <a:grpSpLocks/>
          </p:cNvGrpSpPr>
          <p:nvPr/>
        </p:nvGrpSpPr>
        <p:grpSpPr bwMode="auto">
          <a:xfrm>
            <a:off x="3927475" y="4683125"/>
            <a:ext cx="1543050" cy="1941513"/>
            <a:chOff x="2148" y="2448"/>
            <a:chExt cx="1116" cy="1404"/>
          </a:xfrm>
        </p:grpSpPr>
        <p:sp>
          <p:nvSpPr>
            <p:cNvPr id="3" name="Line 35"/>
            <p:cNvSpPr>
              <a:spLocks noChangeShapeType="1"/>
            </p:cNvSpPr>
            <p:nvPr/>
          </p:nvSpPr>
          <p:spPr bwMode="auto">
            <a:xfrm flipH="1">
              <a:off x="2880" y="2448"/>
              <a:ext cx="384" cy="6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831" name="Line 36"/>
            <p:cNvSpPr>
              <a:spLocks noChangeShapeType="1"/>
            </p:cNvSpPr>
            <p:nvPr/>
          </p:nvSpPr>
          <p:spPr bwMode="auto">
            <a:xfrm>
              <a:off x="2892" y="3132"/>
              <a:ext cx="336" cy="72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832" name="Line 37"/>
            <p:cNvSpPr>
              <a:spLocks noChangeShapeType="1"/>
            </p:cNvSpPr>
            <p:nvPr/>
          </p:nvSpPr>
          <p:spPr bwMode="auto">
            <a:xfrm>
              <a:off x="2148" y="3144"/>
              <a:ext cx="7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0758" name="Group 38"/>
          <p:cNvGrpSpPr>
            <a:grpSpLocks/>
          </p:cNvGrpSpPr>
          <p:nvPr/>
        </p:nvGrpSpPr>
        <p:grpSpPr bwMode="auto">
          <a:xfrm>
            <a:off x="4408488" y="4667250"/>
            <a:ext cx="1527175" cy="1990725"/>
            <a:chOff x="2496" y="2436"/>
            <a:chExt cx="1104" cy="1440"/>
          </a:xfrm>
        </p:grpSpPr>
        <p:sp>
          <p:nvSpPr>
            <p:cNvPr id="4" name="Line 39"/>
            <p:cNvSpPr>
              <a:spLocks noChangeShapeType="1"/>
            </p:cNvSpPr>
            <p:nvPr/>
          </p:nvSpPr>
          <p:spPr bwMode="auto">
            <a:xfrm flipH="1">
              <a:off x="2496" y="3108"/>
              <a:ext cx="384" cy="768"/>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 name="Line 40"/>
            <p:cNvSpPr>
              <a:spLocks noChangeShapeType="1"/>
            </p:cNvSpPr>
            <p:nvPr/>
          </p:nvSpPr>
          <p:spPr bwMode="auto">
            <a:xfrm>
              <a:off x="2532" y="2436"/>
              <a:ext cx="336" cy="720"/>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 name="Line 41"/>
            <p:cNvSpPr>
              <a:spLocks noChangeShapeType="1"/>
            </p:cNvSpPr>
            <p:nvPr/>
          </p:nvSpPr>
          <p:spPr bwMode="auto">
            <a:xfrm>
              <a:off x="2880" y="3144"/>
              <a:ext cx="720" cy="0"/>
            </a:xfrm>
            <a:prstGeom prst="line">
              <a:avLst/>
            </a:prstGeom>
            <a:noFill/>
            <a:ln w="285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0762" name="Line 42"/>
          <p:cNvSpPr>
            <a:spLocks noChangeShapeType="1"/>
          </p:cNvSpPr>
          <p:nvPr/>
        </p:nvSpPr>
        <p:spPr bwMode="auto">
          <a:xfrm>
            <a:off x="6334125" y="4484688"/>
            <a:ext cx="2124075" cy="21224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63" name="Line 43"/>
          <p:cNvSpPr>
            <a:spLocks noChangeShapeType="1"/>
          </p:cNvSpPr>
          <p:nvPr/>
        </p:nvSpPr>
        <p:spPr bwMode="auto">
          <a:xfrm>
            <a:off x="5403850" y="4683125"/>
            <a:ext cx="1128713"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64" name="Line 44"/>
          <p:cNvSpPr>
            <a:spLocks noChangeShapeType="1"/>
          </p:cNvSpPr>
          <p:nvPr/>
        </p:nvSpPr>
        <p:spPr bwMode="auto">
          <a:xfrm>
            <a:off x="5935663" y="5624513"/>
            <a:ext cx="1525587"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65" name="Line 45"/>
          <p:cNvSpPr>
            <a:spLocks noChangeShapeType="1"/>
          </p:cNvSpPr>
          <p:nvPr/>
        </p:nvSpPr>
        <p:spPr bwMode="auto">
          <a:xfrm>
            <a:off x="5935663" y="6607175"/>
            <a:ext cx="2522537"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66" name="Line 46"/>
          <p:cNvSpPr>
            <a:spLocks noChangeShapeType="1"/>
          </p:cNvSpPr>
          <p:nvPr/>
        </p:nvSpPr>
        <p:spPr bwMode="auto">
          <a:xfrm flipV="1">
            <a:off x="6532563" y="2160588"/>
            <a:ext cx="0" cy="252253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67" name="Line 47"/>
          <p:cNvSpPr>
            <a:spLocks noChangeShapeType="1"/>
          </p:cNvSpPr>
          <p:nvPr/>
        </p:nvSpPr>
        <p:spPr bwMode="auto">
          <a:xfrm flipV="1">
            <a:off x="7461250" y="3886200"/>
            <a:ext cx="0" cy="1725613"/>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68" name="Line 48"/>
          <p:cNvSpPr>
            <a:spLocks noChangeShapeType="1"/>
          </p:cNvSpPr>
          <p:nvPr/>
        </p:nvSpPr>
        <p:spPr bwMode="auto">
          <a:xfrm flipV="1">
            <a:off x="8445500" y="2160588"/>
            <a:ext cx="0" cy="4446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69" name="Line 49"/>
          <p:cNvSpPr>
            <a:spLocks noChangeShapeType="1"/>
          </p:cNvSpPr>
          <p:nvPr/>
        </p:nvSpPr>
        <p:spPr bwMode="auto">
          <a:xfrm>
            <a:off x="4940300" y="2293938"/>
            <a:ext cx="3649663"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70" name="Line 50"/>
          <p:cNvSpPr>
            <a:spLocks noChangeShapeType="1"/>
          </p:cNvSpPr>
          <p:nvPr/>
        </p:nvSpPr>
        <p:spPr bwMode="auto">
          <a:xfrm>
            <a:off x="5470525" y="3090863"/>
            <a:ext cx="3052763"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71" name="Line 51"/>
          <p:cNvSpPr>
            <a:spLocks noChangeShapeType="1"/>
          </p:cNvSpPr>
          <p:nvPr/>
        </p:nvSpPr>
        <p:spPr bwMode="auto">
          <a:xfrm>
            <a:off x="5935663" y="3886200"/>
            <a:ext cx="258762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72" name="Line 52"/>
          <p:cNvSpPr>
            <a:spLocks noChangeShapeType="1"/>
          </p:cNvSpPr>
          <p:nvPr/>
        </p:nvSpPr>
        <p:spPr bwMode="auto">
          <a:xfrm>
            <a:off x="3878263" y="2865438"/>
            <a:ext cx="464502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73" name="Line 53"/>
          <p:cNvSpPr>
            <a:spLocks noChangeShapeType="1"/>
          </p:cNvSpPr>
          <p:nvPr/>
        </p:nvSpPr>
        <p:spPr bwMode="auto">
          <a:xfrm>
            <a:off x="4449763" y="3675063"/>
            <a:ext cx="4116387"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74" name="Line 54"/>
          <p:cNvSpPr>
            <a:spLocks noChangeShapeType="1"/>
          </p:cNvSpPr>
          <p:nvPr/>
        </p:nvSpPr>
        <p:spPr bwMode="auto">
          <a:xfrm>
            <a:off x="6532563" y="3687763"/>
            <a:ext cx="928687" cy="796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75" name="Line 55"/>
          <p:cNvSpPr>
            <a:spLocks noChangeShapeType="1"/>
          </p:cNvSpPr>
          <p:nvPr/>
        </p:nvSpPr>
        <p:spPr bwMode="auto">
          <a:xfrm flipV="1">
            <a:off x="7461250" y="3687763"/>
            <a:ext cx="996950" cy="796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76" name="Line 56"/>
          <p:cNvSpPr>
            <a:spLocks noChangeShapeType="1"/>
          </p:cNvSpPr>
          <p:nvPr/>
        </p:nvSpPr>
        <p:spPr bwMode="auto">
          <a:xfrm flipH="1">
            <a:off x="6532563" y="2293938"/>
            <a:ext cx="928687" cy="796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77" name="Line 57"/>
          <p:cNvSpPr>
            <a:spLocks noChangeShapeType="1"/>
          </p:cNvSpPr>
          <p:nvPr/>
        </p:nvSpPr>
        <p:spPr bwMode="auto">
          <a:xfrm>
            <a:off x="7461250" y="2293938"/>
            <a:ext cx="996950" cy="7969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30778" name="Group 58"/>
          <p:cNvGrpSpPr>
            <a:grpSpLocks/>
          </p:cNvGrpSpPr>
          <p:nvPr/>
        </p:nvGrpSpPr>
        <p:grpSpPr bwMode="auto">
          <a:xfrm>
            <a:off x="6532563" y="2293938"/>
            <a:ext cx="1925637" cy="1393825"/>
            <a:chOff x="4032" y="720"/>
            <a:chExt cx="1392" cy="1008"/>
          </a:xfrm>
        </p:grpSpPr>
        <p:sp>
          <p:nvSpPr>
            <p:cNvPr id="7" name="Line 59"/>
            <p:cNvSpPr>
              <a:spLocks noChangeShapeType="1"/>
            </p:cNvSpPr>
            <p:nvPr/>
          </p:nvSpPr>
          <p:spPr bwMode="auto">
            <a:xfrm flipH="1">
              <a:off x="4032" y="1152"/>
              <a:ext cx="672" cy="5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8" name="Line 60"/>
            <p:cNvSpPr>
              <a:spLocks noChangeShapeType="1"/>
            </p:cNvSpPr>
            <p:nvPr/>
          </p:nvSpPr>
          <p:spPr bwMode="auto">
            <a:xfrm>
              <a:off x="4704" y="1152"/>
              <a:ext cx="720" cy="5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9" name="Line 61"/>
            <p:cNvSpPr>
              <a:spLocks noChangeShapeType="1"/>
            </p:cNvSpPr>
            <p:nvPr/>
          </p:nvSpPr>
          <p:spPr bwMode="auto">
            <a:xfrm>
              <a:off x="4704" y="720"/>
              <a:ext cx="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0782" name="Group 62"/>
          <p:cNvGrpSpPr>
            <a:grpSpLocks/>
          </p:cNvGrpSpPr>
          <p:nvPr/>
        </p:nvGrpSpPr>
        <p:grpSpPr bwMode="auto">
          <a:xfrm>
            <a:off x="6532563" y="3090863"/>
            <a:ext cx="1925637" cy="1393825"/>
            <a:chOff x="4032" y="1296"/>
            <a:chExt cx="1392" cy="1008"/>
          </a:xfrm>
        </p:grpSpPr>
        <p:sp>
          <p:nvSpPr>
            <p:cNvPr id="10" name="Line 63"/>
            <p:cNvSpPr>
              <a:spLocks noChangeShapeType="1"/>
            </p:cNvSpPr>
            <p:nvPr/>
          </p:nvSpPr>
          <p:spPr bwMode="auto">
            <a:xfrm flipV="1">
              <a:off x="4704" y="1296"/>
              <a:ext cx="720" cy="576"/>
            </a:xfrm>
            <a:prstGeom prst="line">
              <a:avLst/>
            </a:prstGeom>
            <a:noFill/>
            <a:ln w="285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1" name="Line 64"/>
            <p:cNvSpPr>
              <a:spLocks noChangeShapeType="1"/>
            </p:cNvSpPr>
            <p:nvPr/>
          </p:nvSpPr>
          <p:spPr bwMode="auto">
            <a:xfrm>
              <a:off x="4032" y="1296"/>
              <a:ext cx="672" cy="576"/>
            </a:xfrm>
            <a:prstGeom prst="line">
              <a:avLst/>
            </a:prstGeom>
            <a:noFill/>
            <a:ln w="285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2" name="Line 65"/>
            <p:cNvSpPr>
              <a:spLocks noChangeShapeType="1"/>
            </p:cNvSpPr>
            <p:nvPr/>
          </p:nvSpPr>
          <p:spPr bwMode="auto">
            <a:xfrm>
              <a:off x="4704" y="1872"/>
              <a:ext cx="0" cy="432"/>
            </a:xfrm>
            <a:prstGeom prst="line">
              <a:avLst/>
            </a:prstGeom>
            <a:noFill/>
            <a:ln w="285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0786" name="Line 66"/>
          <p:cNvSpPr>
            <a:spLocks noChangeShapeType="1"/>
          </p:cNvSpPr>
          <p:nvPr/>
        </p:nvSpPr>
        <p:spPr bwMode="auto">
          <a:xfrm>
            <a:off x="6532563" y="3090863"/>
            <a:ext cx="0" cy="596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0787" name="Line 67"/>
          <p:cNvSpPr>
            <a:spLocks noChangeShapeType="1"/>
          </p:cNvSpPr>
          <p:nvPr/>
        </p:nvSpPr>
        <p:spPr bwMode="auto">
          <a:xfrm>
            <a:off x="8458200" y="3024188"/>
            <a:ext cx="0" cy="663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30788" name="Group 68"/>
          <p:cNvGrpSpPr>
            <a:grpSpLocks/>
          </p:cNvGrpSpPr>
          <p:nvPr/>
        </p:nvGrpSpPr>
        <p:grpSpPr bwMode="auto">
          <a:xfrm>
            <a:off x="1487488" y="3051174"/>
            <a:ext cx="2224198" cy="373095"/>
            <a:chOff x="432" y="959"/>
            <a:chExt cx="1608" cy="270"/>
          </a:xfrm>
        </p:grpSpPr>
        <p:sp>
          <p:nvSpPr>
            <p:cNvPr id="13" name="Text Box 69"/>
            <p:cNvSpPr txBox="1">
              <a:spLocks noChangeArrowheads="1"/>
            </p:cNvSpPr>
            <p:nvPr/>
          </p:nvSpPr>
          <p:spPr bwMode="auto">
            <a:xfrm>
              <a:off x="432" y="962"/>
              <a:ext cx="26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p>
          </p:txBody>
        </p:sp>
        <p:sp>
          <p:nvSpPr>
            <p:cNvPr id="14" name="Text Box 70"/>
            <p:cNvSpPr txBox="1">
              <a:spLocks noChangeArrowheads="1"/>
            </p:cNvSpPr>
            <p:nvPr/>
          </p:nvSpPr>
          <p:spPr bwMode="auto">
            <a:xfrm>
              <a:off x="1104" y="962"/>
              <a:ext cx="27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p>
          </p:txBody>
        </p:sp>
        <p:sp>
          <p:nvSpPr>
            <p:cNvPr id="15" name="Text Box 71"/>
            <p:cNvSpPr txBox="1">
              <a:spLocks noChangeArrowheads="1"/>
            </p:cNvSpPr>
            <p:nvPr/>
          </p:nvSpPr>
          <p:spPr bwMode="auto">
            <a:xfrm>
              <a:off x="1777" y="962"/>
              <a:ext cx="26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p>
          </p:txBody>
        </p:sp>
        <p:sp>
          <p:nvSpPr>
            <p:cNvPr id="16" name="Text Box 72"/>
            <p:cNvSpPr txBox="1">
              <a:spLocks noChangeArrowheads="1"/>
            </p:cNvSpPr>
            <p:nvPr/>
          </p:nvSpPr>
          <p:spPr bwMode="auto">
            <a:xfrm>
              <a:off x="1009" y="959"/>
              <a:ext cx="27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t>
              </a:r>
            </a:p>
          </p:txBody>
        </p:sp>
      </p:grpSp>
      <p:grpSp>
        <p:nvGrpSpPr>
          <p:cNvPr id="30793" name="Group 73"/>
          <p:cNvGrpSpPr>
            <a:grpSpLocks/>
          </p:cNvGrpSpPr>
          <p:nvPr/>
        </p:nvGrpSpPr>
        <p:grpSpPr bwMode="auto">
          <a:xfrm>
            <a:off x="1357313" y="4437063"/>
            <a:ext cx="2407978" cy="2446187"/>
            <a:chOff x="337" y="2015"/>
            <a:chExt cx="1742" cy="1769"/>
          </a:xfrm>
        </p:grpSpPr>
        <p:sp>
          <p:nvSpPr>
            <p:cNvPr id="17" name="Text Box 74"/>
            <p:cNvSpPr txBox="1">
              <a:spLocks noChangeArrowheads="1"/>
            </p:cNvSpPr>
            <p:nvPr/>
          </p:nvSpPr>
          <p:spPr bwMode="auto">
            <a:xfrm>
              <a:off x="1008" y="3517"/>
              <a:ext cx="217"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t>
              </a:r>
            </a:p>
          </p:txBody>
        </p:sp>
        <p:sp>
          <p:nvSpPr>
            <p:cNvPr id="18" name="Text Box 75"/>
            <p:cNvSpPr txBox="1">
              <a:spLocks noChangeArrowheads="1"/>
            </p:cNvSpPr>
            <p:nvPr/>
          </p:nvSpPr>
          <p:spPr bwMode="auto">
            <a:xfrm>
              <a:off x="1871" y="2737"/>
              <a:ext cx="208"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p>
          </p:txBody>
        </p:sp>
        <p:sp>
          <p:nvSpPr>
            <p:cNvPr id="19" name="Text Box 76"/>
            <p:cNvSpPr txBox="1">
              <a:spLocks noChangeArrowheads="1"/>
            </p:cNvSpPr>
            <p:nvPr/>
          </p:nvSpPr>
          <p:spPr bwMode="auto">
            <a:xfrm>
              <a:off x="1008" y="2015"/>
              <a:ext cx="217"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p>
          </p:txBody>
        </p:sp>
        <p:sp>
          <p:nvSpPr>
            <p:cNvPr id="20" name="Text Box 77"/>
            <p:cNvSpPr txBox="1">
              <a:spLocks noChangeArrowheads="1"/>
            </p:cNvSpPr>
            <p:nvPr/>
          </p:nvSpPr>
          <p:spPr bwMode="auto">
            <a:xfrm>
              <a:off x="337" y="2737"/>
              <a:ext cx="208"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p>
          </p:txBody>
        </p:sp>
      </p:grpSp>
      <p:grpSp>
        <p:nvGrpSpPr>
          <p:cNvPr id="30798" name="Group 78"/>
          <p:cNvGrpSpPr>
            <a:grpSpLocks/>
          </p:cNvGrpSpPr>
          <p:nvPr/>
        </p:nvGrpSpPr>
        <p:grpSpPr bwMode="auto">
          <a:xfrm rot="1693034">
            <a:off x="4594356" y="2478251"/>
            <a:ext cx="1991395" cy="1299469"/>
            <a:chOff x="2619" y="396"/>
            <a:chExt cx="1440" cy="939"/>
          </a:xfrm>
        </p:grpSpPr>
        <p:sp>
          <p:nvSpPr>
            <p:cNvPr id="30809" name="Text Box 79"/>
            <p:cNvSpPr txBox="1">
              <a:spLocks noChangeArrowheads="1"/>
            </p:cNvSpPr>
            <p:nvPr/>
          </p:nvSpPr>
          <p:spPr bwMode="auto">
            <a:xfrm rot="1804588">
              <a:off x="2619" y="396"/>
              <a:ext cx="26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p>
          </p:txBody>
        </p:sp>
        <p:sp>
          <p:nvSpPr>
            <p:cNvPr id="30810" name="Text Box 80"/>
            <p:cNvSpPr txBox="1">
              <a:spLocks noChangeArrowheads="1"/>
            </p:cNvSpPr>
            <p:nvPr/>
          </p:nvSpPr>
          <p:spPr bwMode="auto">
            <a:xfrm rot="1804588">
              <a:off x="3318" y="705"/>
              <a:ext cx="27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p>
          </p:txBody>
        </p:sp>
        <p:sp>
          <p:nvSpPr>
            <p:cNvPr id="30811" name="Text Box 81"/>
            <p:cNvSpPr txBox="1">
              <a:spLocks noChangeArrowheads="1"/>
            </p:cNvSpPr>
            <p:nvPr/>
          </p:nvSpPr>
          <p:spPr bwMode="auto">
            <a:xfrm rot="1804588">
              <a:off x="3796" y="1068"/>
              <a:ext cx="26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p>
          </p:txBody>
        </p:sp>
        <p:sp>
          <p:nvSpPr>
            <p:cNvPr id="30812" name="Text Box 82"/>
            <p:cNvSpPr txBox="1">
              <a:spLocks noChangeArrowheads="1"/>
            </p:cNvSpPr>
            <p:nvPr/>
          </p:nvSpPr>
          <p:spPr bwMode="auto">
            <a:xfrm rot="1804588">
              <a:off x="3223" y="659"/>
              <a:ext cx="27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t>
              </a:r>
            </a:p>
          </p:txBody>
        </p:sp>
      </p:grpSp>
      <p:grpSp>
        <p:nvGrpSpPr>
          <p:cNvPr id="30803" name="Group 83"/>
          <p:cNvGrpSpPr>
            <a:grpSpLocks/>
          </p:cNvGrpSpPr>
          <p:nvPr/>
        </p:nvGrpSpPr>
        <p:grpSpPr bwMode="auto">
          <a:xfrm>
            <a:off x="4702175" y="4445000"/>
            <a:ext cx="1573730" cy="2519967"/>
            <a:chOff x="2498" y="2036"/>
            <a:chExt cx="1689" cy="1720"/>
          </a:xfrm>
        </p:grpSpPr>
        <p:sp>
          <p:nvSpPr>
            <p:cNvPr id="30805" name="Text Box 84"/>
            <p:cNvSpPr txBox="1">
              <a:spLocks noChangeArrowheads="1"/>
            </p:cNvSpPr>
            <p:nvPr/>
          </p:nvSpPr>
          <p:spPr bwMode="auto">
            <a:xfrm>
              <a:off x="2498" y="2690"/>
              <a:ext cx="39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r>
                <a:rPr lang="en-US" altLang="en-US" baseline="-25000">
                  <a:latin typeface="Times New Roman" panose="02020603050405020304" pitchFamily="18" charset="0"/>
                </a:rPr>
                <a:t>1</a:t>
              </a:r>
            </a:p>
          </p:txBody>
        </p:sp>
        <p:sp>
          <p:nvSpPr>
            <p:cNvPr id="30806" name="Text Box 85"/>
            <p:cNvSpPr txBox="1">
              <a:spLocks noChangeArrowheads="1"/>
            </p:cNvSpPr>
            <p:nvPr/>
          </p:nvSpPr>
          <p:spPr bwMode="auto">
            <a:xfrm>
              <a:off x="3170" y="3504"/>
              <a:ext cx="40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t>
              </a:r>
              <a:r>
                <a:rPr lang="en-US" altLang="en-US" baseline="-25000">
                  <a:latin typeface="Times New Roman" panose="02020603050405020304" pitchFamily="18" charset="0"/>
                </a:rPr>
                <a:t>1</a:t>
              </a:r>
            </a:p>
          </p:txBody>
        </p:sp>
        <p:sp>
          <p:nvSpPr>
            <p:cNvPr id="30807" name="Text Box 86"/>
            <p:cNvSpPr txBox="1">
              <a:spLocks noChangeArrowheads="1"/>
            </p:cNvSpPr>
            <p:nvPr/>
          </p:nvSpPr>
          <p:spPr bwMode="auto">
            <a:xfrm>
              <a:off x="3216" y="2036"/>
              <a:ext cx="40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r>
                <a:rPr lang="en-US" altLang="en-US" baseline="-25000">
                  <a:latin typeface="Times New Roman" panose="02020603050405020304" pitchFamily="18" charset="0"/>
                </a:rPr>
                <a:t>1</a:t>
              </a:r>
            </a:p>
          </p:txBody>
        </p:sp>
        <p:sp>
          <p:nvSpPr>
            <p:cNvPr id="21" name="Text Box 87"/>
            <p:cNvSpPr txBox="1">
              <a:spLocks noChangeArrowheads="1"/>
            </p:cNvSpPr>
            <p:nvPr/>
          </p:nvSpPr>
          <p:spPr bwMode="auto">
            <a:xfrm>
              <a:off x="3796" y="2722"/>
              <a:ext cx="39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r>
                <a:rPr lang="en-US" altLang="en-US" baseline="-25000">
                  <a:latin typeface="Times New Roman" panose="02020603050405020304" pitchFamily="18" charset="0"/>
                </a:rPr>
                <a:t>1</a:t>
              </a:r>
            </a:p>
          </p:txBody>
        </p:sp>
      </p:grpSp>
      <p:grpSp>
        <p:nvGrpSpPr>
          <p:cNvPr id="30808" name="Group 88"/>
          <p:cNvGrpSpPr>
            <a:grpSpLocks/>
          </p:cNvGrpSpPr>
          <p:nvPr/>
        </p:nvGrpSpPr>
        <p:grpSpPr bwMode="auto">
          <a:xfrm>
            <a:off x="6311900" y="2078038"/>
            <a:ext cx="2173983" cy="2158646"/>
            <a:chOff x="2498" y="2037"/>
            <a:chExt cx="1623" cy="1767"/>
          </a:xfrm>
        </p:grpSpPr>
        <p:sp>
          <p:nvSpPr>
            <p:cNvPr id="30801" name="Text Box 89"/>
            <p:cNvSpPr txBox="1">
              <a:spLocks noChangeArrowheads="1"/>
            </p:cNvSpPr>
            <p:nvPr/>
          </p:nvSpPr>
          <p:spPr bwMode="auto">
            <a:xfrm>
              <a:off x="2498" y="2688"/>
              <a:ext cx="326"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d’’</a:t>
              </a:r>
              <a:endParaRPr lang="en-US" altLang="en-US" baseline="-25000">
                <a:latin typeface="Times New Roman" panose="02020603050405020304" pitchFamily="18" charset="0"/>
              </a:endParaRPr>
            </a:p>
          </p:txBody>
        </p:sp>
        <p:sp>
          <p:nvSpPr>
            <p:cNvPr id="30802" name="Text Box 90"/>
            <p:cNvSpPr txBox="1">
              <a:spLocks noChangeArrowheads="1"/>
            </p:cNvSpPr>
            <p:nvPr/>
          </p:nvSpPr>
          <p:spPr bwMode="auto">
            <a:xfrm>
              <a:off x="3171" y="3502"/>
              <a:ext cx="317"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a:t>
              </a:r>
              <a:endParaRPr lang="en-US" altLang="en-US" baseline="-25000">
                <a:latin typeface="Times New Roman" panose="02020603050405020304" pitchFamily="18" charset="0"/>
              </a:endParaRPr>
            </a:p>
          </p:txBody>
        </p:sp>
        <p:sp>
          <p:nvSpPr>
            <p:cNvPr id="22" name="Text Box 91"/>
            <p:cNvSpPr txBox="1">
              <a:spLocks noChangeArrowheads="1"/>
            </p:cNvSpPr>
            <p:nvPr/>
          </p:nvSpPr>
          <p:spPr bwMode="auto">
            <a:xfrm>
              <a:off x="3218" y="2037"/>
              <a:ext cx="317"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a’’</a:t>
              </a:r>
              <a:endParaRPr lang="en-US" altLang="en-US" baseline="-25000">
                <a:latin typeface="Times New Roman" panose="02020603050405020304" pitchFamily="18" charset="0"/>
              </a:endParaRPr>
            </a:p>
          </p:txBody>
        </p:sp>
        <p:sp>
          <p:nvSpPr>
            <p:cNvPr id="30804" name="Text Box 92"/>
            <p:cNvSpPr txBox="1">
              <a:spLocks noChangeArrowheads="1"/>
            </p:cNvSpPr>
            <p:nvPr/>
          </p:nvSpPr>
          <p:spPr bwMode="auto">
            <a:xfrm>
              <a:off x="3795" y="2722"/>
              <a:ext cx="326"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b’’</a:t>
              </a:r>
              <a:endParaRPr lang="en-US" altLang="en-US" baseline="-25000">
                <a:latin typeface="Times New Roman" panose="02020603050405020304" pitchFamily="18" charset="0"/>
              </a:endParaRPr>
            </a:p>
          </p:txBody>
        </p:sp>
      </p:grpSp>
      <p:sp>
        <p:nvSpPr>
          <p:cNvPr id="30813" name="Text Box 93"/>
          <p:cNvSpPr txBox="1">
            <a:spLocks noChangeArrowheads="1"/>
          </p:cNvSpPr>
          <p:nvPr/>
        </p:nvSpPr>
        <p:spPr bwMode="auto">
          <a:xfrm>
            <a:off x="1009650" y="4056063"/>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X</a:t>
            </a:r>
          </a:p>
        </p:txBody>
      </p:sp>
      <p:sp>
        <p:nvSpPr>
          <p:cNvPr id="30814" name="Text Box 94"/>
          <p:cNvSpPr txBox="1">
            <a:spLocks noChangeArrowheads="1"/>
          </p:cNvSpPr>
          <p:nvPr/>
        </p:nvSpPr>
        <p:spPr bwMode="auto">
          <a:xfrm>
            <a:off x="8510588" y="4056063"/>
            <a:ext cx="4443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a:latin typeface="Times New Roman" panose="02020603050405020304" pitchFamily="18" charset="0"/>
              </a:rPr>
              <a:t>Y</a:t>
            </a:r>
          </a:p>
        </p:txBody>
      </p:sp>
      <p:sp>
        <p:nvSpPr>
          <p:cNvPr id="30815" name="Text Box 95"/>
          <p:cNvSpPr txBox="1">
            <a:spLocks noChangeArrowheads="1"/>
          </p:cNvSpPr>
          <p:nvPr/>
        </p:nvSpPr>
        <p:spPr bwMode="auto">
          <a:xfrm>
            <a:off x="3414713" y="4219575"/>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1’</a:t>
            </a:r>
          </a:p>
        </p:txBody>
      </p:sp>
      <p:sp>
        <p:nvSpPr>
          <p:cNvPr id="30816" name="Text Box 96"/>
          <p:cNvSpPr txBox="1">
            <a:spLocks noChangeArrowheads="1"/>
          </p:cNvSpPr>
          <p:nvPr/>
        </p:nvSpPr>
        <p:spPr bwMode="auto">
          <a:xfrm>
            <a:off x="4940300" y="4087813"/>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1’</a:t>
            </a:r>
          </a:p>
        </p:txBody>
      </p:sp>
      <p:sp>
        <p:nvSpPr>
          <p:cNvPr id="30817" name="Text Box 97"/>
          <p:cNvSpPr txBox="1">
            <a:spLocks noChangeArrowheads="1"/>
          </p:cNvSpPr>
          <p:nvPr/>
        </p:nvSpPr>
        <p:spPr bwMode="auto">
          <a:xfrm>
            <a:off x="7397750" y="4445000"/>
            <a:ext cx="5907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1’    </a:t>
            </a:r>
          </a:p>
        </p:txBody>
      </p:sp>
      <p:sp>
        <p:nvSpPr>
          <p:cNvPr id="30818" name="Oval 98"/>
          <p:cNvSpPr>
            <a:spLocks noChangeArrowheads="1"/>
          </p:cNvSpPr>
          <p:nvPr/>
        </p:nvSpPr>
        <p:spPr bwMode="auto">
          <a:xfrm>
            <a:off x="5403850" y="4683125"/>
            <a:ext cx="66675"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19" name="Oval 99"/>
          <p:cNvSpPr>
            <a:spLocks noChangeArrowheads="1"/>
          </p:cNvSpPr>
          <p:nvPr/>
        </p:nvSpPr>
        <p:spPr bwMode="auto">
          <a:xfrm>
            <a:off x="4940300" y="5611813"/>
            <a:ext cx="65088"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20" name="Oval 100"/>
          <p:cNvSpPr>
            <a:spLocks noChangeArrowheads="1"/>
          </p:cNvSpPr>
          <p:nvPr/>
        </p:nvSpPr>
        <p:spPr bwMode="auto">
          <a:xfrm>
            <a:off x="5403850" y="6542088"/>
            <a:ext cx="66675" cy="6508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21" name="Oval 101"/>
          <p:cNvSpPr>
            <a:spLocks noChangeArrowheads="1"/>
          </p:cNvSpPr>
          <p:nvPr/>
        </p:nvSpPr>
        <p:spPr bwMode="auto">
          <a:xfrm>
            <a:off x="5868988" y="5611813"/>
            <a:ext cx="66675"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22" name="Oval 102"/>
          <p:cNvSpPr>
            <a:spLocks noChangeArrowheads="1"/>
          </p:cNvSpPr>
          <p:nvPr/>
        </p:nvSpPr>
        <p:spPr bwMode="auto">
          <a:xfrm>
            <a:off x="7461250" y="2227263"/>
            <a:ext cx="66675"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23" name="Oval 103"/>
          <p:cNvSpPr>
            <a:spLocks noChangeArrowheads="1"/>
          </p:cNvSpPr>
          <p:nvPr/>
        </p:nvSpPr>
        <p:spPr bwMode="auto">
          <a:xfrm>
            <a:off x="6465888" y="3024188"/>
            <a:ext cx="66675"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24" name="Oval 104"/>
          <p:cNvSpPr>
            <a:spLocks noChangeArrowheads="1"/>
          </p:cNvSpPr>
          <p:nvPr/>
        </p:nvSpPr>
        <p:spPr bwMode="auto">
          <a:xfrm>
            <a:off x="7461250" y="3819525"/>
            <a:ext cx="66675"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25" name="Oval 105"/>
          <p:cNvSpPr>
            <a:spLocks noChangeArrowheads="1"/>
          </p:cNvSpPr>
          <p:nvPr/>
        </p:nvSpPr>
        <p:spPr bwMode="auto">
          <a:xfrm>
            <a:off x="8391525" y="3024188"/>
            <a:ext cx="66675"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26" name="Oval 106"/>
          <p:cNvSpPr>
            <a:spLocks noChangeArrowheads="1"/>
          </p:cNvSpPr>
          <p:nvPr/>
        </p:nvSpPr>
        <p:spPr bwMode="auto">
          <a:xfrm>
            <a:off x="7461250" y="2890838"/>
            <a:ext cx="66675"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27" name="Oval 107"/>
          <p:cNvSpPr>
            <a:spLocks noChangeArrowheads="1"/>
          </p:cNvSpPr>
          <p:nvPr/>
        </p:nvSpPr>
        <p:spPr bwMode="auto">
          <a:xfrm>
            <a:off x="6532563" y="3621088"/>
            <a:ext cx="66675"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28" name="Oval 108"/>
          <p:cNvSpPr>
            <a:spLocks noChangeArrowheads="1"/>
          </p:cNvSpPr>
          <p:nvPr/>
        </p:nvSpPr>
        <p:spPr bwMode="auto">
          <a:xfrm>
            <a:off x="7396163" y="4418013"/>
            <a:ext cx="65087"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829" name="Oval 109"/>
          <p:cNvSpPr>
            <a:spLocks noChangeArrowheads="1"/>
          </p:cNvSpPr>
          <p:nvPr/>
        </p:nvSpPr>
        <p:spPr bwMode="auto">
          <a:xfrm>
            <a:off x="8391525" y="3687763"/>
            <a:ext cx="66675" cy="666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30830" name="Group 110"/>
          <p:cNvGrpSpPr>
            <a:grpSpLocks/>
          </p:cNvGrpSpPr>
          <p:nvPr/>
        </p:nvGrpSpPr>
        <p:grpSpPr bwMode="auto">
          <a:xfrm>
            <a:off x="5538789" y="-79375"/>
            <a:ext cx="4021138" cy="1450976"/>
            <a:chOff x="3489" y="-50"/>
            <a:chExt cx="2533" cy="914"/>
          </a:xfrm>
        </p:grpSpPr>
        <p:sp>
          <p:nvSpPr>
            <p:cNvPr id="30799" name="AutoShape 111"/>
            <p:cNvSpPr>
              <a:spLocks noChangeArrowheads="1"/>
            </p:cNvSpPr>
            <p:nvPr/>
          </p:nvSpPr>
          <p:spPr bwMode="auto">
            <a:xfrm>
              <a:off x="3504" y="0"/>
              <a:ext cx="2256" cy="864"/>
            </a:xfrm>
            <a:prstGeom prst="wedgeRoundRectCallout">
              <a:avLst>
                <a:gd name="adj1" fmla="val -53324"/>
                <a:gd name="adj2" fmla="val 104745"/>
                <a:gd name="adj3" fmla="val 16667"/>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sz="1600">
                <a:latin typeface="Times New Roman" panose="02020603050405020304" pitchFamily="18" charset="0"/>
              </a:endParaRPr>
            </a:p>
          </p:txBody>
        </p:sp>
        <p:sp>
          <p:nvSpPr>
            <p:cNvPr id="30800" name="Text Box 112"/>
            <p:cNvSpPr txBox="1">
              <a:spLocks noChangeArrowheads="1"/>
            </p:cNvSpPr>
            <p:nvPr/>
          </p:nvSpPr>
          <p:spPr bwMode="auto">
            <a:xfrm>
              <a:off x="3489" y="-50"/>
              <a:ext cx="2533" cy="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solidFill>
                    <a:schemeClr val="accent2"/>
                  </a:solidFill>
                  <a:latin typeface="Times New Roman" panose="02020603050405020304" pitchFamily="18" charset="0"/>
                </a:rPr>
                <a:t>Problem 8:</a:t>
              </a:r>
            </a:p>
            <a:p>
              <a:pPr eaLnBrk="1" hangingPunct="1"/>
              <a:r>
                <a:rPr lang="en-US" altLang="en-US" sz="1600" b="1" dirty="0">
                  <a:latin typeface="Times New Roman" panose="02020603050405020304" pitchFamily="18" charset="0"/>
                </a:rPr>
                <a:t>A cube of 50 mm long edges is so placed </a:t>
              </a:r>
            </a:p>
            <a:p>
              <a:pPr eaLnBrk="1" hangingPunct="1"/>
              <a:r>
                <a:rPr lang="en-US" altLang="en-US" sz="1600" b="1" dirty="0">
                  <a:latin typeface="Times New Roman" panose="02020603050405020304" pitchFamily="18" charset="0"/>
                </a:rPr>
                <a:t>on </a:t>
              </a:r>
              <a:r>
                <a:rPr lang="en-US" altLang="en-US" sz="1600" b="1" dirty="0" err="1">
                  <a:latin typeface="Times New Roman" panose="02020603050405020304" pitchFamily="18" charset="0"/>
                </a:rPr>
                <a:t>Hp</a:t>
              </a:r>
              <a:r>
                <a:rPr lang="en-US" altLang="en-US" sz="1600" b="1" dirty="0">
                  <a:latin typeface="Times New Roman" panose="02020603050405020304" pitchFamily="18" charset="0"/>
                </a:rPr>
                <a:t> on one corner  that a body diagonal</a:t>
              </a:r>
            </a:p>
            <a:p>
              <a:pPr eaLnBrk="1" hangingPunct="1"/>
              <a:r>
                <a:rPr lang="en-US" altLang="en-US" sz="1600" b="1" dirty="0">
                  <a:latin typeface="Times New Roman" panose="02020603050405020304" pitchFamily="18" charset="0"/>
                </a:rPr>
                <a:t> through this corner is perpendicular to </a:t>
              </a:r>
              <a:r>
                <a:rPr lang="en-US" altLang="en-US" sz="1600" b="1" dirty="0" err="1">
                  <a:latin typeface="Times New Roman" panose="02020603050405020304" pitchFamily="18" charset="0"/>
                </a:rPr>
                <a:t>Hp</a:t>
              </a:r>
              <a:r>
                <a:rPr lang="en-US" altLang="en-US" sz="1600" b="1" dirty="0">
                  <a:latin typeface="Times New Roman" panose="02020603050405020304" pitchFamily="18" charset="0"/>
                </a:rPr>
                <a:t> </a:t>
              </a:r>
            </a:p>
            <a:p>
              <a:pPr eaLnBrk="1" hangingPunct="1"/>
              <a:r>
                <a:rPr lang="en-US" altLang="en-US" sz="1600" b="1" dirty="0">
                  <a:latin typeface="Times New Roman" panose="02020603050405020304" pitchFamily="18" charset="0"/>
                </a:rPr>
                <a:t>and parallel to </a:t>
              </a:r>
              <a:r>
                <a:rPr lang="en-US" altLang="en-US" sz="1600" b="1" dirty="0" err="1">
                  <a:latin typeface="Times New Roman" panose="02020603050405020304" pitchFamily="18" charset="0"/>
                </a:rPr>
                <a:t>Vp</a:t>
              </a:r>
              <a:r>
                <a:rPr lang="en-US" altLang="en-US" sz="1600" b="1" dirty="0">
                  <a:latin typeface="Times New Roman" panose="02020603050405020304" pitchFamily="18" charset="0"/>
                </a:rPr>
                <a:t>  Draw it’s three views.</a:t>
              </a:r>
            </a:p>
          </p:txBody>
        </p:sp>
      </p:grpSp>
      <p:grpSp>
        <p:nvGrpSpPr>
          <p:cNvPr id="30833" name="Group 113"/>
          <p:cNvGrpSpPr>
            <a:grpSpLocks/>
          </p:cNvGrpSpPr>
          <p:nvPr/>
        </p:nvGrpSpPr>
        <p:grpSpPr bwMode="auto">
          <a:xfrm>
            <a:off x="-39688" y="-39688"/>
            <a:ext cx="5795963" cy="2754313"/>
            <a:chOff x="-25" y="-25"/>
            <a:chExt cx="3651" cy="1735"/>
          </a:xfrm>
        </p:grpSpPr>
        <p:sp>
          <p:nvSpPr>
            <p:cNvPr id="30795" name="Rectangle 114"/>
            <p:cNvSpPr>
              <a:spLocks noChangeArrowheads="1"/>
            </p:cNvSpPr>
            <p:nvPr/>
          </p:nvSpPr>
          <p:spPr bwMode="auto">
            <a:xfrm>
              <a:off x="0" y="702"/>
              <a:ext cx="2976" cy="14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796" name="Rectangle 115"/>
            <p:cNvSpPr>
              <a:spLocks noChangeArrowheads="1"/>
            </p:cNvSpPr>
            <p:nvPr/>
          </p:nvSpPr>
          <p:spPr bwMode="auto">
            <a:xfrm>
              <a:off x="0" y="0"/>
              <a:ext cx="3408" cy="7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0797" name="Rectangle 116"/>
            <p:cNvSpPr>
              <a:spLocks noChangeArrowheads="1"/>
            </p:cNvSpPr>
            <p:nvPr/>
          </p:nvSpPr>
          <p:spPr bwMode="auto">
            <a:xfrm>
              <a:off x="0" y="846"/>
              <a:ext cx="2544" cy="86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3" name="Text Box 117"/>
            <p:cNvSpPr txBox="1">
              <a:spLocks noChangeArrowheads="1"/>
            </p:cNvSpPr>
            <p:nvPr/>
          </p:nvSpPr>
          <p:spPr bwMode="auto">
            <a:xfrm>
              <a:off x="-25" y="-25"/>
              <a:ext cx="3651" cy="1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500" dirty="0" smtClean="0">
                  <a:latin typeface="Times New Roman" panose="02020603050405020304" pitchFamily="18" charset="0"/>
                </a:rPr>
                <a:t>1.Assuming </a:t>
              </a:r>
              <a:r>
                <a:rPr lang="en-US" altLang="en-US" sz="1500" dirty="0">
                  <a:latin typeface="Times New Roman" panose="02020603050405020304" pitchFamily="18" charset="0"/>
                </a:rPr>
                <a:t>it standing on </a:t>
              </a:r>
              <a:r>
                <a:rPr lang="en-US" altLang="en-US" sz="1500" dirty="0" err="1">
                  <a:latin typeface="Times New Roman" panose="02020603050405020304" pitchFamily="18" charset="0"/>
                </a:rPr>
                <a:t>Hp</a:t>
              </a:r>
              <a:r>
                <a:rPr lang="en-US" altLang="en-US" sz="1500" dirty="0">
                  <a:latin typeface="Times New Roman" panose="02020603050405020304" pitchFamily="18" charset="0"/>
                </a:rPr>
                <a:t> begin with </a:t>
              </a:r>
              <a:r>
                <a:rPr lang="en-US" altLang="en-US" sz="1500" dirty="0" err="1">
                  <a:latin typeface="Times New Roman" panose="02020603050405020304" pitchFamily="18" charset="0"/>
                </a:rPr>
                <a:t>Tv</a:t>
              </a:r>
              <a:r>
                <a:rPr lang="en-US" altLang="en-US" sz="1500" dirty="0">
                  <a:latin typeface="Times New Roman" panose="02020603050405020304" pitchFamily="18" charset="0"/>
                </a:rPr>
                <a:t>, a square of corner case.</a:t>
              </a:r>
            </a:p>
            <a:p>
              <a:pPr eaLnBrk="1" hangingPunct="1"/>
              <a:r>
                <a:rPr lang="en-US" altLang="en-US" sz="1500" dirty="0">
                  <a:latin typeface="Times New Roman" panose="02020603050405020304" pitchFamily="18" charset="0"/>
                </a:rPr>
                <a:t>2.Project corresponding </a:t>
              </a:r>
              <a:r>
                <a:rPr lang="en-US" altLang="en-US" sz="1500" dirty="0" err="1">
                  <a:latin typeface="Times New Roman" panose="02020603050405020304" pitchFamily="18" charset="0"/>
                </a:rPr>
                <a:t>Fv</a:t>
              </a:r>
              <a:r>
                <a:rPr lang="en-US" altLang="en-US" sz="1500" dirty="0">
                  <a:latin typeface="Times New Roman" panose="02020603050405020304" pitchFamily="18" charset="0"/>
                </a:rPr>
                <a:t>.&amp; name all points as usual in both views.</a:t>
              </a:r>
            </a:p>
            <a:p>
              <a:pPr eaLnBrk="1" hangingPunct="1"/>
              <a:r>
                <a:rPr lang="en-US" altLang="en-US" sz="1500" dirty="0">
                  <a:latin typeface="Times New Roman" panose="02020603050405020304" pitchFamily="18" charset="0"/>
                </a:rPr>
                <a:t>3.Join a’1’ as body diagonal and draw 2</a:t>
              </a:r>
              <a:r>
                <a:rPr lang="en-US" altLang="en-US" sz="1500" baseline="30000" dirty="0">
                  <a:latin typeface="Times New Roman" panose="02020603050405020304" pitchFamily="18" charset="0"/>
                </a:rPr>
                <a:t>nd</a:t>
              </a:r>
              <a:r>
                <a:rPr lang="en-US" altLang="en-US" sz="1500" dirty="0">
                  <a:latin typeface="Times New Roman" panose="02020603050405020304" pitchFamily="18" charset="0"/>
                </a:rPr>
                <a:t> </a:t>
              </a:r>
              <a:r>
                <a:rPr lang="en-US" altLang="en-US" sz="1500" dirty="0" err="1">
                  <a:latin typeface="Times New Roman" panose="02020603050405020304" pitchFamily="18" charset="0"/>
                </a:rPr>
                <a:t>Fv</a:t>
              </a:r>
              <a:r>
                <a:rPr lang="en-US" altLang="en-US" sz="1500" dirty="0">
                  <a:latin typeface="Times New Roman" panose="02020603050405020304" pitchFamily="18" charset="0"/>
                </a:rPr>
                <a:t> making it vertical (I’ on </a:t>
              </a:r>
              <a:r>
                <a:rPr lang="en-US" altLang="en-US" sz="1500" dirty="0" err="1">
                  <a:latin typeface="Times New Roman" panose="02020603050405020304" pitchFamily="18" charset="0"/>
                </a:rPr>
                <a:t>xy</a:t>
              </a:r>
              <a:r>
                <a:rPr lang="en-US" altLang="en-US" sz="1500" dirty="0">
                  <a:latin typeface="Times New Roman" panose="02020603050405020304" pitchFamily="18" charset="0"/>
                </a:rPr>
                <a:t>)</a:t>
              </a:r>
            </a:p>
            <a:p>
              <a:pPr eaLnBrk="1" hangingPunct="1"/>
              <a:r>
                <a:rPr lang="en-US" altLang="en-US" sz="1500" dirty="0">
                  <a:latin typeface="Times New Roman" panose="02020603050405020304" pitchFamily="18" charset="0"/>
                </a:rPr>
                <a:t>4.Project it’s </a:t>
              </a:r>
              <a:r>
                <a:rPr lang="en-US" altLang="en-US" sz="1500" dirty="0" err="1">
                  <a:latin typeface="Times New Roman" panose="02020603050405020304" pitchFamily="18" charset="0"/>
                </a:rPr>
                <a:t>Tv</a:t>
              </a:r>
              <a:r>
                <a:rPr lang="en-US" altLang="en-US" sz="1500" dirty="0">
                  <a:latin typeface="Times New Roman" panose="02020603050405020304" pitchFamily="18" charset="0"/>
                </a:rPr>
                <a:t> drawing dark and dotted lines as per the procedure.</a:t>
              </a:r>
            </a:p>
            <a:p>
              <a:pPr eaLnBrk="1" hangingPunct="1"/>
              <a:r>
                <a:rPr lang="en-US" altLang="en-US" sz="1500" dirty="0">
                  <a:latin typeface="Times New Roman" panose="02020603050405020304" pitchFamily="18" charset="0"/>
                </a:rPr>
                <a:t>5.With standard method construct Left-hand side view</a:t>
              </a:r>
              <a:r>
                <a:rPr lang="en-US" altLang="en-US" sz="1600" dirty="0">
                  <a:latin typeface="Times New Roman" panose="02020603050405020304" pitchFamily="18" charset="0"/>
                </a:rPr>
                <a:t>.</a:t>
              </a:r>
            </a:p>
            <a:p>
              <a:pPr eaLnBrk="1" hangingPunct="1"/>
              <a:r>
                <a:rPr lang="en-US" altLang="en-US" sz="1400" b="1" dirty="0">
                  <a:solidFill>
                    <a:schemeClr val="accent2"/>
                  </a:solidFill>
                  <a:latin typeface="Times New Roman" panose="02020603050405020304" pitchFamily="18" charset="0"/>
                </a:rPr>
                <a:t>( Draw a 45</a:t>
              </a:r>
              <a:r>
                <a:rPr lang="en-US" altLang="en-US" sz="1400" b="1" baseline="30000" dirty="0">
                  <a:solidFill>
                    <a:schemeClr val="accent2"/>
                  </a:solidFill>
                  <a:latin typeface="Times New Roman" panose="02020603050405020304" pitchFamily="18" charset="0"/>
                </a:rPr>
                <a:t>0</a:t>
              </a:r>
              <a:r>
                <a:rPr lang="en-US" altLang="en-US" sz="1400" b="1" dirty="0">
                  <a:solidFill>
                    <a:schemeClr val="accent2"/>
                  </a:solidFill>
                  <a:latin typeface="Times New Roman" panose="02020603050405020304" pitchFamily="18" charset="0"/>
                </a:rPr>
                <a:t> inclined Line in </a:t>
              </a:r>
              <a:r>
                <a:rPr lang="en-US" altLang="en-US" sz="1400" b="1" dirty="0" err="1">
                  <a:solidFill>
                    <a:schemeClr val="accent2"/>
                  </a:solidFill>
                  <a:latin typeface="Times New Roman" panose="02020603050405020304" pitchFamily="18" charset="0"/>
                </a:rPr>
                <a:t>Tv</a:t>
              </a:r>
              <a:r>
                <a:rPr lang="en-US" altLang="en-US" sz="1400" b="1" dirty="0">
                  <a:solidFill>
                    <a:schemeClr val="accent2"/>
                  </a:solidFill>
                  <a:latin typeface="Times New Roman" panose="02020603050405020304" pitchFamily="18" charset="0"/>
                </a:rPr>
                <a:t> region ( below </a:t>
              </a:r>
              <a:r>
                <a:rPr lang="en-US" altLang="en-US" sz="1400" b="1" dirty="0" err="1">
                  <a:solidFill>
                    <a:schemeClr val="accent2"/>
                  </a:solidFill>
                  <a:latin typeface="Times New Roman" panose="02020603050405020304" pitchFamily="18" charset="0"/>
                </a:rPr>
                <a:t>xy</a:t>
              </a:r>
              <a:r>
                <a:rPr lang="en-US" altLang="en-US" sz="1400" b="1" dirty="0">
                  <a:solidFill>
                    <a:schemeClr val="accent2"/>
                  </a:solidFill>
                  <a:latin typeface="Times New Roman" panose="02020603050405020304" pitchFamily="18" charset="0"/>
                </a:rPr>
                <a:t>). </a:t>
              </a:r>
            </a:p>
            <a:p>
              <a:pPr eaLnBrk="1" hangingPunct="1"/>
              <a:r>
                <a:rPr lang="en-US" altLang="en-US" sz="1400" b="1" dirty="0">
                  <a:solidFill>
                    <a:schemeClr val="accent2"/>
                  </a:solidFill>
                  <a:latin typeface="Times New Roman" panose="02020603050405020304" pitchFamily="18" charset="0"/>
                </a:rPr>
                <a:t>Project horizontally all points of </a:t>
              </a:r>
              <a:r>
                <a:rPr lang="en-US" altLang="en-US" sz="1400" b="1" dirty="0" err="1">
                  <a:solidFill>
                    <a:schemeClr val="accent2"/>
                  </a:solidFill>
                  <a:latin typeface="Times New Roman" panose="02020603050405020304" pitchFamily="18" charset="0"/>
                </a:rPr>
                <a:t>Tv</a:t>
              </a:r>
              <a:r>
                <a:rPr lang="en-US" altLang="en-US" sz="1400" b="1" dirty="0">
                  <a:solidFill>
                    <a:schemeClr val="accent2"/>
                  </a:solidFill>
                  <a:latin typeface="Times New Roman" panose="02020603050405020304" pitchFamily="18" charset="0"/>
                </a:rPr>
                <a:t> on this line and</a:t>
              </a:r>
            </a:p>
            <a:p>
              <a:pPr eaLnBrk="1" hangingPunct="1"/>
              <a:r>
                <a:rPr lang="en-US" altLang="en-US" sz="1400" b="1" dirty="0">
                  <a:solidFill>
                    <a:schemeClr val="accent2"/>
                  </a:solidFill>
                  <a:latin typeface="Times New Roman" panose="02020603050405020304" pitchFamily="18" charset="0"/>
                </a:rPr>
                <a:t> reflect vertically upward, above </a:t>
              </a:r>
              <a:r>
                <a:rPr lang="en-US" altLang="en-US" sz="1400" b="1" dirty="0" err="1">
                  <a:solidFill>
                    <a:schemeClr val="accent2"/>
                  </a:solidFill>
                  <a:latin typeface="Times New Roman" panose="02020603050405020304" pitchFamily="18" charset="0"/>
                </a:rPr>
                <a:t>xy.After</a:t>
              </a:r>
              <a:r>
                <a:rPr lang="en-US" altLang="en-US" sz="1400" b="1" dirty="0">
                  <a:solidFill>
                    <a:schemeClr val="accent2"/>
                  </a:solidFill>
                  <a:latin typeface="Times New Roman" panose="02020603050405020304" pitchFamily="18" charset="0"/>
                </a:rPr>
                <a:t> this, draw </a:t>
              </a:r>
            </a:p>
            <a:p>
              <a:pPr eaLnBrk="1" hangingPunct="1"/>
              <a:r>
                <a:rPr lang="en-US" altLang="en-US" sz="1400" b="1" dirty="0">
                  <a:solidFill>
                    <a:schemeClr val="accent2"/>
                  </a:solidFill>
                  <a:latin typeface="Times New Roman" panose="02020603050405020304" pitchFamily="18" charset="0"/>
                </a:rPr>
                <a:t>horizontal lines, from all points of </a:t>
              </a:r>
              <a:r>
                <a:rPr lang="en-US" altLang="en-US" sz="1400" b="1" dirty="0" err="1">
                  <a:solidFill>
                    <a:schemeClr val="accent2"/>
                  </a:solidFill>
                  <a:latin typeface="Times New Roman" panose="02020603050405020304" pitchFamily="18" charset="0"/>
                </a:rPr>
                <a:t>Fv</a:t>
              </a:r>
              <a:r>
                <a:rPr lang="en-US" altLang="en-US" sz="1400" b="1" dirty="0">
                  <a:solidFill>
                    <a:schemeClr val="accent2"/>
                  </a:solidFill>
                  <a:latin typeface="Times New Roman" panose="02020603050405020304" pitchFamily="18" charset="0"/>
                </a:rPr>
                <a:t>, to meet these </a:t>
              </a:r>
            </a:p>
            <a:p>
              <a:pPr eaLnBrk="1" hangingPunct="1"/>
              <a:r>
                <a:rPr lang="en-US" altLang="en-US" sz="1400" b="1" dirty="0">
                  <a:solidFill>
                    <a:schemeClr val="accent2"/>
                  </a:solidFill>
                  <a:latin typeface="Times New Roman" panose="02020603050405020304" pitchFamily="18" charset="0"/>
                </a:rPr>
                <a:t>lines. Name points of intersections and join properly.</a:t>
              </a:r>
            </a:p>
            <a:p>
              <a:pPr eaLnBrk="1" hangingPunct="1"/>
              <a:r>
                <a:rPr lang="en-US" altLang="en-US" sz="1400" b="1" dirty="0">
                  <a:solidFill>
                    <a:schemeClr val="accent2"/>
                  </a:solidFill>
                  <a:latin typeface="Times New Roman" panose="02020603050405020304" pitchFamily="18" charset="0"/>
                </a:rPr>
                <a:t>For dark &amp; dotted lines </a:t>
              </a:r>
              <a:r>
                <a:rPr lang="en-US" altLang="en-US" sz="1400" b="1" dirty="0" smtClean="0">
                  <a:solidFill>
                    <a:schemeClr val="accent2"/>
                  </a:solidFill>
                  <a:latin typeface="Times New Roman" panose="02020603050405020304" pitchFamily="18" charset="0"/>
                </a:rPr>
                <a:t> locate </a:t>
              </a:r>
              <a:r>
                <a:rPr lang="en-US" altLang="en-US" sz="1400" b="1" dirty="0">
                  <a:solidFill>
                    <a:schemeClr val="accent2"/>
                  </a:solidFill>
                  <a:latin typeface="Times New Roman" panose="02020603050405020304" pitchFamily="18" charset="0"/>
                </a:rPr>
                <a:t>observer on left side of </a:t>
              </a:r>
              <a:r>
                <a:rPr lang="en-US" altLang="en-US" sz="1400" b="1" dirty="0" err="1">
                  <a:solidFill>
                    <a:schemeClr val="accent2"/>
                  </a:solidFill>
                  <a:latin typeface="Times New Roman" panose="02020603050405020304" pitchFamily="18" charset="0"/>
                </a:rPr>
                <a:t>Fv</a:t>
              </a:r>
              <a:r>
                <a:rPr lang="en-US" altLang="en-US" sz="1400" b="1" dirty="0">
                  <a:solidFill>
                    <a:schemeClr val="accent2"/>
                  </a:solidFill>
                  <a:latin typeface="Times New Roman" panose="02020603050405020304" pitchFamily="18" charset="0"/>
                </a:rPr>
                <a:t> as shown.)</a:t>
              </a:r>
              <a:r>
                <a:rPr lang="en-US" altLang="en-US" sz="1400" b="1" dirty="0">
                  <a:latin typeface="Times New Roman" panose="02020603050405020304" pitchFamily="18" charset="0"/>
                </a:rPr>
                <a:t>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0830"/>
                                        </p:tgtEl>
                                        <p:attrNameLst>
                                          <p:attrName>style.visibility</p:attrName>
                                        </p:attrNameLst>
                                      </p:cBhvr>
                                      <p:to>
                                        <p:strVal val="visible"/>
                                      </p:to>
                                    </p:set>
                                    <p:anim calcmode="lin" valueType="num">
                                      <p:cBhvr>
                                        <p:cTn id="7" dur="500" fill="hold"/>
                                        <p:tgtEl>
                                          <p:spTgt spid="30830"/>
                                        </p:tgtEl>
                                        <p:attrNameLst>
                                          <p:attrName>ppt_w</p:attrName>
                                        </p:attrNameLst>
                                      </p:cBhvr>
                                      <p:tavLst>
                                        <p:tav tm="0">
                                          <p:val>
                                            <p:fltVal val="0"/>
                                          </p:val>
                                        </p:tav>
                                        <p:tav tm="100000">
                                          <p:val>
                                            <p:strVal val="#ppt_w"/>
                                          </p:val>
                                        </p:tav>
                                      </p:tavLst>
                                    </p:anim>
                                    <p:anim calcmode="lin" valueType="num">
                                      <p:cBhvr>
                                        <p:cTn id="8" dur="500" fill="hold"/>
                                        <p:tgtEl>
                                          <p:spTgt spid="3083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30833"/>
                                        </p:tgtEl>
                                        <p:attrNameLst>
                                          <p:attrName>style.visibility</p:attrName>
                                        </p:attrNameLst>
                                      </p:cBhvr>
                                      <p:to>
                                        <p:strVal val="visible"/>
                                      </p:to>
                                    </p:set>
                                    <p:anim calcmode="lin" valueType="num">
                                      <p:cBhvr>
                                        <p:cTn id="13" dur="500" fill="hold"/>
                                        <p:tgtEl>
                                          <p:spTgt spid="30833"/>
                                        </p:tgtEl>
                                        <p:attrNameLst>
                                          <p:attrName>ppt_w</p:attrName>
                                        </p:attrNameLst>
                                      </p:cBhvr>
                                      <p:tavLst>
                                        <p:tav tm="0">
                                          <p:val>
                                            <p:fltVal val="0"/>
                                          </p:val>
                                        </p:tav>
                                        <p:tav tm="100000">
                                          <p:val>
                                            <p:strVal val="#ppt_w"/>
                                          </p:val>
                                        </p:tav>
                                      </p:tavLst>
                                    </p:anim>
                                    <p:anim calcmode="lin" valueType="num">
                                      <p:cBhvr>
                                        <p:cTn id="14" dur="500" fill="hold"/>
                                        <p:tgtEl>
                                          <p:spTgt spid="30833"/>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738"/>
                                        </p:tgtEl>
                                        <p:attrNameLst>
                                          <p:attrName>style.visibility</p:attrName>
                                        </p:attrNameLst>
                                      </p:cBhvr>
                                      <p:to>
                                        <p:strVal val="visible"/>
                                      </p:to>
                                    </p:set>
                                    <p:anim calcmode="lin" valueType="num">
                                      <p:cBhvr additive="base">
                                        <p:cTn id="19" dur="500" fill="hold"/>
                                        <p:tgtEl>
                                          <p:spTgt spid="30738"/>
                                        </p:tgtEl>
                                        <p:attrNameLst>
                                          <p:attrName>ppt_x</p:attrName>
                                        </p:attrNameLst>
                                      </p:cBhvr>
                                      <p:tavLst>
                                        <p:tav tm="0">
                                          <p:val>
                                            <p:strVal val="0-#ppt_w/2"/>
                                          </p:val>
                                        </p:tav>
                                        <p:tav tm="100000">
                                          <p:val>
                                            <p:strVal val="#ppt_x"/>
                                          </p:val>
                                        </p:tav>
                                      </p:tavLst>
                                    </p:anim>
                                    <p:anim calcmode="lin" valueType="num">
                                      <p:cBhvr additive="base">
                                        <p:cTn id="20" dur="500" fill="hold"/>
                                        <p:tgtEl>
                                          <p:spTgt spid="3073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813"/>
                                        </p:tgtEl>
                                        <p:attrNameLst>
                                          <p:attrName>style.visibility</p:attrName>
                                        </p:attrNameLst>
                                      </p:cBhvr>
                                      <p:to>
                                        <p:strVal val="visible"/>
                                      </p:to>
                                    </p:set>
                                    <p:anim calcmode="lin" valueType="num">
                                      <p:cBhvr additive="base">
                                        <p:cTn id="25" dur="500" fill="hold"/>
                                        <p:tgtEl>
                                          <p:spTgt spid="30813"/>
                                        </p:tgtEl>
                                        <p:attrNameLst>
                                          <p:attrName>ppt_x</p:attrName>
                                        </p:attrNameLst>
                                      </p:cBhvr>
                                      <p:tavLst>
                                        <p:tav tm="0">
                                          <p:val>
                                            <p:strVal val="0-#ppt_w/2"/>
                                          </p:val>
                                        </p:tav>
                                        <p:tav tm="100000">
                                          <p:val>
                                            <p:strVal val="#ppt_x"/>
                                          </p:val>
                                        </p:tav>
                                      </p:tavLst>
                                    </p:anim>
                                    <p:anim calcmode="lin" valueType="num">
                                      <p:cBhvr additive="base">
                                        <p:cTn id="26" dur="500" fill="hold"/>
                                        <p:tgtEl>
                                          <p:spTgt spid="3081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0814"/>
                                        </p:tgtEl>
                                        <p:attrNameLst>
                                          <p:attrName>style.visibility</p:attrName>
                                        </p:attrNameLst>
                                      </p:cBhvr>
                                      <p:to>
                                        <p:strVal val="visible"/>
                                      </p:to>
                                    </p:set>
                                    <p:anim calcmode="lin" valueType="num">
                                      <p:cBhvr additive="base">
                                        <p:cTn id="31" dur="500" fill="hold"/>
                                        <p:tgtEl>
                                          <p:spTgt spid="30814"/>
                                        </p:tgtEl>
                                        <p:attrNameLst>
                                          <p:attrName>ppt_x</p:attrName>
                                        </p:attrNameLst>
                                      </p:cBhvr>
                                      <p:tavLst>
                                        <p:tav tm="0">
                                          <p:val>
                                            <p:strVal val="1+#ppt_w/2"/>
                                          </p:val>
                                        </p:tav>
                                        <p:tav tm="100000">
                                          <p:val>
                                            <p:strVal val="#ppt_x"/>
                                          </p:val>
                                        </p:tav>
                                      </p:tavLst>
                                    </p:anim>
                                    <p:anim calcmode="lin" valueType="num">
                                      <p:cBhvr additive="base">
                                        <p:cTn id="32" dur="500" fill="hold"/>
                                        <p:tgtEl>
                                          <p:spTgt spid="3081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0722"/>
                                        </p:tgtEl>
                                        <p:attrNameLst>
                                          <p:attrName>style.visibility</p:attrName>
                                        </p:attrNameLst>
                                      </p:cBhvr>
                                      <p:to>
                                        <p:strVal val="visible"/>
                                      </p:to>
                                    </p:set>
                                    <p:anim calcmode="lin" valueType="num">
                                      <p:cBhvr additive="base">
                                        <p:cTn id="37" dur="500" fill="hold"/>
                                        <p:tgtEl>
                                          <p:spTgt spid="30722"/>
                                        </p:tgtEl>
                                        <p:attrNameLst>
                                          <p:attrName>ppt_x</p:attrName>
                                        </p:attrNameLst>
                                      </p:cBhvr>
                                      <p:tavLst>
                                        <p:tav tm="0">
                                          <p:val>
                                            <p:strVal val="0-#ppt_w/2"/>
                                          </p:val>
                                        </p:tav>
                                        <p:tav tm="100000">
                                          <p:val>
                                            <p:strVal val="#ppt_x"/>
                                          </p:val>
                                        </p:tav>
                                      </p:tavLst>
                                    </p:anim>
                                    <p:anim calcmode="lin" valueType="num">
                                      <p:cBhvr additive="base">
                                        <p:cTn id="38" dur="500" fill="hold"/>
                                        <p:tgtEl>
                                          <p:spTgt spid="3072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30793"/>
                                        </p:tgtEl>
                                        <p:attrNameLst>
                                          <p:attrName>style.visibility</p:attrName>
                                        </p:attrNameLst>
                                      </p:cBhvr>
                                      <p:to>
                                        <p:strVal val="visible"/>
                                      </p:to>
                                    </p:set>
                                    <p:anim calcmode="lin" valueType="num">
                                      <p:cBhvr>
                                        <p:cTn id="43" dur="500" fill="hold"/>
                                        <p:tgtEl>
                                          <p:spTgt spid="30793"/>
                                        </p:tgtEl>
                                        <p:attrNameLst>
                                          <p:attrName>ppt_w</p:attrName>
                                        </p:attrNameLst>
                                      </p:cBhvr>
                                      <p:tavLst>
                                        <p:tav tm="0">
                                          <p:val>
                                            <p:fltVal val="0"/>
                                          </p:val>
                                        </p:tav>
                                        <p:tav tm="100000">
                                          <p:val>
                                            <p:strVal val="#ppt_w"/>
                                          </p:val>
                                        </p:tav>
                                      </p:tavLst>
                                    </p:anim>
                                    <p:anim calcmode="lin" valueType="num">
                                      <p:cBhvr>
                                        <p:cTn id="44" dur="500" fill="hold"/>
                                        <p:tgtEl>
                                          <p:spTgt spid="30793"/>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0723"/>
                                        </p:tgtEl>
                                        <p:attrNameLst>
                                          <p:attrName>style.visibility</p:attrName>
                                        </p:attrNameLst>
                                      </p:cBhvr>
                                      <p:to>
                                        <p:strVal val="visible"/>
                                      </p:to>
                                    </p:set>
                                    <p:anim calcmode="lin" valueType="num">
                                      <p:cBhvr additive="base">
                                        <p:cTn id="49" dur="500" fill="hold"/>
                                        <p:tgtEl>
                                          <p:spTgt spid="30723"/>
                                        </p:tgtEl>
                                        <p:attrNameLst>
                                          <p:attrName>ppt_x</p:attrName>
                                        </p:attrNameLst>
                                      </p:cBhvr>
                                      <p:tavLst>
                                        <p:tav tm="0">
                                          <p:val>
                                            <p:strVal val="0-#ppt_w/2"/>
                                          </p:val>
                                        </p:tav>
                                        <p:tav tm="100000">
                                          <p:val>
                                            <p:strVal val="#ppt_x"/>
                                          </p:val>
                                        </p:tav>
                                      </p:tavLst>
                                    </p:anim>
                                    <p:anim calcmode="lin" valueType="num">
                                      <p:cBhvr additive="base">
                                        <p:cTn id="50" dur="500" fill="hold"/>
                                        <p:tgtEl>
                                          <p:spTgt spid="30723"/>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0724"/>
                                        </p:tgtEl>
                                        <p:attrNameLst>
                                          <p:attrName>style.visibility</p:attrName>
                                        </p:attrNameLst>
                                      </p:cBhvr>
                                      <p:to>
                                        <p:strVal val="visible"/>
                                      </p:to>
                                    </p:set>
                                    <p:anim calcmode="lin" valueType="num">
                                      <p:cBhvr additive="base">
                                        <p:cTn id="55" dur="500" fill="hold"/>
                                        <p:tgtEl>
                                          <p:spTgt spid="30724"/>
                                        </p:tgtEl>
                                        <p:attrNameLst>
                                          <p:attrName>ppt_x</p:attrName>
                                        </p:attrNameLst>
                                      </p:cBhvr>
                                      <p:tavLst>
                                        <p:tav tm="0">
                                          <p:val>
                                            <p:strVal val="0-#ppt_w/2"/>
                                          </p:val>
                                        </p:tav>
                                        <p:tav tm="100000">
                                          <p:val>
                                            <p:strVal val="#ppt_x"/>
                                          </p:val>
                                        </p:tav>
                                      </p:tavLst>
                                    </p:anim>
                                    <p:anim calcmode="lin" valueType="num">
                                      <p:cBhvr additive="base">
                                        <p:cTn id="56" dur="500" fill="hold"/>
                                        <p:tgtEl>
                                          <p:spTgt spid="30724"/>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0729"/>
                                        </p:tgtEl>
                                        <p:attrNameLst>
                                          <p:attrName>style.visibility</p:attrName>
                                        </p:attrNameLst>
                                      </p:cBhvr>
                                      <p:to>
                                        <p:strVal val="visible"/>
                                      </p:to>
                                    </p:set>
                                    <p:anim calcmode="lin" valueType="num">
                                      <p:cBhvr additive="base">
                                        <p:cTn id="61" dur="500" fill="hold"/>
                                        <p:tgtEl>
                                          <p:spTgt spid="30729"/>
                                        </p:tgtEl>
                                        <p:attrNameLst>
                                          <p:attrName>ppt_x</p:attrName>
                                        </p:attrNameLst>
                                      </p:cBhvr>
                                      <p:tavLst>
                                        <p:tav tm="0">
                                          <p:val>
                                            <p:strVal val="0-#ppt_w/2"/>
                                          </p:val>
                                        </p:tav>
                                        <p:tav tm="100000">
                                          <p:val>
                                            <p:strVal val="#ppt_x"/>
                                          </p:val>
                                        </p:tav>
                                      </p:tavLst>
                                    </p:anim>
                                    <p:anim calcmode="lin" valueType="num">
                                      <p:cBhvr additive="base">
                                        <p:cTn id="62" dur="500" fill="hold"/>
                                        <p:tgtEl>
                                          <p:spTgt spid="30729"/>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12" fill="hold" grpId="0" nodeType="clickEffect">
                                  <p:stCondLst>
                                    <p:cond delay="0"/>
                                  </p:stCondLst>
                                  <p:childTnLst>
                                    <p:set>
                                      <p:cBhvr>
                                        <p:cTn id="66" dur="1" fill="hold">
                                          <p:stCondLst>
                                            <p:cond delay="0"/>
                                          </p:stCondLst>
                                        </p:cTn>
                                        <p:tgtEl>
                                          <p:spTgt spid="30725"/>
                                        </p:tgtEl>
                                        <p:attrNameLst>
                                          <p:attrName>style.visibility</p:attrName>
                                        </p:attrNameLst>
                                      </p:cBhvr>
                                      <p:to>
                                        <p:strVal val="visible"/>
                                      </p:to>
                                    </p:set>
                                    <p:anim calcmode="lin" valueType="num">
                                      <p:cBhvr additive="base">
                                        <p:cTn id="67" dur="500" fill="hold"/>
                                        <p:tgtEl>
                                          <p:spTgt spid="30725"/>
                                        </p:tgtEl>
                                        <p:attrNameLst>
                                          <p:attrName>ppt_x</p:attrName>
                                        </p:attrNameLst>
                                      </p:cBhvr>
                                      <p:tavLst>
                                        <p:tav tm="0">
                                          <p:val>
                                            <p:strVal val="0-#ppt_w/2"/>
                                          </p:val>
                                        </p:tav>
                                        <p:tav tm="100000">
                                          <p:val>
                                            <p:strVal val="#ppt_x"/>
                                          </p:val>
                                        </p:tav>
                                      </p:tavLst>
                                    </p:anim>
                                    <p:anim calcmode="lin" valueType="num">
                                      <p:cBhvr additive="base">
                                        <p:cTn id="68"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7" presetClass="entr" presetSubtype="8" fill="hold" grpId="0" nodeType="clickEffect">
                                  <p:stCondLst>
                                    <p:cond delay="0"/>
                                  </p:stCondLst>
                                  <p:childTnLst>
                                    <p:set>
                                      <p:cBhvr>
                                        <p:cTn id="72" dur="1" fill="hold">
                                          <p:stCondLst>
                                            <p:cond delay="0"/>
                                          </p:stCondLst>
                                        </p:cTn>
                                        <p:tgtEl>
                                          <p:spTgt spid="30726"/>
                                        </p:tgtEl>
                                        <p:attrNameLst>
                                          <p:attrName>style.visibility</p:attrName>
                                        </p:attrNameLst>
                                      </p:cBhvr>
                                      <p:to>
                                        <p:strVal val="visible"/>
                                      </p:to>
                                    </p:set>
                                    <p:anim calcmode="lin" valueType="num">
                                      <p:cBhvr>
                                        <p:cTn id="73" dur="500" fill="hold"/>
                                        <p:tgtEl>
                                          <p:spTgt spid="30726"/>
                                        </p:tgtEl>
                                        <p:attrNameLst>
                                          <p:attrName>ppt_x</p:attrName>
                                        </p:attrNameLst>
                                      </p:cBhvr>
                                      <p:tavLst>
                                        <p:tav tm="0">
                                          <p:val>
                                            <p:strVal val="#ppt_x-#ppt_w/2"/>
                                          </p:val>
                                        </p:tav>
                                        <p:tav tm="100000">
                                          <p:val>
                                            <p:strVal val="#ppt_x"/>
                                          </p:val>
                                        </p:tav>
                                      </p:tavLst>
                                    </p:anim>
                                    <p:anim calcmode="lin" valueType="num">
                                      <p:cBhvr>
                                        <p:cTn id="74" dur="500" fill="hold"/>
                                        <p:tgtEl>
                                          <p:spTgt spid="30726"/>
                                        </p:tgtEl>
                                        <p:attrNameLst>
                                          <p:attrName>ppt_y</p:attrName>
                                        </p:attrNameLst>
                                      </p:cBhvr>
                                      <p:tavLst>
                                        <p:tav tm="0">
                                          <p:val>
                                            <p:strVal val="#ppt_y"/>
                                          </p:val>
                                        </p:tav>
                                        <p:tav tm="100000">
                                          <p:val>
                                            <p:strVal val="#ppt_y"/>
                                          </p:val>
                                        </p:tav>
                                      </p:tavLst>
                                    </p:anim>
                                    <p:anim calcmode="lin" valueType="num">
                                      <p:cBhvr>
                                        <p:cTn id="75" dur="500" fill="hold"/>
                                        <p:tgtEl>
                                          <p:spTgt spid="30726"/>
                                        </p:tgtEl>
                                        <p:attrNameLst>
                                          <p:attrName>ppt_w</p:attrName>
                                        </p:attrNameLst>
                                      </p:cBhvr>
                                      <p:tavLst>
                                        <p:tav tm="0">
                                          <p:val>
                                            <p:fltVal val="0"/>
                                          </p:val>
                                        </p:tav>
                                        <p:tav tm="100000">
                                          <p:val>
                                            <p:strVal val="#ppt_w"/>
                                          </p:val>
                                        </p:tav>
                                      </p:tavLst>
                                    </p:anim>
                                    <p:anim calcmode="lin" valueType="num">
                                      <p:cBhvr>
                                        <p:cTn id="76" dur="500" fill="hold"/>
                                        <p:tgtEl>
                                          <p:spTgt spid="30726"/>
                                        </p:tgtEl>
                                        <p:attrNameLst>
                                          <p:attrName>ppt_h</p:attrName>
                                        </p:attrNameLst>
                                      </p:cBhvr>
                                      <p:tavLst>
                                        <p:tav tm="0">
                                          <p:val>
                                            <p:strVal val="#ppt_h"/>
                                          </p:val>
                                        </p:tav>
                                        <p:tav tm="100000">
                                          <p:val>
                                            <p:strVal val="#ppt_h"/>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17" presetClass="entr" presetSubtype="1" fill="hold" grpId="0" nodeType="clickEffect">
                                  <p:stCondLst>
                                    <p:cond delay="0"/>
                                  </p:stCondLst>
                                  <p:childTnLst>
                                    <p:set>
                                      <p:cBhvr>
                                        <p:cTn id="80" dur="1" fill="hold">
                                          <p:stCondLst>
                                            <p:cond delay="0"/>
                                          </p:stCondLst>
                                        </p:cTn>
                                        <p:tgtEl>
                                          <p:spTgt spid="30727"/>
                                        </p:tgtEl>
                                        <p:attrNameLst>
                                          <p:attrName>style.visibility</p:attrName>
                                        </p:attrNameLst>
                                      </p:cBhvr>
                                      <p:to>
                                        <p:strVal val="visible"/>
                                      </p:to>
                                    </p:set>
                                    <p:anim calcmode="lin" valueType="num">
                                      <p:cBhvr>
                                        <p:cTn id="81" dur="500" fill="hold"/>
                                        <p:tgtEl>
                                          <p:spTgt spid="30727"/>
                                        </p:tgtEl>
                                        <p:attrNameLst>
                                          <p:attrName>ppt_x</p:attrName>
                                        </p:attrNameLst>
                                      </p:cBhvr>
                                      <p:tavLst>
                                        <p:tav tm="0">
                                          <p:val>
                                            <p:strVal val="#ppt_x"/>
                                          </p:val>
                                        </p:tav>
                                        <p:tav tm="100000">
                                          <p:val>
                                            <p:strVal val="#ppt_x"/>
                                          </p:val>
                                        </p:tav>
                                      </p:tavLst>
                                    </p:anim>
                                    <p:anim calcmode="lin" valueType="num">
                                      <p:cBhvr>
                                        <p:cTn id="82" dur="500" fill="hold"/>
                                        <p:tgtEl>
                                          <p:spTgt spid="30727"/>
                                        </p:tgtEl>
                                        <p:attrNameLst>
                                          <p:attrName>ppt_y</p:attrName>
                                        </p:attrNameLst>
                                      </p:cBhvr>
                                      <p:tavLst>
                                        <p:tav tm="0">
                                          <p:val>
                                            <p:strVal val="#ppt_y-#ppt_h/2"/>
                                          </p:val>
                                        </p:tav>
                                        <p:tav tm="100000">
                                          <p:val>
                                            <p:strVal val="#ppt_y"/>
                                          </p:val>
                                        </p:tav>
                                      </p:tavLst>
                                    </p:anim>
                                    <p:anim calcmode="lin" valueType="num">
                                      <p:cBhvr>
                                        <p:cTn id="83" dur="500" fill="hold"/>
                                        <p:tgtEl>
                                          <p:spTgt spid="30727"/>
                                        </p:tgtEl>
                                        <p:attrNameLst>
                                          <p:attrName>ppt_w</p:attrName>
                                        </p:attrNameLst>
                                      </p:cBhvr>
                                      <p:tavLst>
                                        <p:tav tm="0">
                                          <p:val>
                                            <p:strVal val="#ppt_w"/>
                                          </p:val>
                                        </p:tav>
                                        <p:tav tm="100000">
                                          <p:val>
                                            <p:strVal val="#ppt_w"/>
                                          </p:val>
                                        </p:tav>
                                      </p:tavLst>
                                    </p:anim>
                                    <p:anim calcmode="lin" valueType="num">
                                      <p:cBhvr>
                                        <p:cTn id="84" dur="500" fill="hold"/>
                                        <p:tgtEl>
                                          <p:spTgt spid="30727"/>
                                        </p:tgtEl>
                                        <p:attrNameLst>
                                          <p:attrName>ppt_h</p:attrName>
                                        </p:attrNameLst>
                                      </p:cBhvr>
                                      <p:tavLst>
                                        <p:tav tm="0">
                                          <p:val>
                                            <p:fltVal val="0"/>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17" presetClass="entr" presetSubtype="2" fill="hold" grpId="0" nodeType="clickEffect">
                                  <p:stCondLst>
                                    <p:cond delay="0"/>
                                  </p:stCondLst>
                                  <p:childTnLst>
                                    <p:set>
                                      <p:cBhvr>
                                        <p:cTn id="88" dur="1" fill="hold">
                                          <p:stCondLst>
                                            <p:cond delay="0"/>
                                          </p:stCondLst>
                                        </p:cTn>
                                        <p:tgtEl>
                                          <p:spTgt spid="30728"/>
                                        </p:tgtEl>
                                        <p:attrNameLst>
                                          <p:attrName>style.visibility</p:attrName>
                                        </p:attrNameLst>
                                      </p:cBhvr>
                                      <p:to>
                                        <p:strVal val="visible"/>
                                      </p:to>
                                    </p:set>
                                    <p:anim calcmode="lin" valueType="num">
                                      <p:cBhvr>
                                        <p:cTn id="89" dur="500" fill="hold"/>
                                        <p:tgtEl>
                                          <p:spTgt spid="30728"/>
                                        </p:tgtEl>
                                        <p:attrNameLst>
                                          <p:attrName>ppt_x</p:attrName>
                                        </p:attrNameLst>
                                      </p:cBhvr>
                                      <p:tavLst>
                                        <p:tav tm="0">
                                          <p:val>
                                            <p:strVal val="#ppt_x+#ppt_w/2"/>
                                          </p:val>
                                        </p:tav>
                                        <p:tav tm="100000">
                                          <p:val>
                                            <p:strVal val="#ppt_x"/>
                                          </p:val>
                                        </p:tav>
                                      </p:tavLst>
                                    </p:anim>
                                    <p:anim calcmode="lin" valueType="num">
                                      <p:cBhvr>
                                        <p:cTn id="90" dur="500" fill="hold"/>
                                        <p:tgtEl>
                                          <p:spTgt spid="30728"/>
                                        </p:tgtEl>
                                        <p:attrNameLst>
                                          <p:attrName>ppt_y</p:attrName>
                                        </p:attrNameLst>
                                      </p:cBhvr>
                                      <p:tavLst>
                                        <p:tav tm="0">
                                          <p:val>
                                            <p:strVal val="#ppt_y"/>
                                          </p:val>
                                        </p:tav>
                                        <p:tav tm="100000">
                                          <p:val>
                                            <p:strVal val="#ppt_y"/>
                                          </p:val>
                                        </p:tav>
                                      </p:tavLst>
                                    </p:anim>
                                    <p:anim calcmode="lin" valueType="num">
                                      <p:cBhvr>
                                        <p:cTn id="91" dur="500" fill="hold"/>
                                        <p:tgtEl>
                                          <p:spTgt spid="30728"/>
                                        </p:tgtEl>
                                        <p:attrNameLst>
                                          <p:attrName>ppt_w</p:attrName>
                                        </p:attrNameLst>
                                      </p:cBhvr>
                                      <p:tavLst>
                                        <p:tav tm="0">
                                          <p:val>
                                            <p:fltVal val="0"/>
                                          </p:val>
                                        </p:tav>
                                        <p:tav tm="100000">
                                          <p:val>
                                            <p:strVal val="#ppt_w"/>
                                          </p:val>
                                        </p:tav>
                                      </p:tavLst>
                                    </p:anim>
                                    <p:anim calcmode="lin" valueType="num">
                                      <p:cBhvr>
                                        <p:cTn id="92" dur="500" fill="hold"/>
                                        <p:tgtEl>
                                          <p:spTgt spid="30728"/>
                                        </p:tgtEl>
                                        <p:attrNameLst>
                                          <p:attrName>ppt_h</p:attrName>
                                        </p:attrNameLst>
                                      </p:cBhvr>
                                      <p:tavLst>
                                        <p:tav tm="0">
                                          <p:val>
                                            <p:strVal val="#ppt_h"/>
                                          </p:val>
                                        </p:tav>
                                        <p:tav tm="100000">
                                          <p:val>
                                            <p:strVal val="#ppt_h"/>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0730"/>
                                        </p:tgtEl>
                                        <p:attrNameLst>
                                          <p:attrName>style.visibility</p:attrName>
                                        </p:attrNameLst>
                                      </p:cBhvr>
                                      <p:to>
                                        <p:strVal val="visible"/>
                                      </p:to>
                                    </p:set>
                                    <p:anim calcmode="lin" valueType="num">
                                      <p:cBhvr additive="base">
                                        <p:cTn id="97" dur="500" fill="hold"/>
                                        <p:tgtEl>
                                          <p:spTgt spid="30730"/>
                                        </p:tgtEl>
                                        <p:attrNameLst>
                                          <p:attrName>ppt_x</p:attrName>
                                        </p:attrNameLst>
                                      </p:cBhvr>
                                      <p:tavLst>
                                        <p:tav tm="0">
                                          <p:val>
                                            <p:strVal val="#ppt_x"/>
                                          </p:val>
                                        </p:tav>
                                        <p:tav tm="100000">
                                          <p:val>
                                            <p:strVal val="#ppt_x"/>
                                          </p:val>
                                        </p:tav>
                                      </p:tavLst>
                                    </p:anim>
                                    <p:anim calcmode="lin" valueType="num">
                                      <p:cBhvr additive="base">
                                        <p:cTn id="98" dur="500" fill="hold"/>
                                        <p:tgtEl>
                                          <p:spTgt spid="30730"/>
                                        </p:tgtEl>
                                        <p:attrNameLst>
                                          <p:attrName>ppt_y</p:attrName>
                                        </p:attrNameLst>
                                      </p:cBhvr>
                                      <p:tavLst>
                                        <p:tav tm="0">
                                          <p:val>
                                            <p:strVal val="1+#ppt_h/2"/>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18" presetClass="entr" presetSubtype="6" fill="hold" grpId="0" nodeType="clickEffect">
                                  <p:stCondLst>
                                    <p:cond delay="0"/>
                                  </p:stCondLst>
                                  <p:childTnLst>
                                    <p:set>
                                      <p:cBhvr>
                                        <p:cTn id="102" dur="1" fill="hold">
                                          <p:stCondLst>
                                            <p:cond delay="0"/>
                                          </p:stCondLst>
                                        </p:cTn>
                                        <p:tgtEl>
                                          <p:spTgt spid="30731"/>
                                        </p:tgtEl>
                                        <p:attrNameLst>
                                          <p:attrName>style.visibility</p:attrName>
                                        </p:attrNameLst>
                                      </p:cBhvr>
                                      <p:to>
                                        <p:strVal val="visible"/>
                                      </p:to>
                                    </p:set>
                                    <p:animEffect transition="in" filter="strips(downRight)">
                                      <p:cBhvr>
                                        <p:cTn id="103" dur="500"/>
                                        <p:tgtEl>
                                          <p:spTgt spid="30731"/>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 presetClass="entr" presetSubtype="8" fill="hold" grpId="0" nodeType="clickEffect">
                                  <p:stCondLst>
                                    <p:cond delay="0"/>
                                  </p:stCondLst>
                                  <p:childTnLst>
                                    <p:set>
                                      <p:cBhvr>
                                        <p:cTn id="107" dur="1" fill="hold">
                                          <p:stCondLst>
                                            <p:cond delay="0"/>
                                          </p:stCondLst>
                                        </p:cTn>
                                        <p:tgtEl>
                                          <p:spTgt spid="30815"/>
                                        </p:tgtEl>
                                        <p:attrNameLst>
                                          <p:attrName>style.visibility</p:attrName>
                                        </p:attrNameLst>
                                      </p:cBhvr>
                                      <p:to>
                                        <p:strVal val="visible"/>
                                      </p:to>
                                    </p:set>
                                    <p:anim calcmode="lin" valueType="num">
                                      <p:cBhvr additive="base">
                                        <p:cTn id="108" dur="500" fill="hold"/>
                                        <p:tgtEl>
                                          <p:spTgt spid="30815"/>
                                        </p:tgtEl>
                                        <p:attrNameLst>
                                          <p:attrName>ppt_x</p:attrName>
                                        </p:attrNameLst>
                                      </p:cBhvr>
                                      <p:tavLst>
                                        <p:tav tm="0">
                                          <p:val>
                                            <p:strVal val="0-#ppt_w/2"/>
                                          </p:val>
                                        </p:tav>
                                        <p:tav tm="100000">
                                          <p:val>
                                            <p:strVal val="#ppt_x"/>
                                          </p:val>
                                        </p:tav>
                                      </p:tavLst>
                                    </p:anim>
                                    <p:anim calcmode="lin" valueType="num">
                                      <p:cBhvr additive="base">
                                        <p:cTn id="109" dur="500" fill="hold"/>
                                        <p:tgtEl>
                                          <p:spTgt spid="30815"/>
                                        </p:tgtEl>
                                        <p:attrNameLst>
                                          <p:attrName>ppt_y</p:attrName>
                                        </p:attrNameLst>
                                      </p:cBhvr>
                                      <p:tavLst>
                                        <p:tav tm="0">
                                          <p:val>
                                            <p:strVal val="#ppt_y"/>
                                          </p:val>
                                        </p:tav>
                                        <p:tav tm="100000">
                                          <p:val>
                                            <p:strVal val="#ppt_y"/>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 presetClass="entr" presetSubtype="8" fill="hold" nodeType="clickEffect">
                                  <p:stCondLst>
                                    <p:cond delay="0"/>
                                  </p:stCondLst>
                                  <p:childTnLst>
                                    <p:set>
                                      <p:cBhvr>
                                        <p:cTn id="113" dur="1" fill="hold">
                                          <p:stCondLst>
                                            <p:cond delay="0"/>
                                          </p:stCondLst>
                                        </p:cTn>
                                        <p:tgtEl>
                                          <p:spTgt spid="30788"/>
                                        </p:tgtEl>
                                        <p:attrNameLst>
                                          <p:attrName>style.visibility</p:attrName>
                                        </p:attrNameLst>
                                      </p:cBhvr>
                                      <p:to>
                                        <p:strVal val="visible"/>
                                      </p:to>
                                    </p:set>
                                    <p:anim calcmode="lin" valueType="num">
                                      <p:cBhvr additive="base">
                                        <p:cTn id="114" dur="500" fill="hold"/>
                                        <p:tgtEl>
                                          <p:spTgt spid="30788"/>
                                        </p:tgtEl>
                                        <p:attrNameLst>
                                          <p:attrName>ppt_x</p:attrName>
                                        </p:attrNameLst>
                                      </p:cBhvr>
                                      <p:tavLst>
                                        <p:tav tm="0">
                                          <p:val>
                                            <p:strVal val="0-#ppt_w/2"/>
                                          </p:val>
                                        </p:tav>
                                        <p:tav tm="100000">
                                          <p:val>
                                            <p:strVal val="#ppt_x"/>
                                          </p:val>
                                        </p:tav>
                                      </p:tavLst>
                                    </p:anim>
                                    <p:anim calcmode="lin" valueType="num">
                                      <p:cBhvr additive="base">
                                        <p:cTn id="115" dur="500" fill="hold"/>
                                        <p:tgtEl>
                                          <p:spTgt spid="30788"/>
                                        </p:tgtEl>
                                        <p:attrNameLst>
                                          <p:attrName>ppt_y</p:attrName>
                                        </p:attrNameLst>
                                      </p:cBhvr>
                                      <p:tavLst>
                                        <p:tav tm="0">
                                          <p:val>
                                            <p:strVal val="#ppt_y"/>
                                          </p:val>
                                        </p:tav>
                                        <p:tav tm="100000">
                                          <p:val>
                                            <p:strVal val="#ppt_y"/>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7" presetClass="entr" presetSubtype="4" fill="hold" grpId="0" nodeType="clickEffect">
                                  <p:stCondLst>
                                    <p:cond delay="0"/>
                                  </p:stCondLst>
                                  <p:childTnLst>
                                    <p:set>
                                      <p:cBhvr>
                                        <p:cTn id="119" dur="1" fill="hold">
                                          <p:stCondLst>
                                            <p:cond delay="0"/>
                                          </p:stCondLst>
                                        </p:cTn>
                                        <p:tgtEl>
                                          <p:spTgt spid="30739"/>
                                        </p:tgtEl>
                                        <p:attrNameLst>
                                          <p:attrName>style.visibility</p:attrName>
                                        </p:attrNameLst>
                                      </p:cBhvr>
                                      <p:to>
                                        <p:strVal val="visible"/>
                                      </p:to>
                                    </p:set>
                                    <p:anim calcmode="lin" valueType="num">
                                      <p:cBhvr>
                                        <p:cTn id="120" dur="500" fill="hold"/>
                                        <p:tgtEl>
                                          <p:spTgt spid="30739"/>
                                        </p:tgtEl>
                                        <p:attrNameLst>
                                          <p:attrName>ppt_x</p:attrName>
                                        </p:attrNameLst>
                                      </p:cBhvr>
                                      <p:tavLst>
                                        <p:tav tm="0">
                                          <p:val>
                                            <p:strVal val="#ppt_x"/>
                                          </p:val>
                                        </p:tav>
                                        <p:tav tm="100000">
                                          <p:val>
                                            <p:strVal val="#ppt_x"/>
                                          </p:val>
                                        </p:tav>
                                      </p:tavLst>
                                    </p:anim>
                                    <p:anim calcmode="lin" valueType="num">
                                      <p:cBhvr>
                                        <p:cTn id="121" dur="500" fill="hold"/>
                                        <p:tgtEl>
                                          <p:spTgt spid="30739"/>
                                        </p:tgtEl>
                                        <p:attrNameLst>
                                          <p:attrName>ppt_y</p:attrName>
                                        </p:attrNameLst>
                                      </p:cBhvr>
                                      <p:tavLst>
                                        <p:tav tm="0">
                                          <p:val>
                                            <p:strVal val="#ppt_y+#ppt_h/2"/>
                                          </p:val>
                                        </p:tav>
                                        <p:tav tm="100000">
                                          <p:val>
                                            <p:strVal val="#ppt_y"/>
                                          </p:val>
                                        </p:tav>
                                      </p:tavLst>
                                    </p:anim>
                                    <p:anim calcmode="lin" valueType="num">
                                      <p:cBhvr>
                                        <p:cTn id="122" dur="500" fill="hold"/>
                                        <p:tgtEl>
                                          <p:spTgt spid="30739"/>
                                        </p:tgtEl>
                                        <p:attrNameLst>
                                          <p:attrName>ppt_w</p:attrName>
                                        </p:attrNameLst>
                                      </p:cBhvr>
                                      <p:tavLst>
                                        <p:tav tm="0">
                                          <p:val>
                                            <p:strVal val="#ppt_w"/>
                                          </p:val>
                                        </p:tav>
                                        <p:tav tm="100000">
                                          <p:val>
                                            <p:strVal val="#ppt_w"/>
                                          </p:val>
                                        </p:tav>
                                      </p:tavLst>
                                    </p:anim>
                                    <p:anim calcmode="lin" valueType="num">
                                      <p:cBhvr>
                                        <p:cTn id="123" dur="500" fill="hold"/>
                                        <p:tgtEl>
                                          <p:spTgt spid="30739"/>
                                        </p:tgtEl>
                                        <p:attrNameLst>
                                          <p:attrName>ppt_h</p:attrName>
                                        </p:attrNameLst>
                                      </p:cBhvr>
                                      <p:tavLst>
                                        <p:tav tm="0">
                                          <p:val>
                                            <p:fltVal val="0"/>
                                          </p:val>
                                        </p:tav>
                                        <p:tav tm="100000">
                                          <p:val>
                                            <p:strVal val="#ppt_h"/>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 presetClass="entr" presetSubtype="8" fill="hold" grpId="0" nodeType="clickEffect">
                                  <p:stCondLst>
                                    <p:cond delay="0"/>
                                  </p:stCondLst>
                                  <p:childTnLst>
                                    <p:set>
                                      <p:cBhvr>
                                        <p:cTn id="127" dur="1" fill="hold">
                                          <p:stCondLst>
                                            <p:cond delay="0"/>
                                          </p:stCondLst>
                                        </p:cTn>
                                        <p:tgtEl>
                                          <p:spTgt spid="30816"/>
                                        </p:tgtEl>
                                        <p:attrNameLst>
                                          <p:attrName>style.visibility</p:attrName>
                                        </p:attrNameLst>
                                      </p:cBhvr>
                                      <p:to>
                                        <p:strVal val="visible"/>
                                      </p:to>
                                    </p:set>
                                    <p:anim calcmode="lin" valueType="num">
                                      <p:cBhvr additive="base">
                                        <p:cTn id="128" dur="500" fill="hold"/>
                                        <p:tgtEl>
                                          <p:spTgt spid="30816"/>
                                        </p:tgtEl>
                                        <p:attrNameLst>
                                          <p:attrName>ppt_x</p:attrName>
                                        </p:attrNameLst>
                                      </p:cBhvr>
                                      <p:tavLst>
                                        <p:tav tm="0">
                                          <p:val>
                                            <p:strVal val="0-#ppt_w/2"/>
                                          </p:val>
                                        </p:tav>
                                        <p:tav tm="100000">
                                          <p:val>
                                            <p:strVal val="#ppt_x"/>
                                          </p:val>
                                        </p:tav>
                                      </p:tavLst>
                                    </p:anim>
                                    <p:anim calcmode="lin" valueType="num">
                                      <p:cBhvr additive="base">
                                        <p:cTn id="129" dur="500" fill="hold"/>
                                        <p:tgtEl>
                                          <p:spTgt spid="30816"/>
                                        </p:tgtEl>
                                        <p:attrNameLst>
                                          <p:attrName>ppt_y</p:attrName>
                                        </p:attrNameLst>
                                      </p:cBhvr>
                                      <p:tavLst>
                                        <p:tav tm="0">
                                          <p:val>
                                            <p:strVal val="#ppt_y"/>
                                          </p:val>
                                        </p:tav>
                                        <p:tav tm="100000">
                                          <p:val>
                                            <p:strVal val="#ppt_y"/>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 presetClass="entr" presetSubtype="1" fill="hold" nodeType="clickEffect">
                                  <p:stCondLst>
                                    <p:cond delay="0"/>
                                  </p:stCondLst>
                                  <p:childTnLst>
                                    <p:set>
                                      <p:cBhvr>
                                        <p:cTn id="133" dur="1" fill="hold">
                                          <p:stCondLst>
                                            <p:cond delay="0"/>
                                          </p:stCondLst>
                                        </p:cTn>
                                        <p:tgtEl>
                                          <p:spTgt spid="30732"/>
                                        </p:tgtEl>
                                        <p:attrNameLst>
                                          <p:attrName>style.visibility</p:attrName>
                                        </p:attrNameLst>
                                      </p:cBhvr>
                                      <p:to>
                                        <p:strVal val="visible"/>
                                      </p:to>
                                    </p:set>
                                    <p:anim calcmode="lin" valueType="num">
                                      <p:cBhvr additive="base">
                                        <p:cTn id="134" dur="500" fill="hold"/>
                                        <p:tgtEl>
                                          <p:spTgt spid="30732"/>
                                        </p:tgtEl>
                                        <p:attrNameLst>
                                          <p:attrName>ppt_x</p:attrName>
                                        </p:attrNameLst>
                                      </p:cBhvr>
                                      <p:tavLst>
                                        <p:tav tm="0">
                                          <p:val>
                                            <p:strVal val="#ppt_x"/>
                                          </p:val>
                                        </p:tav>
                                        <p:tav tm="100000">
                                          <p:val>
                                            <p:strVal val="#ppt_x"/>
                                          </p:val>
                                        </p:tav>
                                      </p:tavLst>
                                    </p:anim>
                                    <p:anim calcmode="lin" valueType="num">
                                      <p:cBhvr additive="base">
                                        <p:cTn id="135" dur="500" fill="hold"/>
                                        <p:tgtEl>
                                          <p:spTgt spid="30732"/>
                                        </p:tgtEl>
                                        <p:attrNameLst>
                                          <p:attrName>ppt_y</p:attrName>
                                        </p:attrNameLst>
                                      </p:cBhvr>
                                      <p:tavLst>
                                        <p:tav tm="0">
                                          <p:val>
                                            <p:strVal val="0-#ppt_h/2"/>
                                          </p:val>
                                        </p:tav>
                                        <p:tav tm="100000">
                                          <p:val>
                                            <p:strVal val="#ppt_y"/>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 presetClass="entr" presetSubtype="1" fill="hold" nodeType="clickEffect">
                                  <p:stCondLst>
                                    <p:cond delay="0"/>
                                  </p:stCondLst>
                                  <p:childTnLst>
                                    <p:set>
                                      <p:cBhvr>
                                        <p:cTn id="139" dur="1" fill="hold">
                                          <p:stCondLst>
                                            <p:cond delay="0"/>
                                          </p:stCondLst>
                                        </p:cTn>
                                        <p:tgtEl>
                                          <p:spTgt spid="30798"/>
                                        </p:tgtEl>
                                        <p:attrNameLst>
                                          <p:attrName>style.visibility</p:attrName>
                                        </p:attrNameLst>
                                      </p:cBhvr>
                                      <p:to>
                                        <p:strVal val="visible"/>
                                      </p:to>
                                    </p:set>
                                    <p:anim calcmode="lin" valueType="num">
                                      <p:cBhvr additive="base">
                                        <p:cTn id="140" dur="500" fill="hold"/>
                                        <p:tgtEl>
                                          <p:spTgt spid="30798"/>
                                        </p:tgtEl>
                                        <p:attrNameLst>
                                          <p:attrName>ppt_x</p:attrName>
                                        </p:attrNameLst>
                                      </p:cBhvr>
                                      <p:tavLst>
                                        <p:tav tm="0">
                                          <p:val>
                                            <p:strVal val="#ppt_x"/>
                                          </p:val>
                                        </p:tav>
                                        <p:tav tm="100000">
                                          <p:val>
                                            <p:strVal val="#ppt_x"/>
                                          </p:val>
                                        </p:tav>
                                      </p:tavLst>
                                    </p:anim>
                                    <p:anim calcmode="lin" valueType="num">
                                      <p:cBhvr additive="base">
                                        <p:cTn id="141" dur="500" fill="hold"/>
                                        <p:tgtEl>
                                          <p:spTgt spid="30798"/>
                                        </p:tgtEl>
                                        <p:attrNameLst>
                                          <p:attrName>ppt_y</p:attrName>
                                        </p:attrNameLst>
                                      </p:cBhvr>
                                      <p:tavLst>
                                        <p:tav tm="0">
                                          <p:val>
                                            <p:strVal val="0-#ppt_h/2"/>
                                          </p:val>
                                        </p:tav>
                                        <p:tav tm="100000">
                                          <p:val>
                                            <p:strVal val="#ppt_y"/>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7" presetClass="entr" presetSubtype="1" fill="hold" grpId="0" nodeType="clickEffect">
                                  <p:stCondLst>
                                    <p:cond delay="0"/>
                                  </p:stCondLst>
                                  <p:childTnLst>
                                    <p:set>
                                      <p:cBhvr>
                                        <p:cTn id="145" dur="1" fill="hold">
                                          <p:stCondLst>
                                            <p:cond delay="0"/>
                                          </p:stCondLst>
                                        </p:cTn>
                                        <p:tgtEl>
                                          <p:spTgt spid="30740"/>
                                        </p:tgtEl>
                                        <p:attrNameLst>
                                          <p:attrName>style.visibility</p:attrName>
                                        </p:attrNameLst>
                                      </p:cBhvr>
                                      <p:to>
                                        <p:strVal val="visible"/>
                                      </p:to>
                                    </p:set>
                                    <p:anim calcmode="lin" valueType="num">
                                      <p:cBhvr>
                                        <p:cTn id="146" dur="500" fill="hold"/>
                                        <p:tgtEl>
                                          <p:spTgt spid="30740"/>
                                        </p:tgtEl>
                                        <p:attrNameLst>
                                          <p:attrName>ppt_x</p:attrName>
                                        </p:attrNameLst>
                                      </p:cBhvr>
                                      <p:tavLst>
                                        <p:tav tm="0">
                                          <p:val>
                                            <p:strVal val="#ppt_x"/>
                                          </p:val>
                                        </p:tav>
                                        <p:tav tm="100000">
                                          <p:val>
                                            <p:strVal val="#ppt_x"/>
                                          </p:val>
                                        </p:tav>
                                      </p:tavLst>
                                    </p:anim>
                                    <p:anim calcmode="lin" valueType="num">
                                      <p:cBhvr>
                                        <p:cTn id="147" dur="500" fill="hold"/>
                                        <p:tgtEl>
                                          <p:spTgt spid="30740"/>
                                        </p:tgtEl>
                                        <p:attrNameLst>
                                          <p:attrName>ppt_y</p:attrName>
                                        </p:attrNameLst>
                                      </p:cBhvr>
                                      <p:tavLst>
                                        <p:tav tm="0">
                                          <p:val>
                                            <p:strVal val="#ppt_y-#ppt_h/2"/>
                                          </p:val>
                                        </p:tav>
                                        <p:tav tm="100000">
                                          <p:val>
                                            <p:strVal val="#ppt_y"/>
                                          </p:val>
                                        </p:tav>
                                      </p:tavLst>
                                    </p:anim>
                                    <p:anim calcmode="lin" valueType="num">
                                      <p:cBhvr>
                                        <p:cTn id="148" dur="500" fill="hold"/>
                                        <p:tgtEl>
                                          <p:spTgt spid="30740"/>
                                        </p:tgtEl>
                                        <p:attrNameLst>
                                          <p:attrName>ppt_w</p:attrName>
                                        </p:attrNameLst>
                                      </p:cBhvr>
                                      <p:tavLst>
                                        <p:tav tm="0">
                                          <p:val>
                                            <p:strVal val="#ppt_w"/>
                                          </p:val>
                                        </p:tav>
                                        <p:tav tm="100000">
                                          <p:val>
                                            <p:strVal val="#ppt_w"/>
                                          </p:val>
                                        </p:tav>
                                      </p:tavLst>
                                    </p:anim>
                                    <p:anim calcmode="lin" valueType="num">
                                      <p:cBhvr>
                                        <p:cTn id="149" dur="500" fill="hold"/>
                                        <p:tgtEl>
                                          <p:spTgt spid="30740"/>
                                        </p:tgtEl>
                                        <p:attrNameLst>
                                          <p:attrName>ppt_h</p:attrName>
                                        </p:attrNameLst>
                                      </p:cBhvr>
                                      <p:tavLst>
                                        <p:tav tm="0">
                                          <p:val>
                                            <p:fltVal val="0"/>
                                          </p:val>
                                        </p:tav>
                                        <p:tav tm="100000">
                                          <p:val>
                                            <p:strVal val="#ppt_h"/>
                                          </p:val>
                                        </p:tav>
                                      </p:tavLst>
                                    </p:anim>
                                  </p:childTnLst>
                                </p:cTn>
                              </p:par>
                            </p:childTnLst>
                          </p:cTn>
                        </p:par>
                      </p:childTnLst>
                    </p:cTn>
                  </p:par>
                  <p:par>
                    <p:cTn id="150" fill="hold" nodeType="clickPar">
                      <p:stCondLst>
                        <p:cond delay="indefinite"/>
                      </p:stCondLst>
                      <p:childTnLst>
                        <p:par>
                          <p:cTn id="151" fill="hold" nodeType="withGroup">
                            <p:stCondLst>
                              <p:cond delay="0"/>
                            </p:stCondLst>
                            <p:childTnLst>
                              <p:par>
                                <p:cTn id="152" presetID="17" presetClass="entr" presetSubtype="1" fill="hold" grpId="0" nodeType="clickEffect">
                                  <p:stCondLst>
                                    <p:cond delay="0"/>
                                  </p:stCondLst>
                                  <p:childTnLst>
                                    <p:set>
                                      <p:cBhvr>
                                        <p:cTn id="153" dur="1" fill="hold">
                                          <p:stCondLst>
                                            <p:cond delay="0"/>
                                          </p:stCondLst>
                                        </p:cTn>
                                        <p:tgtEl>
                                          <p:spTgt spid="30741"/>
                                        </p:tgtEl>
                                        <p:attrNameLst>
                                          <p:attrName>style.visibility</p:attrName>
                                        </p:attrNameLst>
                                      </p:cBhvr>
                                      <p:to>
                                        <p:strVal val="visible"/>
                                      </p:to>
                                    </p:set>
                                    <p:anim calcmode="lin" valueType="num">
                                      <p:cBhvr>
                                        <p:cTn id="154" dur="500" fill="hold"/>
                                        <p:tgtEl>
                                          <p:spTgt spid="30741"/>
                                        </p:tgtEl>
                                        <p:attrNameLst>
                                          <p:attrName>ppt_x</p:attrName>
                                        </p:attrNameLst>
                                      </p:cBhvr>
                                      <p:tavLst>
                                        <p:tav tm="0">
                                          <p:val>
                                            <p:strVal val="#ppt_x"/>
                                          </p:val>
                                        </p:tav>
                                        <p:tav tm="100000">
                                          <p:val>
                                            <p:strVal val="#ppt_x"/>
                                          </p:val>
                                        </p:tav>
                                      </p:tavLst>
                                    </p:anim>
                                    <p:anim calcmode="lin" valueType="num">
                                      <p:cBhvr>
                                        <p:cTn id="155" dur="500" fill="hold"/>
                                        <p:tgtEl>
                                          <p:spTgt spid="30741"/>
                                        </p:tgtEl>
                                        <p:attrNameLst>
                                          <p:attrName>ppt_y</p:attrName>
                                        </p:attrNameLst>
                                      </p:cBhvr>
                                      <p:tavLst>
                                        <p:tav tm="0">
                                          <p:val>
                                            <p:strVal val="#ppt_y-#ppt_h/2"/>
                                          </p:val>
                                        </p:tav>
                                        <p:tav tm="100000">
                                          <p:val>
                                            <p:strVal val="#ppt_y"/>
                                          </p:val>
                                        </p:tav>
                                      </p:tavLst>
                                    </p:anim>
                                    <p:anim calcmode="lin" valueType="num">
                                      <p:cBhvr>
                                        <p:cTn id="156" dur="500" fill="hold"/>
                                        <p:tgtEl>
                                          <p:spTgt spid="30741"/>
                                        </p:tgtEl>
                                        <p:attrNameLst>
                                          <p:attrName>ppt_w</p:attrName>
                                        </p:attrNameLst>
                                      </p:cBhvr>
                                      <p:tavLst>
                                        <p:tav tm="0">
                                          <p:val>
                                            <p:strVal val="#ppt_w"/>
                                          </p:val>
                                        </p:tav>
                                        <p:tav tm="100000">
                                          <p:val>
                                            <p:strVal val="#ppt_w"/>
                                          </p:val>
                                        </p:tav>
                                      </p:tavLst>
                                    </p:anim>
                                    <p:anim calcmode="lin" valueType="num">
                                      <p:cBhvr>
                                        <p:cTn id="157" dur="500" fill="hold"/>
                                        <p:tgtEl>
                                          <p:spTgt spid="30741"/>
                                        </p:tgtEl>
                                        <p:attrNameLst>
                                          <p:attrName>ppt_h</p:attrName>
                                        </p:attrNameLst>
                                      </p:cBhvr>
                                      <p:tavLst>
                                        <p:tav tm="0">
                                          <p:val>
                                            <p:fltVal val="0"/>
                                          </p:val>
                                        </p:tav>
                                        <p:tav tm="100000">
                                          <p:val>
                                            <p:strVal val="#ppt_h"/>
                                          </p:val>
                                        </p:tav>
                                      </p:tavLst>
                                    </p:anim>
                                  </p:childTnLst>
                                </p:cTn>
                              </p:par>
                            </p:childTnLst>
                          </p:cTn>
                        </p:par>
                      </p:childTnLst>
                    </p:cTn>
                  </p:par>
                  <p:par>
                    <p:cTn id="158" fill="hold" nodeType="clickPar">
                      <p:stCondLst>
                        <p:cond delay="indefinite"/>
                      </p:stCondLst>
                      <p:childTnLst>
                        <p:par>
                          <p:cTn id="159" fill="hold" nodeType="withGroup">
                            <p:stCondLst>
                              <p:cond delay="0"/>
                            </p:stCondLst>
                            <p:childTnLst>
                              <p:par>
                                <p:cTn id="160" presetID="17" presetClass="entr" presetSubtype="1" fill="hold" grpId="0" nodeType="clickEffect">
                                  <p:stCondLst>
                                    <p:cond delay="0"/>
                                  </p:stCondLst>
                                  <p:childTnLst>
                                    <p:set>
                                      <p:cBhvr>
                                        <p:cTn id="161" dur="1" fill="hold">
                                          <p:stCondLst>
                                            <p:cond delay="0"/>
                                          </p:stCondLst>
                                        </p:cTn>
                                        <p:tgtEl>
                                          <p:spTgt spid="30742"/>
                                        </p:tgtEl>
                                        <p:attrNameLst>
                                          <p:attrName>style.visibility</p:attrName>
                                        </p:attrNameLst>
                                      </p:cBhvr>
                                      <p:to>
                                        <p:strVal val="visible"/>
                                      </p:to>
                                    </p:set>
                                    <p:anim calcmode="lin" valueType="num">
                                      <p:cBhvr>
                                        <p:cTn id="162" dur="500" fill="hold"/>
                                        <p:tgtEl>
                                          <p:spTgt spid="30742"/>
                                        </p:tgtEl>
                                        <p:attrNameLst>
                                          <p:attrName>ppt_x</p:attrName>
                                        </p:attrNameLst>
                                      </p:cBhvr>
                                      <p:tavLst>
                                        <p:tav tm="0">
                                          <p:val>
                                            <p:strVal val="#ppt_x"/>
                                          </p:val>
                                        </p:tav>
                                        <p:tav tm="100000">
                                          <p:val>
                                            <p:strVal val="#ppt_x"/>
                                          </p:val>
                                        </p:tav>
                                      </p:tavLst>
                                    </p:anim>
                                    <p:anim calcmode="lin" valueType="num">
                                      <p:cBhvr>
                                        <p:cTn id="163" dur="500" fill="hold"/>
                                        <p:tgtEl>
                                          <p:spTgt spid="30742"/>
                                        </p:tgtEl>
                                        <p:attrNameLst>
                                          <p:attrName>ppt_y</p:attrName>
                                        </p:attrNameLst>
                                      </p:cBhvr>
                                      <p:tavLst>
                                        <p:tav tm="0">
                                          <p:val>
                                            <p:strVal val="#ppt_y-#ppt_h/2"/>
                                          </p:val>
                                        </p:tav>
                                        <p:tav tm="100000">
                                          <p:val>
                                            <p:strVal val="#ppt_y"/>
                                          </p:val>
                                        </p:tav>
                                      </p:tavLst>
                                    </p:anim>
                                    <p:anim calcmode="lin" valueType="num">
                                      <p:cBhvr>
                                        <p:cTn id="164" dur="500" fill="hold"/>
                                        <p:tgtEl>
                                          <p:spTgt spid="30742"/>
                                        </p:tgtEl>
                                        <p:attrNameLst>
                                          <p:attrName>ppt_w</p:attrName>
                                        </p:attrNameLst>
                                      </p:cBhvr>
                                      <p:tavLst>
                                        <p:tav tm="0">
                                          <p:val>
                                            <p:strVal val="#ppt_w"/>
                                          </p:val>
                                        </p:tav>
                                        <p:tav tm="100000">
                                          <p:val>
                                            <p:strVal val="#ppt_w"/>
                                          </p:val>
                                        </p:tav>
                                      </p:tavLst>
                                    </p:anim>
                                    <p:anim calcmode="lin" valueType="num">
                                      <p:cBhvr>
                                        <p:cTn id="165" dur="500" fill="hold"/>
                                        <p:tgtEl>
                                          <p:spTgt spid="30742"/>
                                        </p:tgtEl>
                                        <p:attrNameLst>
                                          <p:attrName>ppt_h</p:attrName>
                                        </p:attrNameLst>
                                      </p:cBhvr>
                                      <p:tavLst>
                                        <p:tav tm="0">
                                          <p:val>
                                            <p:fltVal val="0"/>
                                          </p:val>
                                        </p:tav>
                                        <p:tav tm="100000">
                                          <p:val>
                                            <p:strVal val="#ppt_h"/>
                                          </p:val>
                                        </p:tav>
                                      </p:tavLst>
                                    </p:anim>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7" presetClass="entr" presetSubtype="1" fill="hold" grpId="0" nodeType="clickEffect">
                                  <p:stCondLst>
                                    <p:cond delay="0"/>
                                  </p:stCondLst>
                                  <p:childTnLst>
                                    <p:set>
                                      <p:cBhvr>
                                        <p:cTn id="169" dur="1" fill="hold">
                                          <p:stCondLst>
                                            <p:cond delay="0"/>
                                          </p:stCondLst>
                                        </p:cTn>
                                        <p:tgtEl>
                                          <p:spTgt spid="30743"/>
                                        </p:tgtEl>
                                        <p:attrNameLst>
                                          <p:attrName>style.visibility</p:attrName>
                                        </p:attrNameLst>
                                      </p:cBhvr>
                                      <p:to>
                                        <p:strVal val="visible"/>
                                      </p:to>
                                    </p:set>
                                    <p:anim calcmode="lin" valueType="num">
                                      <p:cBhvr>
                                        <p:cTn id="170" dur="500" fill="hold"/>
                                        <p:tgtEl>
                                          <p:spTgt spid="30743"/>
                                        </p:tgtEl>
                                        <p:attrNameLst>
                                          <p:attrName>ppt_x</p:attrName>
                                        </p:attrNameLst>
                                      </p:cBhvr>
                                      <p:tavLst>
                                        <p:tav tm="0">
                                          <p:val>
                                            <p:strVal val="#ppt_x"/>
                                          </p:val>
                                        </p:tav>
                                        <p:tav tm="100000">
                                          <p:val>
                                            <p:strVal val="#ppt_x"/>
                                          </p:val>
                                        </p:tav>
                                      </p:tavLst>
                                    </p:anim>
                                    <p:anim calcmode="lin" valueType="num">
                                      <p:cBhvr>
                                        <p:cTn id="171" dur="500" fill="hold"/>
                                        <p:tgtEl>
                                          <p:spTgt spid="30743"/>
                                        </p:tgtEl>
                                        <p:attrNameLst>
                                          <p:attrName>ppt_y</p:attrName>
                                        </p:attrNameLst>
                                      </p:cBhvr>
                                      <p:tavLst>
                                        <p:tav tm="0">
                                          <p:val>
                                            <p:strVal val="#ppt_y-#ppt_h/2"/>
                                          </p:val>
                                        </p:tav>
                                        <p:tav tm="100000">
                                          <p:val>
                                            <p:strVal val="#ppt_y"/>
                                          </p:val>
                                        </p:tav>
                                      </p:tavLst>
                                    </p:anim>
                                    <p:anim calcmode="lin" valueType="num">
                                      <p:cBhvr>
                                        <p:cTn id="172" dur="500" fill="hold"/>
                                        <p:tgtEl>
                                          <p:spTgt spid="30743"/>
                                        </p:tgtEl>
                                        <p:attrNameLst>
                                          <p:attrName>ppt_w</p:attrName>
                                        </p:attrNameLst>
                                      </p:cBhvr>
                                      <p:tavLst>
                                        <p:tav tm="0">
                                          <p:val>
                                            <p:strVal val="#ppt_w"/>
                                          </p:val>
                                        </p:tav>
                                        <p:tav tm="100000">
                                          <p:val>
                                            <p:strVal val="#ppt_w"/>
                                          </p:val>
                                        </p:tav>
                                      </p:tavLst>
                                    </p:anim>
                                    <p:anim calcmode="lin" valueType="num">
                                      <p:cBhvr>
                                        <p:cTn id="173" dur="500" fill="hold"/>
                                        <p:tgtEl>
                                          <p:spTgt spid="30743"/>
                                        </p:tgtEl>
                                        <p:attrNameLst>
                                          <p:attrName>ppt_h</p:attrName>
                                        </p:attrNameLst>
                                      </p:cBhvr>
                                      <p:tavLst>
                                        <p:tav tm="0">
                                          <p:val>
                                            <p:fltVal val="0"/>
                                          </p:val>
                                        </p:tav>
                                        <p:tav tm="100000">
                                          <p:val>
                                            <p:strVal val="#ppt_h"/>
                                          </p:val>
                                        </p:tav>
                                      </p:tavLst>
                                    </p:anim>
                                  </p:childTnLst>
                                </p:cTn>
                              </p:par>
                            </p:childTnLst>
                          </p:cTn>
                        </p:par>
                      </p:childTnLst>
                    </p:cTn>
                  </p:par>
                  <p:par>
                    <p:cTn id="174" fill="hold" nodeType="clickPar">
                      <p:stCondLst>
                        <p:cond delay="indefinite"/>
                      </p:stCondLst>
                      <p:childTnLst>
                        <p:par>
                          <p:cTn id="175" fill="hold" nodeType="withGroup">
                            <p:stCondLst>
                              <p:cond delay="0"/>
                            </p:stCondLst>
                            <p:childTnLst>
                              <p:par>
                                <p:cTn id="176" presetID="17" presetClass="entr" presetSubtype="1" fill="hold" grpId="0" nodeType="clickEffect">
                                  <p:stCondLst>
                                    <p:cond delay="0"/>
                                  </p:stCondLst>
                                  <p:childTnLst>
                                    <p:set>
                                      <p:cBhvr>
                                        <p:cTn id="177" dur="1" fill="hold">
                                          <p:stCondLst>
                                            <p:cond delay="0"/>
                                          </p:stCondLst>
                                        </p:cTn>
                                        <p:tgtEl>
                                          <p:spTgt spid="30744"/>
                                        </p:tgtEl>
                                        <p:attrNameLst>
                                          <p:attrName>style.visibility</p:attrName>
                                        </p:attrNameLst>
                                      </p:cBhvr>
                                      <p:to>
                                        <p:strVal val="visible"/>
                                      </p:to>
                                    </p:set>
                                    <p:anim calcmode="lin" valueType="num">
                                      <p:cBhvr>
                                        <p:cTn id="178" dur="500" fill="hold"/>
                                        <p:tgtEl>
                                          <p:spTgt spid="30744"/>
                                        </p:tgtEl>
                                        <p:attrNameLst>
                                          <p:attrName>ppt_x</p:attrName>
                                        </p:attrNameLst>
                                      </p:cBhvr>
                                      <p:tavLst>
                                        <p:tav tm="0">
                                          <p:val>
                                            <p:strVal val="#ppt_x"/>
                                          </p:val>
                                        </p:tav>
                                        <p:tav tm="100000">
                                          <p:val>
                                            <p:strVal val="#ppt_x"/>
                                          </p:val>
                                        </p:tav>
                                      </p:tavLst>
                                    </p:anim>
                                    <p:anim calcmode="lin" valueType="num">
                                      <p:cBhvr>
                                        <p:cTn id="179" dur="500" fill="hold"/>
                                        <p:tgtEl>
                                          <p:spTgt spid="30744"/>
                                        </p:tgtEl>
                                        <p:attrNameLst>
                                          <p:attrName>ppt_y</p:attrName>
                                        </p:attrNameLst>
                                      </p:cBhvr>
                                      <p:tavLst>
                                        <p:tav tm="0">
                                          <p:val>
                                            <p:strVal val="#ppt_y-#ppt_h/2"/>
                                          </p:val>
                                        </p:tav>
                                        <p:tav tm="100000">
                                          <p:val>
                                            <p:strVal val="#ppt_y"/>
                                          </p:val>
                                        </p:tav>
                                      </p:tavLst>
                                    </p:anim>
                                    <p:anim calcmode="lin" valueType="num">
                                      <p:cBhvr>
                                        <p:cTn id="180" dur="500" fill="hold"/>
                                        <p:tgtEl>
                                          <p:spTgt spid="30744"/>
                                        </p:tgtEl>
                                        <p:attrNameLst>
                                          <p:attrName>ppt_w</p:attrName>
                                        </p:attrNameLst>
                                      </p:cBhvr>
                                      <p:tavLst>
                                        <p:tav tm="0">
                                          <p:val>
                                            <p:strVal val="#ppt_w"/>
                                          </p:val>
                                        </p:tav>
                                        <p:tav tm="100000">
                                          <p:val>
                                            <p:strVal val="#ppt_w"/>
                                          </p:val>
                                        </p:tav>
                                      </p:tavLst>
                                    </p:anim>
                                    <p:anim calcmode="lin" valueType="num">
                                      <p:cBhvr>
                                        <p:cTn id="181" dur="500" fill="hold"/>
                                        <p:tgtEl>
                                          <p:spTgt spid="30744"/>
                                        </p:tgtEl>
                                        <p:attrNameLst>
                                          <p:attrName>ppt_h</p:attrName>
                                        </p:attrNameLst>
                                      </p:cBhvr>
                                      <p:tavLst>
                                        <p:tav tm="0">
                                          <p:val>
                                            <p:fltVal val="0"/>
                                          </p:val>
                                        </p:tav>
                                        <p:tav tm="100000">
                                          <p:val>
                                            <p:strVal val="#ppt_h"/>
                                          </p:val>
                                        </p:tav>
                                      </p:tavLst>
                                    </p:anim>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 presetClass="entr" presetSubtype="8" fill="hold" grpId="0" nodeType="clickEffect">
                                  <p:stCondLst>
                                    <p:cond delay="0"/>
                                  </p:stCondLst>
                                  <p:childTnLst>
                                    <p:set>
                                      <p:cBhvr>
                                        <p:cTn id="185" dur="1" fill="hold">
                                          <p:stCondLst>
                                            <p:cond delay="0"/>
                                          </p:stCondLst>
                                        </p:cTn>
                                        <p:tgtEl>
                                          <p:spTgt spid="30745"/>
                                        </p:tgtEl>
                                        <p:attrNameLst>
                                          <p:attrName>style.visibility</p:attrName>
                                        </p:attrNameLst>
                                      </p:cBhvr>
                                      <p:to>
                                        <p:strVal val="visible"/>
                                      </p:to>
                                    </p:set>
                                    <p:anim calcmode="lin" valueType="num">
                                      <p:cBhvr additive="base">
                                        <p:cTn id="186" dur="500" fill="hold"/>
                                        <p:tgtEl>
                                          <p:spTgt spid="30745"/>
                                        </p:tgtEl>
                                        <p:attrNameLst>
                                          <p:attrName>ppt_x</p:attrName>
                                        </p:attrNameLst>
                                      </p:cBhvr>
                                      <p:tavLst>
                                        <p:tav tm="0">
                                          <p:val>
                                            <p:strVal val="0-#ppt_w/2"/>
                                          </p:val>
                                        </p:tav>
                                        <p:tav tm="100000">
                                          <p:val>
                                            <p:strVal val="#ppt_x"/>
                                          </p:val>
                                        </p:tav>
                                      </p:tavLst>
                                    </p:anim>
                                    <p:anim calcmode="lin" valueType="num">
                                      <p:cBhvr additive="base">
                                        <p:cTn id="187" dur="500" fill="hold"/>
                                        <p:tgtEl>
                                          <p:spTgt spid="30745"/>
                                        </p:tgtEl>
                                        <p:attrNameLst>
                                          <p:attrName>ppt_y</p:attrName>
                                        </p:attrNameLst>
                                      </p:cBhvr>
                                      <p:tavLst>
                                        <p:tav tm="0">
                                          <p:val>
                                            <p:strVal val="#ppt_y"/>
                                          </p:val>
                                        </p:tav>
                                        <p:tav tm="100000">
                                          <p:val>
                                            <p:strVal val="#ppt_y"/>
                                          </p:val>
                                        </p:tav>
                                      </p:tavLst>
                                    </p:anim>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 presetClass="entr" presetSubtype="8" fill="hold" grpId="0" nodeType="clickEffect">
                                  <p:stCondLst>
                                    <p:cond delay="0"/>
                                  </p:stCondLst>
                                  <p:childTnLst>
                                    <p:set>
                                      <p:cBhvr>
                                        <p:cTn id="191" dur="1" fill="hold">
                                          <p:stCondLst>
                                            <p:cond delay="0"/>
                                          </p:stCondLst>
                                        </p:cTn>
                                        <p:tgtEl>
                                          <p:spTgt spid="30746"/>
                                        </p:tgtEl>
                                        <p:attrNameLst>
                                          <p:attrName>style.visibility</p:attrName>
                                        </p:attrNameLst>
                                      </p:cBhvr>
                                      <p:to>
                                        <p:strVal val="visible"/>
                                      </p:to>
                                    </p:set>
                                    <p:anim calcmode="lin" valueType="num">
                                      <p:cBhvr additive="base">
                                        <p:cTn id="192" dur="500" fill="hold"/>
                                        <p:tgtEl>
                                          <p:spTgt spid="30746"/>
                                        </p:tgtEl>
                                        <p:attrNameLst>
                                          <p:attrName>ppt_x</p:attrName>
                                        </p:attrNameLst>
                                      </p:cBhvr>
                                      <p:tavLst>
                                        <p:tav tm="0">
                                          <p:val>
                                            <p:strVal val="0-#ppt_w/2"/>
                                          </p:val>
                                        </p:tav>
                                        <p:tav tm="100000">
                                          <p:val>
                                            <p:strVal val="#ppt_x"/>
                                          </p:val>
                                        </p:tav>
                                      </p:tavLst>
                                    </p:anim>
                                    <p:anim calcmode="lin" valueType="num">
                                      <p:cBhvr additive="base">
                                        <p:cTn id="193" dur="500" fill="hold"/>
                                        <p:tgtEl>
                                          <p:spTgt spid="30746"/>
                                        </p:tgtEl>
                                        <p:attrNameLst>
                                          <p:attrName>ppt_y</p:attrName>
                                        </p:attrNameLst>
                                      </p:cBhvr>
                                      <p:tavLst>
                                        <p:tav tm="0">
                                          <p:val>
                                            <p:strVal val="#ppt_y"/>
                                          </p:val>
                                        </p:tav>
                                        <p:tav tm="100000">
                                          <p:val>
                                            <p:strVal val="#ppt_y"/>
                                          </p:val>
                                        </p:tav>
                                      </p:tavLst>
                                    </p:anim>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 presetClass="entr" presetSubtype="8" fill="hold" grpId="0" nodeType="clickEffect">
                                  <p:stCondLst>
                                    <p:cond delay="0"/>
                                  </p:stCondLst>
                                  <p:childTnLst>
                                    <p:set>
                                      <p:cBhvr>
                                        <p:cTn id="197" dur="1" fill="hold">
                                          <p:stCondLst>
                                            <p:cond delay="0"/>
                                          </p:stCondLst>
                                        </p:cTn>
                                        <p:tgtEl>
                                          <p:spTgt spid="30747"/>
                                        </p:tgtEl>
                                        <p:attrNameLst>
                                          <p:attrName>style.visibility</p:attrName>
                                        </p:attrNameLst>
                                      </p:cBhvr>
                                      <p:to>
                                        <p:strVal val="visible"/>
                                      </p:to>
                                    </p:set>
                                    <p:anim calcmode="lin" valueType="num">
                                      <p:cBhvr additive="base">
                                        <p:cTn id="198" dur="500" fill="hold"/>
                                        <p:tgtEl>
                                          <p:spTgt spid="30747"/>
                                        </p:tgtEl>
                                        <p:attrNameLst>
                                          <p:attrName>ppt_x</p:attrName>
                                        </p:attrNameLst>
                                      </p:cBhvr>
                                      <p:tavLst>
                                        <p:tav tm="0">
                                          <p:val>
                                            <p:strVal val="0-#ppt_w/2"/>
                                          </p:val>
                                        </p:tav>
                                        <p:tav tm="100000">
                                          <p:val>
                                            <p:strVal val="#ppt_x"/>
                                          </p:val>
                                        </p:tav>
                                      </p:tavLst>
                                    </p:anim>
                                    <p:anim calcmode="lin" valueType="num">
                                      <p:cBhvr additive="base">
                                        <p:cTn id="199" dur="500" fill="hold"/>
                                        <p:tgtEl>
                                          <p:spTgt spid="30747"/>
                                        </p:tgtEl>
                                        <p:attrNameLst>
                                          <p:attrName>ppt_y</p:attrName>
                                        </p:attrNameLst>
                                      </p:cBhvr>
                                      <p:tavLst>
                                        <p:tav tm="0">
                                          <p:val>
                                            <p:strVal val="#ppt_y"/>
                                          </p:val>
                                        </p:tav>
                                        <p:tav tm="100000">
                                          <p:val>
                                            <p:strVal val="#ppt_y"/>
                                          </p:val>
                                        </p:tav>
                                      </p:tavLst>
                                    </p:anim>
                                  </p:childTnLst>
                                </p:cTn>
                              </p:par>
                            </p:childTnLst>
                          </p:cTn>
                        </p:par>
                      </p:childTnLst>
                    </p:cTn>
                  </p:par>
                  <p:par>
                    <p:cTn id="200" fill="hold" nodeType="clickPar">
                      <p:stCondLst>
                        <p:cond delay="indefinite"/>
                      </p:stCondLst>
                      <p:childTnLst>
                        <p:par>
                          <p:cTn id="201" fill="hold" nodeType="withGroup">
                            <p:stCondLst>
                              <p:cond delay="0"/>
                            </p:stCondLst>
                            <p:childTnLst>
                              <p:par>
                                <p:cTn id="202" presetID="17" presetClass="entr" presetSubtype="10" fill="hold" grpId="0" nodeType="clickEffect">
                                  <p:stCondLst>
                                    <p:cond delay="0"/>
                                  </p:stCondLst>
                                  <p:childTnLst>
                                    <p:set>
                                      <p:cBhvr>
                                        <p:cTn id="203" dur="1" fill="hold">
                                          <p:stCondLst>
                                            <p:cond delay="0"/>
                                          </p:stCondLst>
                                        </p:cTn>
                                        <p:tgtEl>
                                          <p:spTgt spid="30818"/>
                                        </p:tgtEl>
                                        <p:attrNameLst>
                                          <p:attrName>style.visibility</p:attrName>
                                        </p:attrNameLst>
                                      </p:cBhvr>
                                      <p:to>
                                        <p:strVal val="visible"/>
                                      </p:to>
                                    </p:set>
                                    <p:anim calcmode="lin" valueType="num">
                                      <p:cBhvr>
                                        <p:cTn id="204" dur="500" fill="hold"/>
                                        <p:tgtEl>
                                          <p:spTgt spid="30818"/>
                                        </p:tgtEl>
                                        <p:attrNameLst>
                                          <p:attrName>ppt_w</p:attrName>
                                        </p:attrNameLst>
                                      </p:cBhvr>
                                      <p:tavLst>
                                        <p:tav tm="0">
                                          <p:val>
                                            <p:fltVal val="0"/>
                                          </p:val>
                                        </p:tav>
                                        <p:tav tm="100000">
                                          <p:val>
                                            <p:strVal val="#ppt_w"/>
                                          </p:val>
                                        </p:tav>
                                      </p:tavLst>
                                    </p:anim>
                                    <p:anim calcmode="lin" valueType="num">
                                      <p:cBhvr>
                                        <p:cTn id="205" dur="500" fill="hold"/>
                                        <p:tgtEl>
                                          <p:spTgt spid="30818"/>
                                        </p:tgtEl>
                                        <p:attrNameLst>
                                          <p:attrName>ppt_h</p:attrName>
                                        </p:attrNameLst>
                                      </p:cBhvr>
                                      <p:tavLst>
                                        <p:tav tm="0">
                                          <p:val>
                                            <p:strVal val="#ppt_h"/>
                                          </p:val>
                                        </p:tav>
                                        <p:tav tm="100000">
                                          <p:val>
                                            <p:strVal val="#ppt_h"/>
                                          </p:val>
                                        </p:tav>
                                      </p:tavLst>
                                    </p:anim>
                                  </p:childTnLst>
                                </p:cTn>
                              </p:par>
                            </p:childTnLst>
                          </p:cTn>
                        </p:par>
                      </p:childTnLst>
                    </p:cTn>
                  </p:par>
                  <p:par>
                    <p:cTn id="206" fill="hold" nodeType="clickPar">
                      <p:stCondLst>
                        <p:cond delay="indefinite"/>
                      </p:stCondLst>
                      <p:childTnLst>
                        <p:par>
                          <p:cTn id="207" fill="hold" nodeType="withGroup">
                            <p:stCondLst>
                              <p:cond delay="0"/>
                            </p:stCondLst>
                            <p:childTnLst>
                              <p:par>
                                <p:cTn id="208" presetID="17" presetClass="entr" presetSubtype="10" fill="hold" grpId="0" nodeType="clickEffect">
                                  <p:stCondLst>
                                    <p:cond delay="0"/>
                                  </p:stCondLst>
                                  <p:childTnLst>
                                    <p:set>
                                      <p:cBhvr>
                                        <p:cTn id="209" dur="1" fill="hold">
                                          <p:stCondLst>
                                            <p:cond delay="0"/>
                                          </p:stCondLst>
                                        </p:cTn>
                                        <p:tgtEl>
                                          <p:spTgt spid="30819"/>
                                        </p:tgtEl>
                                        <p:attrNameLst>
                                          <p:attrName>style.visibility</p:attrName>
                                        </p:attrNameLst>
                                      </p:cBhvr>
                                      <p:to>
                                        <p:strVal val="visible"/>
                                      </p:to>
                                    </p:set>
                                    <p:anim calcmode="lin" valueType="num">
                                      <p:cBhvr>
                                        <p:cTn id="210" dur="500" fill="hold"/>
                                        <p:tgtEl>
                                          <p:spTgt spid="30819"/>
                                        </p:tgtEl>
                                        <p:attrNameLst>
                                          <p:attrName>ppt_w</p:attrName>
                                        </p:attrNameLst>
                                      </p:cBhvr>
                                      <p:tavLst>
                                        <p:tav tm="0">
                                          <p:val>
                                            <p:fltVal val="0"/>
                                          </p:val>
                                        </p:tav>
                                        <p:tav tm="100000">
                                          <p:val>
                                            <p:strVal val="#ppt_w"/>
                                          </p:val>
                                        </p:tav>
                                      </p:tavLst>
                                    </p:anim>
                                    <p:anim calcmode="lin" valueType="num">
                                      <p:cBhvr>
                                        <p:cTn id="211" dur="500" fill="hold"/>
                                        <p:tgtEl>
                                          <p:spTgt spid="30819"/>
                                        </p:tgtEl>
                                        <p:attrNameLst>
                                          <p:attrName>ppt_h</p:attrName>
                                        </p:attrNameLst>
                                      </p:cBhvr>
                                      <p:tavLst>
                                        <p:tav tm="0">
                                          <p:val>
                                            <p:strVal val="#ppt_h"/>
                                          </p:val>
                                        </p:tav>
                                        <p:tav tm="100000">
                                          <p:val>
                                            <p:strVal val="#ppt_h"/>
                                          </p:val>
                                        </p:tav>
                                      </p:tavLst>
                                    </p:anim>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7" presetClass="entr" presetSubtype="10" fill="hold" grpId="0" nodeType="clickEffect">
                                  <p:stCondLst>
                                    <p:cond delay="0"/>
                                  </p:stCondLst>
                                  <p:childTnLst>
                                    <p:set>
                                      <p:cBhvr>
                                        <p:cTn id="215" dur="1" fill="hold">
                                          <p:stCondLst>
                                            <p:cond delay="0"/>
                                          </p:stCondLst>
                                        </p:cTn>
                                        <p:tgtEl>
                                          <p:spTgt spid="30820"/>
                                        </p:tgtEl>
                                        <p:attrNameLst>
                                          <p:attrName>style.visibility</p:attrName>
                                        </p:attrNameLst>
                                      </p:cBhvr>
                                      <p:to>
                                        <p:strVal val="visible"/>
                                      </p:to>
                                    </p:set>
                                    <p:anim calcmode="lin" valueType="num">
                                      <p:cBhvr>
                                        <p:cTn id="216" dur="500" fill="hold"/>
                                        <p:tgtEl>
                                          <p:spTgt spid="30820"/>
                                        </p:tgtEl>
                                        <p:attrNameLst>
                                          <p:attrName>ppt_w</p:attrName>
                                        </p:attrNameLst>
                                      </p:cBhvr>
                                      <p:tavLst>
                                        <p:tav tm="0">
                                          <p:val>
                                            <p:fltVal val="0"/>
                                          </p:val>
                                        </p:tav>
                                        <p:tav tm="100000">
                                          <p:val>
                                            <p:strVal val="#ppt_w"/>
                                          </p:val>
                                        </p:tav>
                                      </p:tavLst>
                                    </p:anim>
                                    <p:anim calcmode="lin" valueType="num">
                                      <p:cBhvr>
                                        <p:cTn id="217" dur="500" fill="hold"/>
                                        <p:tgtEl>
                                          <p:spTgt spid="30820"/>
                                        </p:tgtEl>
                                        <p:attrNameLst>
                                          <p:attrName>ppt_h</p:attrName>
                                        </p:attrNameLst>
                                      </p:cBhvr>
                                      <p:tavLst>
                                        <p:tav tm="0">
                                          <p:val>
                                            <p:strVal val="#ppt_h"/>
                                          </p:val>
                                        </p:tav>
                                        <p:tav tm="100000">
                                          <p:val>
                                            <p:strVal val="#ppt_h"/>
                                          </p:val>
                                        </p:tav>
                                      </p:tavLst>
                                    </p:anim>
                                  </p:childTnLst>
                                </p:cTn>
                              </p:par>
                            </p:childTnLst>
                          </p:cTn>
                        </p:par>
                      </p:childTnLst>
                    </p:cTn>
                  </p:par>
                  <p:par>
                    <p:cTn id="218" fill="hold" nodeType="clickPar">
                      <p:stCondLst>
                        <p:cond delay="indefinite"/>
                      </p:stCondLst>
                      <p:childTnLst>
                        <p:par>
                          <p:cTn id="219" fill="hold" nodeType="withGroup">
                            <p:stCondLst>
                              <p:cond delay="0"/>
                            </p:stCondLst>
                            <p:childTnLst>
                              <p:par>
                                <p:cTn id="220" presetID="17" presetClass="entr" presetSubtype="10" fill="hold" grpId="0" nodeType="clickEffect">
                                  <p:stCondLst>
                                    <p:cond delay="0"/>
                                  </p:stCondLst>
                                  <p:childTnLst>
                                    <p:set>
                                      <p:cBhvr>
                                        <p:cTn id="221" dur="1" fill="hold">
                                          <p:stCondLst>
                                            <p:cond delay="0"/>
                                          </p:stCondLst>
                                        </p:cTn>
                                        <p:tgtEl>
                                          <p:spTgt spid="30821"/>
                                        </p:tgtEl>
                                        <p:attrNameLst>
                                          <p:attrName>style.visibility</p:attrName>
                                        </p:attrNameLst>
                                      </p:cBhvr>
                                      <p:to>
                                        <p:strVal val="visible"/>
                                      </p:to>
                                    </p:set>
                                    <p:anim calcmode="lin" valueType="num">
                                      <p:cBhvr>
                                        <p:cTn id="222" dur="500" fill="hold"/>
                                        <p:tgtEl>
                                          <p:spTgt spid="30821"/>
                                        </p:tgtEl>
                                        <p:attrNameLst>
                                          <p:attrName>ppt_w</p:attrName>
                                        </p:attrNameLst>
                                      </p:cBhvr>
                                      <p:tavLst>
                                        <p:tav tm="0">
                                          <p:val>
                                            <p:fltVal val="0"/>
                                          </p:val>
                                        </p:tav>
                                        <p:tav tm="100000">
                                          <p:val>
                                            <p:strVal val="#ppt_w"/>
                                          </p:val>
                                        </p:tav>
                                      </p:tavLst>
                                    </p:anim>
                                    <p:anim calcmode="lin" valueType="num">
                                      <p:cBhvr>
                                        <p:cTn id="223" dur="500" fill="hold"/>
                                        <p:tgtEl>
                                          <p:spTgt spid="30821"/>
                                        </p:tgtEl>
                                        <p:attrNameLst>
                                          <p:attrName>ppt_h</p:attrName>
                                        </p:attrNameLst>
                                      </p:cBhvr>
                                      <p:tavLst>
                                        <p:tav tm="0">
                                          <p:val>
                                            <p:strVal val="#ppt_h"/>
                                          </p:val>
                                        </p:tav>
                                        <p:tav tm="100000">
                                          <p:val>
                                            <p:strVal val="#ppt_h"/>
                                          </p:val>
                                        </p:tav>
                                      </p:tavLst>
                                    </p:anim>
                                  </p:childTnLst>
                                </p:cTn>
                              </p:par>
                            </p:childTnLst>
                          </p:cTn>
                        </p:par>
                      </p:childTnLst>
                    </p:cTn>
                  </p:par>
                  <p:par>
                    <p:cTn id="224" fill="hold" nodeType="clickPar">
                      <p:stCondLst>
                        <p:cond delay="indefinite"/>
                      </p:stCondLst>
                      <p:childTnLst>
                        <p:par>
                          <p:cTn id="225" fill="hold" nodeType="withGroup">
                            <p:stCondLst>
                              <p:cond delay="0"/>
                            </p:stCondLst>
                            <p:childTnLst>
                              <p:par>
                                <p:cTn id="226" presetID="2" presetClass="entr" presetSubtype="8" fill="hold" nodeType="clickEffect">
                                  <p:stCondLst>
                                    <p:cond delay="0"/>
                                  </p:stCondLst>
                                  <p:childTnLst>
                                    <p:set>
                                      <p:cBhvr>
                                        <p:cTn id="227" dur="1" fill="hold">
                                          <p:stCondLst>
                                            <p:cond delay="0"/>
                                          </p:stCondLst>
                                        </p:cTn>
                                        <p:tgtEl>
                                          <p:spTgt spid="30803"/>
                                        </p:tgtEl>
                                        <p:attrNameLst>
                                          <p:attrName>style.visibility</p:attrName>
                                        </p:attrNameLst>
                                      </p:cBhvr>
                                      <p:to>
                                        <p:strVal val="visible"/>
                                      </p:to>
                                    </p:set>
                                    <p:anim calcmode="lin" valueType="num">
                                      <p:cBhvr additive="base">
                                        <p:cTn id="228" dur="500" fill="hold"/>
                                        <p:tgtEl>
                                          <p:spTgt spid="30803"/>
                                        </p:tgtEl>
                                        <p:attrNameLst>
                                          <p:attrName>ppt_x</p:attrName>
                                        </p:attrNameLst>
                                      </p:cBhvr>
                                      <p:tavLst>
                                        <p:tav tm="0">
                                          <p:val>
                                            <p:strVal val="0-#ppt_w/2"/>
                                          </p:val>
                                        </p:tav>
                                        <p:tav tm="100000">
                                          <p:val>
                                            <p:strVal val="#ppt_x"/>
                                          </p:val>
                                        </p:tav>
                                      </p:tavLst>
                                    </p:anim>
                                    <p:anim calcmode="lin" valueType="num">
                                      <p:cBhvr additive="base">
                                        <p:cTn id="229" dur="500" fill="hold"/>
                                        <p:tgtEl>
                                          <p:spTgt spid="30803"/>
                                        </p:tgtEl>
                                        <p:attrNameLst>
                                          <p:attrName>ppt_y</p:attrName>
                                        </p:attrNameLst>
                                      </p:cBhvr>
                                      <p:tavLst>
                                        <p:tav tm="0">
                                          <p:val>
                                            <p:strVal val="#ppt_y"/>
                                          </p:val>
                                        </p:tav>
                                        <p:tav tm="100000">
                                          <p:val>
                                            <p:strVal val="#ppt_y"/>
                                          </p:val>
                                        </p:tav>
                                      </p:tavLst>
                                    </p:anim>
                                  </p:childTnLst>
                                </p:cTn>
                              </p:par>
                            </p:childTnLst>
                          </p:cTn>
                        </p:par>
                      </p:childTnLst>
                    </p:cTn>
                  </p:par>
                  <p:par>
                    <p:cTn id="230" fill="hold" nodeType="clickPar">
                      <p:stCondLst>
                        <p:cond delay="indefinite"/>
                      </p:stCondLst>
                      <p:childTnLst>
                        <p:par>
                          <p:cTn id="231" fill="hold" nodeType="withGroup">
                            <p:stCondLst>
                              <p:cond delay="0"/>
                            </p:stCondLst>
                            <p:childTnLst>
                              <p:par>
                                <p:cTn id="232" presetID="18" presetClass="entr" presetSubtype="3" fill="hold" grpId="0" nodeType="clickEffect">
                                  <p:stCondLst>
                                    <p:cond delay="0"/>
                                  </p:stCondLst>
                                  <p:childTnLst>
                                    <p:set>
                                      <p:cBhvr>
                                        <p:cTn id="233" dur="1" fill="hold">
                                          <p:stCondLst>
                                            <p:cond delay="0"/>
                                          </p:stCondLst>
                                        </p:cTn>
                                        <p:tgtEl>
                                          <p:spTgt spid="30748"/>
                                        </p:tgtEl>
                                        <p:attrNameLst>
                                          <p:attrName>style.visibility</p:attrName>
                                        </p:attrNameLst>
                                      </p:cBhvr>
                                      <p:to>
                                        <p:strVal val="visible"/>
                                      </p:to>
                                    </p:set>
                                    <p:animEffect transition="in" filter="strips(upRight)">
                                      <p:cBhvr>
                                        <p:cTn id="234" dur="500"/>
                                        <p:tgtEl>
                                          <p:spTgt spid="30748"/>
                                        </p:tgtEl>
                                      </p:cBhvr>
                                    </p:animEffect>
                                  </p:childTnLst>
                                </p:cTn>
                              </p:par>
                            </p:childTnLst>
                          </p:cTn>
                        </p:par>
                      </p:childTnLst>
                    </p:cTn>
                  </p:par>
                  <p:par>
                    <p:cTn id="235" fill="hold" nodeType="clickPar">
                      <p:stCondLst>
                        <p:cond delay="indefinite"/>
                      </p:stCondLst>
                      <p:childTnLst>
                        <p:par>
                          <p:cTn id="236" fill="hold" nodeType="withGroup">
                            <p:stCondLst>
                              <p:cond delay="0"/>
                            </p:stCondLst>
                            <p:childTnLst>
                              <p:par>
                                <p:cTn id="237" presetID="18" presetClass="entr" presetSubtype="9" fill="hold" grpId="0" nodeType="clickEffect">
                                  <p:stCondLst>
                                    <p:cond delay="0"/>
                                  </p:stCondLst>
                                  <p:childTnLst>
                                    <p:set>
                                      <p:cBhvr>
                                        <p:cTn id="238" dur="1" fill="hold">
                                          <p:stCondLst>
                                            <p:cond delay="0"/>
                                          </p:stCondLst>
                                        </p:cTn>
                                        <p:tgtEl>
                                          <p:spTgt spid="30749"/>
                                        </p:tgtEl>
                                        <p:attrNameLst>
                                          <p:attrName>style.visibility</p:attrName>
                                        </p:attrNameLst>
                                      </p:cBhvr>
                                      <p:to>
                                        <p:strVal val="visible"/>
                                      </p:to>
                                    </p:set>
                                    <p:animEffect transition="in" filter="strips(upLeft)">
                                      <p:cBhvr>
                                        <p:cTn id="239" dur="500"/>
                                        <p:tgtEl>
                                          <p:spTgt spid="30749"/>
                                        </p:tgtEl>
                                      </p:cBhvr>
                                    </p:animEffect>
                                  </p:childTnLst>
                                </p:cTn>
                              </p:par>
                            </p:childTnLst>
                          </p:cTn>
                        </p:par>
                      </p:childTnLst>
                    </p:cTn>
                  </p:par>
                  <p:par>
                    <p:cTn id="240" fill="hold" nodeType="clickPar">
                      <p:stCondLst>
                        <p:cond delay="indefinite"/>
                      </p:stCondLst>
                      <p:childTnLst>
                        <p:par>
                          <p:cTn id="241" fill="hold" nodeType="withGroup">
                            <p:stCondLst>
                              <p:cond delay="0"/>
                            </p:stCondLst>
                            <p:childTnLst>
                              <p:par>
                                <p:cTn id="242" presetID="17" presetClass="entr" presetSubtype="2" fill="hold" grpId="0" nodeType="clickEffect">
                                  <p:stCondLst>
                                    <p:cond delay="0"/>
                                  </p:stCondLst>
                                  <p:childTnLst>
                                    <p:set>
                                      <p:cBhvr>
                                        <p:cTn id="243" dur="1" fill="hold">
                                          <p:stCondLst>
                                            <p:cond delay="0"/>
                                          </p:stCondLst>
                                        </p:cTn>
                                        <p:tgtEl>
                                          <p:spTgt spid="30752"/>
                                        </p:tgtEl>
                                        <p:attrNameLst>
                                          <p:attrName>style.visibility</p:attrName>
                                        </p:attrNameLst>
                                      </p:cBhvr>
                                      <p:to>
                                        <p:strVal val="visible"/>
                                      </p:to>
                                    </p:set>
                                    <p:anim calcmode="lin" valueType="num">
                                      <p:cBhvr>
                                        <p:cTn id="244" dur="500" fill="hold"/>
                                        <p:tgtEl>
                                          <p:spTgt spid="30752"/>
                                        </p:tgtEl>
                                        <p:attrNameLst>
                                          <p:attrName>ppt_x</p:attrName>
                                        </p:attrNameLst>
                                      </p:cBhvr>
                                      <p:tavLst>
                                        <p:tav tm="0">
                                          <p:val>
                                            <p:strVal val="#ppt_x+#ppt_w/2"/>
                                          </p:val>
                                        </p:tav>
                                        <p:tav tm="100000">
                                          <p:val>
                                            <p:strVal val="#ppt_x"/>
                                          </p:val>
                                        </p:tav>
                                      </p:tavLst>
                                    </p:anim>
                                    <p:anim calcmode="lin" valueType="num">
                                      <p:cBhvr>
                                        <p:cTn id="245" dur="500" fill="hold"/>
                                        <p:tgtEl>
                                          <p:spTgt spid="30752"/>
                                        </p:tgtEl>
                                        <p:attrNameLst>
                                          <p:attrName>ppt_y</p:attrName>
                                        </p:attrNameLst>
                                      </p:cBhvr>
                                      <p:tavLst>
                                        <p:tav tm="0">
                                          <p:val>
                                            <p:strVal val="#ppt_y"/>
                                          </p:val>
                                        </p:tav>
                                        <p:tav tm="100000">
                                          <p:val>
                                            <p:strVal val="#ppt_y"/>
                                          </p:val>
                                        </p:tav>
                                      </p:tavLst>
                                    </p:anim>
                                    <p:anim calcmode="lin" valueType="num">
                                      <p:cBhvr>
                                        <p:cTn id="246" dur="500" fill="hold"/>
                                        <p:tgtEl>
                                          <p:spTgt spid="30752"/>
                                        </p:tgtEl>
                                        <p:attrNameLst>
                                          <p:attrName>ppt_w</p:attrName>
                                        </p:attrNameLst>
                                      </p:cBhvr>
                                      <p:tavLst>
                                        <p:tav tm="0">
                                          <p:val>
                                            <p:fltVal val="0"/>
                                          </p:val>
                                        </p:tav>
                                        <p:tav tm="100000">
                                          <p:val>
                                            <p:strVal val="#ppt_w"/>
                                          </p:val>
                                        </p:tav>
                                      </p:tavLst>
                                    </p:anim>
                                    <p:anim calcmode="lin" valueType="num">
                                      <p:cBhvr>
                                        <p:cTn id="247" dur="500" fill="hold"/>
                                        <p:tgtEl>
                                          <p:spTgt spid="30752"/>
                                        </p:tgtEl>
                                        <p:attrNameLst>
                                          <p:attrName>ppt_h</p:attrName>
                                        </p:attrNameLst>
                                      </p:cBhvr>
                                      <p:tavLst>
                                        <p:tav tm="0">
                                          <p:val>
                                            <p:strVal val="#ppt_h"/>
                                          </p:val>
                                        </p:tav>
                                        <p:tav tm="100000">
                                          <p:val>
                                            <p:strVal val="#ppt_h"/>
                                          </p:val>
                                        </p:tav>
                                      </p:tavLst>
                                    </p:anim>
                                  </p:childTnLst>
                                </p:cTn>
                              </p:par>
                            </p:childTnLst>
                          </p:cTn>
                        </p:par>
                      </p:childTnLst>
                    </p:cTn>
                  </p:par>
                  <p:par>
                    <p:cTn id="248" fill="hold" nodeType="clickPar">
                      <p:stCondLst>
                        <p:cond delay="indefinite"/>
                      </p:stCondLst>
                      <p:childTnLst>
                        <p:par>
                          <p:cTn id="249" fill="hold" nodeType="withGroup">
                            <p:stCondLst>
                              <p:cond delay="0"/>
                            </p:stCondLst>
                            <p:childTnLst>
                              <p:par>
                                <p:cTn id="250" presetID="18" presetClass="entr" presetSubtype="12" fill="hold" grpId="0" nodeType="clickEffect">
                                  <p:stCondLst>
                                    <p:cond delay="0"/>
                                  </p:stCondLst>
                                  <p:childTnLst>
                                    <p:set>
                                      <p:cBhvr>
                                        <p:cTn id="251" dur="1" fill="hold">
                                          <p:stCondLst>
                                            <p:cond delay="0"/>
                                          </p:stCondLst>
                                        </p:cTn>
                                        <p:tgtEl>
                                          <p:spTgt spid="30750"/>
                                        </p:tgtEl>
                                        <p:attrNameLst>
                                          <p:attrName>style.visibility</p:attrName>
                                        </p:attrNameLst>
                                      </p:cBhvr>
                                      <p:to>
                                        <p:strVal val="visible"/>
                                      </p:to>
                                    </p:set>
                                    <p:animEffect transition="in" filter="strips(downLeft)">
                                      <p:cBhvr>
                                        <p:cTn id="252" dur="500"/>
                                        <p:tgtEl>
                                          <p:spTgt spid="30750"/>
                                        </p:tgtEl>
                                      </p:cBhvr>
                                    </p:animEffect>
                                  </p:childTnLst>
                                </p:cTn>
                              </p:par>
                            </p:childTnLst>
                          </p:cTn>
                        </p:par>
                      </p:childTnLst>
                    </p:cTn>
                  </p:par>
                  <p:par>
                    <p:cTn id="253" fill="hold" nodeType="clickPar">
                      <p:stCondLst>
                        <p:cond delay="indefinite"/>
                      </p:stCondLst>
                      <p:childTnLst>
                        <p:par>
                          <p:cTn id="254" fill="hold" nodeType="withGroup">
                            <p:stCondLst>
                              <p:cond delay="0"/>
                            </p:stCondLst>
                            <p:childTnLst>
                              <p:par>
                                <p:cTn id="255" presetID="18" presetClass="entr" presetSubtype="6" fill="hold" grpId="0" nodeType="clickEffect">
                                  <p:stCondLst>
                                    <p:cond delay="0"/>
                                  </p:stCondLst>
                                  <p:childTnLst>
                                    <p:set>
                                      <p:cBhvr>
                                        <p:cTn id="256" dur="1" fill="hold">
                                          <p:stCondLst>
                                            <p:cond delay="0"/>
                                          </p:stCondLst>
                                        </p:cTn>
                                        <p:tgtEl>
                                          <p:spTgt spid="30751"/>
                                        </p:tgtEl>
                                        <p:attrNameLst>
                                          <p:attrName>style.visibility</p:attrName>
                                        </p:attrNameLst>
                                      </p:cBhvr>
                                      <p:to>
                                        <p:strVal val="visible"/>
                                      </p:to>
                                    </p:set>
                                    <p:animEffect transition="in" filter="strips(downRight)">
                                      <p:cBhvr>
                                        <p:cTn id="257" dur="500"/>
                                        <p:tgtEl>
                                          <p:spTgt spid="30751"/>
                                        </p:tgtEl>
                                      </p:cBhvr>
                                    </p:animEffect>
                                  </p:childTnLst>
                                </p:cTn>
                              </p:par>
                            </p:childTnLst>
                          </p:cTn>
                        </p:par>
                      </p:childTnLst>
                    </p:cTn>
                  </p:par>
                  <p:par>
                    <p:cTn id="258" fill="hold" nodeType="clickPar">
                      <p:stCondLst>
                        <p:cond delay="indefinite"/>
                      </p:stCondLst>
                      <p:childTnLst>
                        <p:par>
                          <p:cTn id="259" fill="hold" nodeType="withGroup">
                            <p:stCondLst>
                              <p:cond delay="0"/>
                            </p:stCondLst>
                            <p:childTnLst>
                              <p:par>
                                <p:cTn id="260" presetID="17" presetClass="entr" presetSubtype="10" fill="hold" grpId="0" nodeType="clickEffect">
                                  <p:stCondLst>
                                    <p:cond delay="0"/>
                                  </p:stCondLst>
                                  <p:childTnLst>
                                    <p:set>
                                      <p:cBhvr>
                                        <p:cTn id="261" dur="1" fill="hold">
                                          <p:stCondLst>
                                            <p:cond delay="0"/>
                                          </p:stCondLst>
                                        </p:cTn>
                                        <p:tgtEl>
                                          <p:spTgt spid="30753"/>
                                        </p:tgtEl>
                                        <p:attrNameLst>
                                          <p:attrName>style.visibility</p:attrName>
                                        </p:attrNameLst>
                                      </p:cBhvr>
                                      <p:to>
                                        <p:strVal val="visible"/>
                                      </p:to>
                                    </p:set>
                                    <p:anim calcmode="lin" valueType="num">
                                      <p:cBhvr>
                                        <p:cTn id="262" dur="500" fill="hold"/>
                                        <p:tgtEl>
                                          <p:spTgt spid="30753"/>
                                        </p:tgtEl>
                                        <p:attrNameLst>
                                          <p:attrName>ppt_w</p:attrName>
                                        </p:attrNameLst>
                                      </p:cBhvr>
                                      <p:tavLst>
                                        <p:tav tm="0">
                                          <p:val>
                                            <p:fltVal val="0"/>
                                          </p:val>
                                        </p:tav>
                                        <p:tav tm="100000">
                                          <p:val>
                                            <p:strVal val="#ppt_w"/>
                                          </p:val>
                                        </p:tav>
                                      </p:tavLst>
                                    </p:anim>
                                    <p:anim calcmode="lin" valueType="num">
                                      <p:cBhvr>
                                        <p:cTn id="263" dur="500" fill="hold"/>
                                        <p:tgtEl>
                                          <p:spTgt spid="30753"/>
                                        </p:tgtEl>
                                        <p:attrNameLst>
                                          <p:attrName>ppt_h</p:attrName>
                                        </p:attrNameLst>
                                      </p:cBhvr>
                                      <p:tavLst>
                                        <p:tav tm="0">
                                          <p:val>
                                            <p:strVal val="#ppt_h"/>
                                          </p:val>
                                        </p:tav>
                                        <p:tav tm="100000">
                                          <p:val>
                                            <p:strVal val="#ppt_h"/>
                                          </p:val>
                                        </p:tav>
                                      </p:tavLst>
                                    </p:anim>
                                  </p:childTnLst>
                                </p:cTn>
                              </p:par>
                            </p:childTnLst>
                          </p:cTn>
                        </p:par>
                      </p:childTnLst>
                    </p:cTn>
                  </p:par>
                  <p:par>
                    <p:cTn id="264" fill="hold" nodeType="clickPar">
                      <p:stCondLst>
                        <p:cond delay="indefinite"/>
                      </p:stCondLst>
                      <p:childTnLst>
                        <p:par>
                          <p:cTn id="265" fill="hold" nodeType="withGroup">
                            <p:stCondLst>
                              <p:cond delay="0"/>
                            </p:stCondLst>
                            <p:childTnLst>
                              <p:par>
                                <p:cTn id="266" presetID="23" presetClass="entr" presetSubtype="16" fill="hold" nodeType="clickEffect">
                                  <p:stCondLst>
                                    <p:cond delay="0"/>
                                  </p:stCondLst>
                                  <p:childTnLst>
                                    <p:set>
                                      <p:cBhvr>
                                        <p:cTn id="267" dur="1" fill="hold">
                                          <p:stCondLst>
                                            <p:cond delay="0"/>
                                          </p:stCondLst>
                                        </p:cTn>
                                        <p:tgtEl>
                                          <p:spTgt spid="30754"/>
                                        </p:tgtEl>
                                        <p:attrNameLst>
                                          <p:attrName>style.visibility</p:attrName>
                                        </p:attrNameLst>
                                      </p:cBhvr>
                                      <p:to>
                                        <p:strVal val="visible"/>
                                      </p:to>
                                    </p:set>
                                    <p:anim calcmode="lin" valueType="num">
                                      <p:cBhvr>
                                        <p:cTn id="268" dur="500" fill="hold"/>
                                        <p:tgtEl>
                                          <p:spTgt spid="30754"/>
                                        </p:tgtEl>
                                        <p:attrNameLst>
                                          <p:attrName>ppt_w</p:attrName>
                                        </p:attrNameLst>
                                      </p:cBhvr>
                                      <p:tavLst>
                                        <p:tav tm="0">
                                          <p:val>
                                            <p:fltVal val="0"/>
                                          </p:val>
                                        </p:tav>
                                        <p:tav tm="100000">
                                          <p:val>
                                            <p:strVal val="#ppt_w"/>
                                          </p:val>
                                        </p:tav>
                                      </p:tavLst>
                                    </p:anim>
                                    <p:anim calcmode="lin" valueType="num">
                                      <p:cBhvr>
                                        <p:cTn id="269" dur="500" fill="hold"/>
                                        <p:tgtEl>
                                          <p:spTgt spid="30754"/>
                                        </p:tgtEl>
                                        <p:attrNameLst>
                                          <p:attrName>ppt_h</p:attrName>
                                        </p:attrNameLst>
                                      </p:cBhvr>
                                      <p:tavLst>
                                        <p:tav tm="0">
                                          <p:val>
                                            <p:fltVal val="0"/>
                                          </p:val>
                                        </p:tav>
                                        <p:tav tm="100000">
                                          <p:val>
                                            <p:strVal val="#ppt_h"/>
                                          </p:val>
                                        </p:tav>
                                      </p:tavLst>
                                    </p:anim>
                                  </p:childTnLst>
                                </p:cTn>
                              </p:par>
                            </p:childTnLst>
                          </p:cTn>
                        </p:par>
                      </p:childTnLst>
                    </p:cTn>
                  </p:par>
                  <p:par>
                    <p:cTn id="270" fill="hold" nodeType="clickPar">
                      <p:stCondLst>
                        <p:cond delay="indefinite"/>
                      </p:stCondLst>
                      <p:childTnLst>
                        <p:par>
                          <p:cTn id="271" fill="hold" nodeType="withGroup">
                            <p:stCondLst>
                              <p:cond delay="0"/>
                            </p:stCondLst>
                            <p:childTnLst>
                              <p:par>
                                <p:cTn id="272" presetID="23" presetClass="entr" presetSubtype="16" fill="hold" nodeType="clickEffect">
                                  <p:stCondLst>
                                    <p:cond delay="0"/>
                                  </p:stCondLst>
                                  <p:childTnLst>
                                    <p:set>
                                      <p:cBhvr>
                                        <p:cTn id="273" dur="1" fill="hold">
                                          <p:stCondLst>
                                            <p:cond delay="0"/>
                                          </p:stCondLst>
                                        </p:cTn>
                                        <p:tgtEl>
                                          <p:spTgt spid="30758"/>
                                        </p:tgtEl>
                                        <p:attrNameLst>
                                          <p:attrName>style.visibility</p:attrName>
                                        </p:attrNameLst>
                                      </p:cBhvr>
                                      <p:to>
                                        <p:strVal val="visible"/>
                                      </p:to>
                                    </p:set>
                                    <p:anim calcmode="lin" valueType="num">
                                      <p:cBhvr>
                                        <p:cTn id="274" dur="500" fill="hold"/>
                                        <p:tgtEl>
                                          <p:spTgt spid="30758"/>
                                        </p:tgtEl>
                                        <p:attrNameLst>
                                          <p:attrName>ppt_w</p:attrName>
                                        </p:attrNameLst>
                                      </p:cBhvr>
                                      <p:tavLst>
                                        <p:tav tm="0">
                                          <p:val>
                                            <p:fltVal val="0"/>
                                          </p:val>
                                        </p:tav>
                                        <p:tav tm="100000">
                                          <p:val>
                                            <p:strVal val="#ppt_w"/>
                                          </p:val>
                                        </p:tav>
                                      </p:tavLst>
                                    </p:anim>
                                    <p:anim calcmode="lin" valueType="num">
                                      <p:cBhvr>
                                        <p:cTn id="275" dur="500" fill="hold"/>
                                        <p:tgtEl>
                                          <p:spTgt spid="30758"/>
                                        </p:tgtEl>
                                        <p:attrNameLst>
                                          <p:attrName>ppt_h</p:attrName>
                                        </p:attrNameLst>
                                      </p:cBhvr>
                                      <p:tavLst>
                                        <p:tav tm="0">
                                          <p:val>
                                            <p:fltVal val="0"/>
                                          </p:val>
                                        </p:tav>
                                        <p:tav tm="100000">
                                          <p:val>
                                            <p:strVal val="#ppt_h"/>
                                          </p:val>
                                        </p:tav>
                                      </p:tavLst>
                                    </p:anim>
                                  </p:childTnLst>
                                </p:cTn>
                              </p:par>
                            </p:childTnLst>
                          </p:cTn>
                        </p:par>
                      </p:childTnLst>
                    </p:cTn>
                  </p:par>
                  <p:par>
                    <p:cTn id="276" fill="hold" nodeType="clickPar">
                      <p:stCondLst>
                        <p:cond delay="indefinite"/>
                      </p:stCondLst>
                      <p:childTnLst>
                        <p:par>
                          <p:cTn id="277" fill="hold" nodeType="withGroup">
                            <p:stCondLst>
                              <p:cond delay="0"/>
                            </p:stCondLst>
                            <p:childTnLst>
                              <p:par>
                                <p:cTn id="278" presetID="18" presetClass="entr" presetSubtype="6" fill="hold" grpId="0" nodeType="clickEffect">
                                  <p:stCondLst>
                                    <p:cond delay="0"/>
                                  </p:stCondLst>
                                  <p:childTnLst>
                                    <p:set>
                                      <p:cBhvr>
                                        <p:cTn id="279" dur="1" fill="hold">
                                          <p:stCondLst>
                                            <p:cond delay="0"/>
                                          </p:stCondLst>
                                        </p:cTn>
                                        <p:tgtEl>
                                          <p:spTgt spid="30762"/>
                                        </p:tgtEl>
                                        <p:attrNameLst>
                                          <p:attrName>style.visibility</p:attrName>
                                        </p:attrNameLst>
                                      </p:cBhvr>
                                      <p:to>
                                        <p:strVal val="visible"/>
                                      </p:to>
                                    </p:set>
                                    <p:animEffect transition="in" filter="strips(downRight)">
                                      <p:cBhvr>
                                        <p:cTn id="280" dur="500"/>
                                        <p:tgtEl>
                                          <p:spTgt spid="30762"/>
                                        </p:tgtEl>
                                      </p:cBhvr>
                                    </p:animEffect>
                                  </p:childTnLst>
                                </p:cTn>
                              </p:par>
                            </p:childTnLst>
                          </p:cTn>
                        </p:par>
                      </p:childTnLst>
                    </p:cTn>
                  </p:par>
                  <p:par>
                    <p:cTn id="281" fill="hold" nodeType="clickPar">
                      <p:stCondLst>
                        <p:cond delay="indefinite"/>
                      </p:stCondLst>
                      <p:childTnLst>
                        <p:par>
                          <p:cTn id="282" fill="hold" nodeType="withGroup">
                            <p:stCondLst>
                              <p:cond delay="0"/>
                            </p:stCondLst>
                            <p:childTnLst>
                              <p:par>
                                <p:cTn id="283" presetID="17" presetClass="entr" presetSubtype="8" fill="hold" grpId="0" nodeType="clickEffect">
                                  <p:stCondLst>
                                    <p:cond delay="0"/>
                                  </p:stCondLst>
                                  <p:childTnLst>
                                    <p:set>
                                      <p:cBhvr>
                                        <p:cTn id="284" dur="1" fill="hold">
                                          <p:stCondLst>
                                            <p:cond delay="0"/>
                                          </p:stCondLst>
                                        </p:cTn>
                                        <p:tgtEl>
                                          <p:spTgt spid="30763"/>
                                        </p:tgtEl>
                                        <p:attrNameLst>
                                          <p:attrName>style.visibility</p:attrName>
                                        </p:attrNameLst>
                                      </p:cBhvr>
                                      <p:to>
                                        <p:strVal val="visible"/>
                                      </p:to>
                                    </p:set>
                                    <p:anim calcmode="lin" valueType="num">
                                      <p:cBhvr>
                                        <p:cTn id="285" dur="500" fill="hold"/>
                                        <p:tgtEl>
                                          <p:spTgt spid="30763"/>
                                        </p:tgtEl>
                                        <p:attrNameLst>
                                          <p:attrName>ppt_x</p:attrName>
                                        </p:attrNameLst>
                                      </p:cBhvr>
                                      <p:tavLst>
                                        <p:tav tm="0">
                                          <p:val>
                                            <p:strVal val="#ppt_x-#ppt_w/2"/>
                                          </p:val>
                                        </p:tav>
                                        <p:tav tm="100000">
                                          <p:val>
                                            <p:strVal val="#ppt_x"/>
                                          </p:val>
                                        </p:tav>
                                      </p:tavLst>
                                    </p:anim>
                                    <p:anim calcmode="lin" valueType="num">
                                      <p:cBhvr>
                                        <p:cTn id="286" dur="500" fill="hold"/>
                                        <p:tgtEl>
                                          <p:spTgt spid="30763"/>
                                        </p:tgtEl>
                                        <p:attrNameLst>
                                          <p:attrName>ppt_y</p:attrName>
                                        </p:attrNameLst>
                                      </p:cBhvr>
                                      <p:tavLst>
                                        <p:tav tm="0">
                                          <p:val>
                                            <p:strVal val="#ppt_y"/>
                                          </p:val>
                                        </p:tav>
                                        <p:tav tm="100000">
                                          <p:val>
                                            <p:strVal val="#ppt_y"/>
                                          </p:val>
                                        </p:tav>
                                      </p:tavLst>
                                    </p:anim>
                                    <p:anim calcmode="lin" valueType="num">
                                      <p:cBhvr>
                                        <p:cTn id="287" dur="500" fill="hold"/>
                                        <p:tgtEl>
                                          <p:spTgt spid="30763"/>
                                        </p:tgtEl>
                                        <p:attrNameLst>
                                          <p:attrName>ppt_w</p:attrName>
                                        </p:attrNameLst>
                                      </p:cBhvr>
                                      <p:tavLst>
                                        <p:tav tm="0">
                                          <p:val>
                                            <p:fltVal val="0"/>
                                          </p:val>
                                        </p:tav>
                                        <p:tav tm="100000">
                                          <p:val>
                                            <p:strVal val="#ppt_w"/>
                                          </p:val>
                                        </p:tav>
                                      </p:tavLst>
                                    </p:anim>
                                    <p:anim calcmode="lin" valueType="num">
                                      <p:cBhvr>
                                        <p:cTn id="288" dur="500" fill="hold"/>
                                        <p:tgtEl>
                                          <p:spTgt spid="30763"/>
                                        </p:tgtEl>
                                        <p:attrNameLst>
                                          <p:attrName>ppt_h</p:attrName>
                                        </p:attrNameLst>
                                      </p:cBhvr>
                                      <p:tavLst>
                                        <p:tav tm="0">
                                          <p:val>
                                            <p:strVal val="#ppt_h"/>
                                          </p:val>
                                        </p:tav>
                                        <p:tav tm="100000">
                                          <p:val>
                                            <p:strVal val="#ppt_h"/>
                                          </p:val>
                                        </p:tav>
                                      </p:tavLst>
                                    </p:anim>
                                  </p:childTnLst>
                                </p:cTn>
                              </p:par>
                            </p:childTnLst>
                          </p:cTn>
                        </p:par>
                      </p:childTnLst>
                    </p:cTn>
                  </p:par>
                  <p:par>
                    <p:cTn id="289" fill="hold" nodeType="clickPar">
                      <p:stCondLst>
                        <p:cond delay="indefinite"/>
                      </p:stCondLst>
                      <p:childTnLst>
                        <p:par>
                          <p:cTn id="290" fill="hold" nodeType="withGroup">
                            <p:stCondLst>
                              <p:cond delay="0"/>
                            </p:stCondLst>
                            <p:childTnLst>
                              <p:par>
                                <p:cTn id="291" presetID="17" presetClass="entr" presetSubtype="8" fill="hold" grpId="0" nodeType="clickEffect">
                                  <p:stCondLst>
                                    <p:cond delay="0"/>
                                  </p:stCondLst>
                                  <p:childTnLst>
                                    <p:set>
                                      <p:cBhvr>
                                        <p:cTn id="292" dur="1" fill="hold">
                                          <p:stCondLst>
                                            <p:cond delay="0"/>
                                          </p:stCondLst>
                                        </p:cTn>
                                        <p:tgtEl>
                                          <p:spTgt spid="30764"/>
                                        </p:tgtEl>
                                        <p:attrNameLst>
                                          <p:attrName>style.visibility</p:attrName>
                                        </p:attrNameLst>
                                      </p:cBhvr>
                                      <p:to>
                                        <p:strVal val="visible"/>
                                      </p:to>
                                    </p:set>
                                    <p:anim calcmode="lin" valueType="num">
                                      <p:cBhvr>
                                        <p:cTn id="293" dur="500" fill="hold"/>
                                        <p:tgtEl>
                                          <p:spTgt spid="30764"/>
                                        </p:tgtEl>
                                        <p:attrNameLst>
                                          <p:attrName>ppt_x</p:attrName>
                                        </p:attrNameLst>
                                      </p:cBhvr>
                                      <p:tavLst>
                                        <p:tav tm="0">
                                          <p:val>
                                            <p:strVal val="#ppt_x-#ppt_w/2"/>
                                          </p:val>
                                        </p:tav>
                                        <p:tav tm="100000">
                                          <p:val>
                                            <p:strVal val="#ppt_x"/>
                                          </p:val>
                                        </p:tav>
                                      </p:tavLst>
                                    </p:anim>
                                    <p:anim calcmode="lin" valueType="num">
                                      <p:cBhvr>
                                        <p:cTn id="294" dur="500" fill="hold"/>
                                        <p:tgtEl>
                                          <p:spTgt spid="30764"/>
                                        </p:tgtEl>
                                        <p:attrNameLst>
                                          <p:attrName>ppt_y</p:attrName>
                                        </p:attrNameLst>
                                      </p:cBhvr>
                                      <p:tavLst>
                                        <p:tav tm="0">
                                          <p:val>
                                            <p:strVal val="#ppt_y"/>
                                          </p:val>
                                        </p:tav>
                                        <p:tav tm="100000">
                                          <p:val>
                                            <p:strVal val="#ppt_y"/>
                                          </p:val>
                                        </p:tav>
                                      </p:tavLst>
                                    </p:anim>
                                    <p:anim calcmode="lin" valueType="num">
                                      <p:cBhvr>
                                        <p:cTn id="295" dur="500" fill="hold"/>
                                        <p:tgtEl>
                                          <p:spTgt spid="30764"/>
                                        </p:tgtEl>
                                        <p:attrNameLst>
                                          <p:attrName>ppt_w</p:attrName>
                                        </p:attrNameLst>
                                      </p:cBhvr>
                                      <p:tavLst>
                                        <p:tav tm="0">
                                          <p:val>
                                            <p:fltVal val="0"/>
                                          </p:val>
                                        </p:tav>
                                        <p:tav tm="100000">
                                          <p:val>
                                            <p:strVal val="#ppt_w"/>
                                          </p:val>
                                        </p:tav>
                                      </p:tavLst>
                                    </p:anim>
                                    <p:anim calcmode="lin" valueType="num">
                                      <p:cBhvr>
                                        <p:cTn id="296" dur="500" fill="hold"/>
                                        <p:tgtEl>
                                          <p:spTgt spid="30764"/>
                                        </p:tgtEl>
                                        <p:attrNameLst>
                                          <p:attrName>ppt_h</p:attrName>
                                        </p:attrNameLst>
                                      </p:cBhvr>
                                      <p:tavLst>
                                        <p:tav tm="0">
                                          <p:val>
                                            <p:strVal val="#ppt_h"/>
                                          </p:val>
                                        </p:tav>
                                        <p:tav tm="100000">
                                          <p:val>
                                            <p:strVal val="#ppt_h"/>
                                          </p:val>
                                        </p:tav>
                                      </p:tavLst>
                                    </p:anim>
                                  </p:childTnLst>
                                </p:cTn>
                              </p:par>
                            </p:childTnLst>
                          </p:cTn>
                        </p:par>
                      </p:childTnLst>
                    </p:cTn>
                  </p:par>
                  <p:par>
                    <p:cTn id="297" fill="hold" nodeType="clickPar">
                      <p:stCondLst>
                        <p:cond delay="indefinite"/>
                      </p:stCondLst>
                      <p:childTnLst>
                        <p:par>
                          <p:cTn id="298" fill="hold" nodeType="withGroup">
                            <p:stCondLst>
                              <p:cond delay="0"/>
                            </p:stCondLst>
                            <p:childTnLst>
                              <p:par>
                                <p:cTn id="299" presetID="17" presetClass="entr" presetSubtype="8" fill="hold" grpId="0" nodeType="clickEffect">
                                  <p:stCondLst>
                                    <p:cond delay="0"/>
                                  </p:stCondLst>
                                  <p:childTnLst>
                                    <p:set>
                                      <p:cBhvr>
                                        <p:cTn id="300" dur="1" fill="hold">
                                          <p:stCondLst>
                                            <p:cond delay="0"/>
                                          </p:stCondLst>
                                        </p:cTn>
                                        <p:tgtEl>
                                          <p:spTgt spid="30765"/>
                                        </p:tgtEl>
                                        <p:attrNameLst>
                                          <p:attrName>style.visibility</p:attrName>
                                        </p:attrNameLst>
                                      </p:cBhvr>
                                      <p:to>
                                        <p:strVal val="visible"/>
                                      </p:to>
                                    </p:set>
                                    <p:anim calcmode="lin" valueType="num">
                                      <p:cBhvr>
                                        <p:cTn id="301" dur="500" fill="hold"/>
                                        <p:tgtEl>
                                          <p:spTgt spid="30765"/>
                                        </p:tgtEl>
                                        <p:attrNameLst>
                                          <p:attrName>ppt_x</p:attrName>
                                        </p:attrNameLst>
                                      </p:cBhvr>
                                      <p:tavLst>
                                        <p:tav tm="0">
                                          <p:val>
                                            <p:strVal val="#ppt_x-#ppt_w/2"/>
                                          </p:val>
                                        </p:tav>
                                        <p:tav tm="100000">
                                          <p:val>
                                            <p:strVal val="#ppt_x"/>
                                          </p:val>
                                        </p:tav>
                                      </p:tavLst>
                                    </p:anim>
                                    <p:anim calcmode="lin" valueType="num">
                                      <p:cBhvr>
                                        <p:cTn id="302" dur="500" fill="hold"/>
                                        <p:tgtEl>
                                          <p:spTgt spid="30765"/>
                                        </p:tgtEl>
                                        <p:attrNameLst>
                                          <p:attrName>ppt_y</p:attrName>
                                        </p:attrNameLst>
                                      </p:cBhvr>
                                      <p:tavLst>
                                        <p:tav tm="0">
                                          <p:val>
                                            <p:strVal val="#ppt_y"/>
                                          </p:val>
                                        </p:tav>
                                        <p:tav tm="100000">
                                          <p:val>
                                            <p:strVal val="#ppt_y"/>
                                          </p:val>
                                        </p:tav>
                                      </p:tavLst>
                                    </p:anim>
                                    <p:anim calcmode="lin" valueType="num">
                                      <p:cBhvr>
                                        <p:cTn id="303" dur="500" fill="hold"/>
                                        <p:tgtEl>
                                          <p:spTgt spid="30765"/>
                                        </p:tgtEl>
                                        <p:attrNameLst>
                                          <p:attrName>ppt_w</p:attrName>
                                        </p:attrNameLst>
                                      </p:cBhvr>
                                      <p:tavLst>
                                        <p:tav tm="0">
                                          <p:val>
                                            <p:fltVal val="0"/>
                                          </p:val>
                                        </p:tav>
                                        <p:tav tm="100000">
                                          <p:val>
                                            <p:strVal val="#ppt_w"/>
                                          </p:val>
                                        </p:tav>
                                      </p:tavLst>
                                    </p:anim>
                                    <p:anim calcmode="lin" valueType="num">
                                      <p:cBhvr>
                                        <p:cTn id="304" dur="500" fill="hold"/>
                                        <p:tgtEl>
                                          <p:spTgt spid="30765"/>
                                        </p:tgtEl>
                                        <p:attrNameLst>
                                          <p:attrName>ppt_h</p:attrName>
                                        </p:attrNameLst>
                                      </p:cBhvr>
                                      <p:tavLst>
                                        <p:tav tm="0">
                                          <p:val>
                                            <p:strVal val="#ppt_h"/>
                                          </p:val>
                                        </p:tav>
                                        <p:tav tm="100000">
                                          <p:val>
                                            <p:strVal val="#ppt_h"/>
                                          </p:val>
                                        </p:tav>
                                      </p:tavLst>
                                    </p:anim>
                                  </p:childTnLst>
                                </p:cTn>
                              </p:par>
                            </p:childTnLst>
                          </p:cTn>
                        </p:par>
                      </p:childTnLst>
                    </p:cTn>
                  </p:par>
                  <p:par>
                    <p:cTn id="305" fill="hold" nodeType="clickPar">
                      <p:stCondLst>
                        <p:cond delay="indefinite"/>
                      </p:stCondLst>
                      <p:childTnLst>
                        <p:par>
                          <p:cTn id="306" fill="hold" nodeType="withGroup">
                            <p:stCondLst>
                              <p:cond delay="0"/>
                            </p:stCondLst>
                            <p:childTnLst>
                              <p:par>
                                <p:cTn id="307" presetID="17" presetClass="entr" presetSubtype="4" fill="hold" grpId="0" nodeType="clickEffect">
                                  <p:stCondLst>
                                    <p:cond delay="0"/>
                                  </p:stCondLst>
                                  <p:childTnLst>
                                    <p:set>
                                      <p:cBhvr>
                                        <p:cTn id="308" dur="1" fill="hold">
                                          <p:stCondLst>
                                            <p:cond delay="0"/>
                                          </p:stCondLst>
                                        </p:cTn>
                                        <p:tgtEl>
                                          <p:spTgt spid="30766"/>
                                        </p:tgtEl>
                                        <p:attrNameLst>
                                          <p:attrName>style.visibility</p:attrName>
                                        </p:attrNameLst>
                                      </p:cBhvr>
                                      <p:to>
                                        <p:strVal val="visible"/>
                                      </p:to>
                                    </p:set>
                                    <p:anim calcmode="lin" valueType="num">
                                      <p:cBhvr>
                                        <p:cTn id="309" dur="500" fill="hold"/>
                                        <p:tgtEl>
                                          <p:spTgt spid="30766"/>
                                        </p:tgtEl>
                                        <p:attrNameLst>
                                          <p:attrName>ppt_x</p:attrName>
                                        </p:attrNameLst>
                                      </p:cBhvr>
                                      <p:tavLst>
                                        <p:tav tm="0">
                                          <p:val>
                                            <p:strVal val="#ppt_x"/>
                                          </p:val>
                                        </p:tav>
                                        <p:tav tm="100000">
                                          <p:val>
                                            <p:strVal val="#ppt_x"/>
                                          </p:val>
                                        </p:tav>
                                      </p:tavLst>
                                    </p:anim>
                                    <p:anim calcmode="lin" valueType="num">
                                      <p:cBhvr>
                                        <p:cTn id="310" dur="500" fill="hold"/>
                                        <p:tgtEl>
                                          <p:spTgt spid="30766"/>
                                        </p:tgtEl>
                                        <p:attrNameLst>
                                          <p:attrName>ppt_y</p:attrName>
                                        </p:attrNameLst>
                                      </p:cBhvr>
                                      <p:tavLst>
                                        <p:tav tm="0">
                                          <p:val>
                                            <p:strVal val="#ppt_y+#ppt_h/2"/>
                                          </p:val>
                                        </p:tav>
                                        <p:tav tm="100000">
                                          <p:val>
                                            <p:strVal val="#ppt_y"/>
                                          </p:val>
                                        </p:tav>
                                      </p:tavLst>
                                    </p:anim>
                                    <p:anim calcmode="lin" valueType="num">
                                      <p:cBhvr>
                                        <p:cTn id="311" dur="500" fill="hold"/>
                                        <p:tgtEl>
                                          <p:spTgt spid="30766"/>
                                        </p:tgtEl>
                                        <p:attrNameLst>
                                          <p:attrName>ppt_w</p:attrName>
                                        </p:attrNameLst>
                                      </p:cBhvr>
                                      <p:tavLst>
                                        <p:tav tm="0">
                                          <p:val>
                                            <p:strVal val="#ppt_w"/>
                                          </p:val>
                                        </p:tav>
                                        <p:tav tm="100000">
                                          <p:val>
                                            <p:strVal val="#ppt_w"/>
                                          </p:val>
                                        </p:tav>
                                      </p:tavLst>
                                    </p:anim>
                                    <p:anim calcmode="lin" valueType="num">
                                      <p:cBhvr>
                                        <p:cTn id="312" dur="500" fill="hold"/>
                                        <p:tgtEl>
                                          <p:spTgt spid="30766"/>
                                        </p:tgtEl>
                                        <p:attrNameLst>
                                          <p:attrName>ppt_h</p:attrName>
                                        </p:attrNameLst>
                                      </p:cBhvr>
                                      <p:tavLst>
                                        <p:tav tm="0">
                                          <p:val>
                                            <p:fltVal val="0"/>
                                          </p:val>
                                        </p:tav>
                                        <p:tav tm="100000">
                                          <p:val>
                                            <p:strVal val="#ppt_h"/>
                                          </p:val>
                                        </p:tav>
                                      </p:tavLst>
                                    </p:anim>
                                  </p:childTnLst>
                                </p:cTn>
                              </p:par>
                            </p:childTnLst>
                          </p:cTn>
                        </p:par>
                      </p:childTnLst>
                    </p:cTn>
                  </p:par>
                  <p:par>
                    <p:cTn id="313" fill="hold" nodeType="clickPar">
                      <p:stCondLst>
                        <p:cond delay="indefinite"/>
                      </p:stCondLst>
                      <p:childTnLst>
                        <p:par>
                          <p:cTn id="314" fill="hold" nodeType="withGroup">
                            <p:stCondLst>
                              <p:cond delay="0"/>
                            </p:stCondLst>
                            <p:childTnLst>
                              <p:par>
                                <p:cTn id="315" presetID="17" presetClass="entr" presetSubtype="4" fill="hold" grpId="0" nodeType="clickEffect">
                                  <p:stCondLst>
                                    <p:cond delay="0"/>
                                  </p:stCondLst>
                                  <p:childTnLst>
                                    <p:set>
                                      <p:cBhvr>
                                        <p:cTn id="316" dur="1" fill="hold">
                                          <p:stCondLst>
                                            <p:cond delay="0"/>
                                          </p:stCondLst>
                                        </p:cTn>
                                        <p:tgtEl>
                                          <p:spTgt spid="30767"/>
                                        </p:tgtEl>
                                        <p:attrNameLst>
                                          <p:attrName>style.visibility</p:attrName>
                                        </p:attrNameLst>
                                      </p:cBhvr>
                                      <p:to>
                                        <p:strVal val="visible"/>
                                      </p:to>
                                    </p:set>
                                    <p:anim calcmode="lin" valueType="num">
                                      <p:cBhvr>
                                        <p:cTn id="317" dur="500" fill="hold"/>
                                        <p:tgtEl>
                                          <p:spTgt spid="30767"/>
                                        </p:tgtEl>
                                        <p:attrNameLst>
                                          <p:attrName>ppt_x</p:attrName>
                                        </p:attrNameLst>
                                      </p:cBhvr>
                                      <p:tavLst>
                                        <p:tav tm="0">
                                          <p:val>
                                            <p:strVal val="#ppt_x"/>
                                          </p:val>
                                        </p:tav>
                                        <p:tav tm="100000">
                                          <p:val>
                                            <p:strVal val="#ppt_x"/>
                                          </p:val>
                                        </p:tav>
                                      </p:tavLst>
                                    </p:anim>
                                    <p:anim calcmode="lin" valueType="num">
                                      <p:cBhvr>
                                        <p:cTn id="318" dur="500" fill="hold"/>
                                        <p:tgtEl>
                                          <p:spTgt spid="30767"/>
                                        </p:tgtEl>
                                        <p:attrNameLst>
                                          <p:attrName>ppt_y</p:attrName>
                                        </p:attrNameLst>
                                      </p:cBhvr>
                                      <p:tavLst>
                                        <p:tav tm="0">
                                          <p:val>
                                            <p:strVal val="#ppt_y+#ppt_h/2"/>
                                          </p:val>
                                        </p:tav>
                                        <p:tav tm="100000">
                                          <p:val>
                                            <p:strVal val="#ppt_y"/>
                                          </p:val>
                                        </p:tav>
                                      </p:tavLst>
                                    </p:anim>
                                    <p:anim calcmode="lin" valueType="num">
                                      <p:cBhvr>
                                        <p:cTn id="319" dur="500" fill="hold"/>
                                        <p:tgtEl>
                                          <p:spTgt spid="30767"/>
                                        </p:tgtEl>
                                        <p:attrNameLst>
                                          <p:attrName>ppt_w</p:attrName>
                                        </p:attrNameLst>
                                      </p:cBhvr>
                                      <p:tavLst>
                                        <p:tav tm="0">
                                          <p:val>
                                            <p:strVal val="#ppt_w"/>
                                          </p:val>
                                        </p:tav>
                                        <p:tav tm="100000">
                                          <p:val>
                                            <p:strVal val="#ppt_w"/>
                                          </p:val>
                                        </p:tav>
                                      </p:tavLst>
                                    </p:anim>
                                    <p:anim calcmode="lin" valueType="num">
                                      <p:cBhvr>
                                        <p:cTn id="320" dur="500" fill="hold"/>
                                        <p:tgtEl>
                                          <p:spTgt spid="30767"/>
                                        </p:tgtEl>
                                        <p:attrNameLst>
                                          <p:attrName>ppt_h</p:attrName>
                                        </p:attrNameLst>
                                      </p:cBhvr>
                                      <p:tavLst>
                                        <p:tav tm="0">
                                          <p:val>
                                            <p:fltVal val="0"/>
                                          </p:val>
                                        </p:tav>
                                        <p:tav tm="100000">
                                          <p:val>
                                            <p:strVal val="#ppt_h"/>
                                          </p:val>
                                        </p:tav>
                                      </p:tavLst>
                                    </p:anim>
                                  </p:childTnLst>
                                </p:cTn>
                              </p:par>
                            </p:childTnLst>
                          </p:cTn>
                        </p:par>
                      </p:childTnLst>
                    </p:cTn>
                  </p:par>
                  <p:par>
                    <p:cTn id="321" fill="hold" nodeType="clickPar">
                      <p:stCondLst>
                        <p:cond delay="indefinite"/>
                      </p:stCondLst>
                      <p:childTnLst>
                        <p:par>
                          <p:cTn id="322" fill="hold" nodeType="withGroup">
                            <p:stCondLst>
                              <p:cond delay="0"/>
                            </p:stCondLst>
                            <p:childTnLst>
                              <p:par>
                                <p:cTn id="323" presetID="17" presetClass="entr" presetSubtype="4" fill="hold" grpId="0" nodeType="clickEffect">
                                  <p:stCondLst>
                                    <p:cond delay="0"/>
                                  </p:stCondLst>
                                  <p:childTnLst>
                                    <p:set>
                                      <p:cBhvr>
                                        <p:cTn id="324" dur="1" fill="hold">
                                          <p:stCondLst>
                                            <p:cond delay="0"/>
                                          </p:stCondLst>
                                        </p:cTn>
                                        <p:tgtEl>
                                          <p:spTgt spid="30768"/>
                                        </p:tgtEl>
                                        <p:attrNameLst>
                                          <p:attrName>style.visibility</p:attrName>
                                        </p:attrNameLst>
                                      </p:cBhvr>
                                      <p:to>
                                        <p:strVal val="visible"/>
                                      </p:to>
                                    </p:set>
                                    <p:anim calcmode="lin" valueType="num">
                                      <p:cBhvr>
                                        <p:cTn id="325" dur="500" fill="hold"/>
                                        <p:tgtEl>
                                          <p:spTgt spid="30768"/>
                                        </p:tgtEl>
                                        <p:attrNameLst>
                                          <p:attrName>ppt_x</p:attrName>
                                        </p:attrNameLst>
                                      </p:cBhvr>
                                      <p:tavLst>
                                        <p:tav tm="0">
                                          <p:val>
                                            <p:strVal val="#ppt_x"/>
                                          </p:val>
                                        </p:tav>
                                        <p:tav tm="100000">
                                          <p:val>
                                            <p:strVal val="#ppt_x"/>
                                          </p:val>
                                        </p:tav>
                                      </p:tavLst>
                                    </p:anim>
                                    <p:anim calcmode="lin" valueType="num">
                                      <p:cBhvr>
                                        <p:cTn id="326" dur="500" fill="hold"/>
                                        <p:tgtEl>
                                          <p:spTgt spid="30768"/>
                                        </p:tgtEl>
                                        <p:attrNameLst>
                                          <p:attrName>ppt_y</p:attrName>
                                        </p:attrNameLst>
                                      </p:cBhvr>
                                      <p:tavLst>
                                        <p:tav tm="0">
                                          <p:val>
                                            <p:strVal val="#ppt_y+#ppt_h/2"/>
                                          </p:val>
                                        </p:tav>
                                        <p:tav tm="100000">
                                          <p:val>
                                            <p:strVal val="#ppt_y"/>
                                          </p:val>
                                        </p:tav>
                                      </p:tavLst>
                                    </p:anim>
                                    <p:anim calcmode="lin" valueType="num">
                                      <p:cBhvr>
                                        <p:cTn id="327" dur="500" fill="hold"/>
                                        <p:tgtEl>
                                          <p:spTgt spid="30768"/>
                                        </p:tgtEl>
                                        <p:attrNameLst>
                                          <p:attrName>ppt_w</p:attrName>
                                        </p:attrNameLst>
                                      </p:cBhvr>
                                      <p:tavLst>
                                        <p:tav tm="0">
                                          <p:val>
                                            <p:strVal val="#ppt_w"/>
                                          </p:val>
                                        </p:tav>
                                        <p:tav tm="100000">
                                          <p:val>
                                            <p:strVal val="#ppt_w"/>
                                          </p:val>
                                        </p:tav>
                                      </p:tavLst>
                                    </p:anim>
                                    <p:anim calcmode="lin" valueType="num">
                                      <p:cBhvr>
                                        <p:cTn id="328" dur="500" fill="hold"/>
                                        <p:tgtEl>
                                          <p:spTgt spid="30768"/>
                                        </p:tgtEl>
                                        <p:attrNameLst>
                                          <p:attrName>ppt_h</p:attrName>
                                        </p:attrNameLst>
                                      </p:cBhvr>
                                      <p:tavLst>
                                        <p:tav tm="0">
                                          <p:val>
                                            <p:fltVal val="0"/>
                                          </p:val>
                                        </p:tav>
                                        <p:tav tm="100000">
                                          <p:val>
                                            <p:strVal val="#ppt_h"/>
                                          </p:val>
                                        </p:tav>
                                      </p:tavLst>
                                    </p:anim>
                                  </p:childTnLst>
                                </p:cTn>
                              </p:par>
                            </p:childTnLst>
                          </p:cTn>
                        </p:par>
                      </p:childTnLst>
                    </p:cTn>
                  </p:par>
                  <p:par>
                    <p:cTn id="329" fill="hold" nodeType="clickPar">
                      <p:stCondLst>
                        <p:cond delay="indefinite"/>
                      </p:stCondLst>
                      <p:childTnLst>
                        <p:par>
                          <p:cTn id="330" fill="hold" nodeType="withGroup">
                            <p:stCondLst>
                              <p:cond delay="0"/>
                            </p:stCondLst>
                            <p:childTnLst>
                              <p:par>
                                <p:cTn id="331" presetID="17" presetClass="entr" presetSubtype="8" fill="hold" grpId="0" nodeType="clickEffect">
                                  <p:stCondLst>
                                    <p:cond delay="0"/>
                                  </p:stCondLst>
                                  <p:childTnLst>
                                    <p:set>
                                      <p:cBhvr>
                                        <p:cTn id="332" dur="1" fill="hold">
                                          <p:stCondLst>
                                            <p:cond delay="0"/>
                                          </p:stCondLst>
                                        </p:cTn>
                                        <p:tgtEl>
                                          <p:spTgt spid="30769"/>
                                        </p:tgtEl>
                                        <p:attrNameLst>
                                          <p:attrName>style.visibility</p:attrName>
                                        </p:attrNameLst>
                                      </p:cBhvr>
                                      <p:to>
                                        <p:strVal val="visible"/>
                                      </p:to>
                                    </p:set>
                                    <p:anim calcmode="lin" valueType="num">
                                      <p:cBhvr>
                                        <p:cTn id="333" dur="500" fill="hold"/>
                                        <p:tgtEl>
                                          <p:spTgt spid="30769"/>
                                        </p:tgtEl>
                                        <p:attrNameLst>
                                          <p:attrName>ppt_x</p:attrName>
                                        </p:attrNameLst>
                                      </p:cBhvr>
                                      <p:tavLst>
                                        <p:tav tm="0">
                                          <p:val>
                                            <p:strVal val="#ppt_x-#ppt_w/2"/>
                                          </p:val>
                                        </p:tav>
                                        <p:tav tm="100000">
                                          <p:val>
                                            <p:strVal val="#ppt_x"/>
                                          </p:val>
                                        </p:tav>
                                      </p:tavLst>
                                    </p:anim>
                                    <p:anim calcmode="lin" valueType="num">
                                      <p:cBhvr>
                                        <p:cTn id="334" dur="500" fill="hold"/>
                                        <p:tgtEl>
                                          <p:spTgt spid="30769"/>
                                        </p:tgtEl>
                                        <p:attrNameLst>
                                          <p:attrName>ppt_y</p:attrName>
                                        </p:attrNameLst>
                                      </p:cBhvr>
                                      <p:tavLst>
                                        <p:tav tm="0">
                                          <p:val>
                                            <p:strVal val="#ppt_y"/>
                                          </p:val>
                                        </p:tav>
                                        <p:tav tm="100000">
                                          <p:val>
                                            <p:strVal val="#ppt_y"/>
                                          </p:val>
                                        </p:tav>
                                      </p:tavLst>
                                    </p:anim>
                                    <p:anim calcmode="lin" valueType="num">
                                      <p:cBhvr>
                                        <p:cTn id="335" dur="500" fill="hold"/>
                                        <p:tgtEl>
                                          <p:spTgt spid="30769"/>
                                        </p:tgtEl>
                                        <p:attrNameLst>
                                          <p:attrName>ppt_w</p:attrName>
                                        </p:attrNameLst>
                                      </p:cBhvr>
                                      <p:tavLst>
                                        <p:tav tm="0">
                                          <p:val>
                                            <p:fltVal val="0"/>
                                          </p:val>
                                        </p:tav>
                                        <p:tav tm="100000">
                                          <p:val>
                                            <p:strVal val="#ppt_w"/>
                                          </p:val>
                                        </p:tav>
                                      </p:tavLst>
                                    </p:anim>
                                    <p:anim calcmode="lin" valueType="num">
                                      <p:cBhvr>
                                        <p:cTn id="336" dur="500" fill="hold"/>
                                        <p:tgtEl>
                                          <p:spTgt spid="30769"/>
                                        </p:tgtEl>
                                        <p:attrNameLst>
                                          <p:attrName>ppt_h</p:attrName>
                                        </p:attrNameLst>
                                      </p:cBhvr>
                                      <p:tavLst>
                                        <p:tav tm="0">
                                          <p:val>
                                            <p:strVal val="#ppt_h"/>
                                          </p:val>
                                        </p:tav>
                                        <p:tav tm="100000">
                                          <p:val>
                                            <p:strVal val="#ppt_h"/>
                                          </p:val>
                                        </p:tav>
                                      </p:tavLst>
                                    </p:anim>
                                  </p:childTnLst>
                                </p:cTn>
                              </p:par>
                            </p:childTnLst>
                          </p:cTn>
                        </p:par>
                      </p:childTnLst>
                    </p:cTn>
                  </p:par>
                  <p:par>
                    <p:cTn id="337" fill="hold" nodeType="clickPar">
                      <p:stCondLst>
                        <p:cond delay="indefinite"/>
                      </p:stCondLst>
                      <p:childTnLst>
                        <p:par>
                          <p:cTn id="338" fill="hold" nodeType="withGroup">
                            <p:stCondLst>
                              <p:cond delay="0"/>
                            </p:stCondLst>
                            <p:childTnLst>
                              <p:par>
                                <p:cTn id="339" presetID="17" presetClass="entr" presetSubtype="8" fill="hold" grpId="0" nodeType="clickEffect">
                                  <p:stCondLst>
                                    <p:cond delay="0"/>
                                  </p:stCondLst>
                                  <p:childTnLst>
                                    <p:set>
                                      <p:cBhvr>
                                        <p:cTn id="340" dur="1" fill="hold">
                                          <p:stCondLst>
                                            <p:cond delay="0"/>
                                          </p:stCondLst>
                                        </p:cTn>
                                        <p:tgtEl>
                                          <p:spTgt spid="30770"/>
                                        </p:tgtEl>
                                        <p:attrNameLst>
                                          <p:attrName>style.visibility</p:attrName>
                                        </p:attrNameLst>
                                      </p:cBhvr>
                                      <p:to>
                                        <p:strVal val="visible"/>
                                      </p:to>
                                    </p:set>
                                    <p:anim calcmode="lin" valueType="num">
                                      <p:cBhvr>
                                        <p:cTn id="341" dur="500" fill="hold"/>
                                        <p:tgtEl>
                                          <p:spTgt spid="30770"/>
                                        </p:tgtEl>
                                        <p:attrNameLst>
                                          <p:attrName>ppt_x</p:attrName>
                                        </p:attrNameLst>
                                      </p:cBhvr>
                                      <p:tavLst>
                                        <p:tav tm="0">
                                          <p:val>
                                            <p:strVal val="#ppt_x-#ppt_w/2"/>
                                          </p:val>
                                        </p:tav>
                                        <p:tav tm="100000">
                                          <p:val>
                                            <p:strVal val="#ppt_x"/>
                                          </p:val>
                                        </p:tav>
                                      </p:tavLst>
                                    </p:anim>
                                    <p:anim calcmode="lin" valueType="num">
                                      <p:cBhvr>
                                        <p:cTn id="342" dur="500" fill="hold"/>
                                        <p:tgtEl>
                                          <p:spTgt spid="30770"/>
                                        </p:tgtEl>
                                        <p:attrNameLst>
                                          <p:attrName>ppt_y</p:attrName>
                                        </p:attrNameLst>
                                      </p:cBhvr>
                                      <p:tavLst>
                                        <p:tav tm="0">
                                          <p:val>
                                            <p:strVal val="#ppt_y"/>
                                          </p:val>
                                        </p:tav>
                                        <p:tav tm="100000">
                                          <p:val>
                                            <p:strVal val="#ppt_y"/>
                                          </p:val>
                                        </p:tav>
                                      </p:tavLst>
                                    </p:anim>
                                    <p:anim calcmode="lin" valueType="num">
                                      <p:cBhvr>
                                        <p:cTn id="343" dur="500" fill="hold"/>
                                        <p:tgtEl>
                                          <p:spTgt spid="30770"/>
                                        </p:tgtEl>
                                        <p:attrNameLst>
                                          <p:attrName>ppt_w</p:attrName>
                                        </p:attrNameLst>
                                      </p:cBhvr>
                                      <p:tavLst>
                                        <p:tav tm="0">
                                          <p:val>
                                            <p:fltVal val="0"/>
                                          </p:val>
                                        </p:tav>
                                        <p:tav tm="100000">
                                          <p:val>
                                            <p:strVal val="#ppt_w"/>
                                          </p:val>
                                        </p:tav>
                                      </p:tavLst>
                                    </p:anim>
                                    <p:anim calcmode="lin" valueType="num">
                                      <p:cBhvr>
                                        <p:cTn id="344" dur="500" fill="hold"/>
                                        <p:tgtEl>
                                          <p:spTgt spid="30770"/>
                                        </p:tgtEl>
                                        <p:attrNameLst>
                                          <p:attrName>ppt_h</p:attrName>
                                        </p:attrNameLst>
                                      </p:cBhvr>
                                      <p:tavLst>
                                        <p:tav tm="0">
                                          <p:val>
                                            <p:strVal val="#ppt_h"/>
                                          </p:val>
                                        </p:tav>
                                        <p:tav tm="100000">
                                          <p:val>
                                            <p:strVal val="#ppt_h"/>
                                          </p:val>
                                        </p:tav>
                                      </p:tavLst>
                                    </p:anim>
                                  </p:childTnLst>
                                </p:cTn>
                              </p:par>
                            </p:childTnLst>
                          </p:cTn>
                        </p:par>
                      </p:childTnLst>
                    </p:cTn>
                  </p:par>
                  <p:par>
                    <p:cTn id="345" fill="hold" nodeType="clickPar">
                      <p:stCondLst>
                        <p:cond delay="indefinite"/>
                      </p:stCondLst>
                      <p:childTnLst>
                        <p:par>
                          <p:cTn id="346" fill="hold" nodeType="withGroup">
                            <p:stCondLst>
                              <p:cond delay="0"/>
                            </p:stCondLst>
                            <p:childTnLst>
                              <p:par>
                                <p:cTn id="347" presetID="17" presetClass="entr" presetSubtype="8" fill="hold" grpId="0" nodeType="clickEffect">
                                  <p:stCondLst>
                                    <p:cond delay="0"/>
                                  </p:stCondLst>
                                  <p:childTnLst>
                                    <p:set>
                                      <p:cBhvr>
                                        <p:cTn id="348" dur="1" fill="hold">
                                          <p:stCondLst>
                                            <p:cond delay="0"/>
                                          </p:stCondLst>
                                        </p:cTn>
                                        <p:tgtEl>
                                          <p:spTgt spid="30771"/>
                                        </p:tgtEl>
                                        <p:attrNameLst>
                                          <p:attrName>style.visibility</p:attrName>
                                        </p:attrNameLst>
                                      </p:cBhvr>
                                      <p:to>
                                        <p:strVal val="visible"/>
                                      </p:to>
                                    </p:set>
                                    <p:anim calcmode="lin" valueType="num">
                                      <p:cBhvr>
                                        <p:cTn id="349" dur="500" fill="hold"/>
                                        <p:tgtEl>
                                          <p:spTgt spid="30771"/>
                                        </p:tgtEl>
                                        <p:attrNameLst>
                                          <p:attrName>ppt_x</p:attrName>
                                        </p:attrNameLst>
                                      </p:cBhvr>
                                      <p:tavLst>
                                        <p:tav tm="0">
                                          <p:val>
                                            <p:strVal val="#ppt_x-#ppt_w/2"/>
                                          </p:val>
                                        </p:tav>
                                        <p:tav tm="100000">
                                          <p:val>
                                            <p:strVal val="#ppt_x"/>
                                          </p:val>
                                        </p:tav>
                                      </p:tavLst>
                                    </p:anim>
                                    <p:anim calcmode="lin" valueType="num">
                                      <p:cBhvr>
                                        <p:cTn id="350" dur="500" fill="hold"/>
                                        <p:tgtEl>
                                          <p:spTgt spid="30771"/>
                                        </p:tgtEl>
                                        <p:attrNameLst>
                                          <p:attrName>ppt_y</p:attrName>
                                        </p:attrNameLst>
                                      </p:cBhvr>
                                      <p:tavLst>
                                        <p:tav tm="0">
                                          <p:val>
                                            <p:strVal val="#ppt_y"/>
                                          </p:val>
                                        </p:tav>
                                        <p:tav tm="100000">
                                          <p:val>
                                            <p:strVal val="#ppt_y"/>
                                          </p:val>
                                        </p:tav>
                                      </p:tavLst>
                                    </p:anim>
                                    <p:anim calcmode="lin" valueType="num">
                                      <p:cBhvr>
                                        <p:cTn id="351" dur="500" fill="hold"/>
                                        <p:tgtEl>
                                          <p:spTgt spid="30771"/>
                                        </p:tgtEl>
                                        <p:attrNameLst>
                                          <p:attrName>ppt_w</p:attrName>
                                        </p:attrNameLst>
                                      </p:cBhvr>
                                      <p:tavLst>
                                        <p:tav tm="0">
                                          <p:val>
                                            <p:fltVal val="0"/>
                                          </p:val>
                                        </p:tav>
                                        <p:tav tm="100000">
                                          <p:val>
                                            <p:strVal val="#ppt_w"/>
                                          </p:val>
                                        </p:tav>
                                      </p:tavLst>
                                    </p:anim>
                                    <p:anim calcmode="lin" valueType="num">
                                      <p:cBhvr>
                                        <p:cTn id="352" dur="500" fill="hold"/>
                                        <p:tgtEl>
                                          <p:spTgt spid="30771"/>
                                        </p:tgtEl>
                                        <p:attrNameLst>
                                          <p:attrName>ppt_h</p:attrName>
                                        </p:attrNameLst>
                                      </p:cBhvr>
                                      <p:tavLst>
                                        <p:tav tm="0">
                                          <p:val>
                                            <p:strVal val="#ppt_h"/>
                                          </p:val>
                                        </p:tav>
                                        <p:tav tm="100000">
                                          <p:val>
                                            <p:strVal val="#ppt_h"/>
                                          </p:val>
                                        </p:tav>
                                      </p:tavLst>
                                    </p:anim>
                                  </p:childTnLst>
                                </p:cTn>
                              </p:par>
                            </p:childTnLst>
                          </p:cTn>
                        </p:par>
                      </p:childTnLst>
                    </p:cTn>
                  </p:par>
                  <p:par>
                    <p:cTn id="353" fill="hold" nodeType="clickPar">
                      <p:stCondLst>
                        <p:cond delay="indefinite"/>
                      </p:stCondLst>
                      <p:childTnLst>
                        <p:par>
                          <p:cTn id="354" fill="hold" nodeType="withGroup">
                            <p:stCondLst>
                              <p:cond delay="0"/>
                            </p:stCondLst>
                            <p:childTnLst>
                              <p:par>
                                <p:cTn id="355" presetID="17" presetClass="entr" presetSubtype="8" fill="hold" grpId="0" nodeType="clickEffect">
                                  <p:stCondLst>
                                    <p:cond delay="0"/>
                                  </p:stCondLst>
                                  <p:childTnLst>
                                    <p:set>
                                      <p:cBhvr>
                                        <p:cTn id="356" dur="1" fill="hold">
                                          <p:stCondLst>
                                            <p:cond delay="0"/>
                                          </p:stCondLst>
                                        </p:cTn>
                                        <p:tgtEl>
                                          <p:spTgt spid="30772"/>
                                        </p:tgtEl>
                                        <p:attrNameLst>
                                          <p:attrName>style.visibility</p:attrName>
                                        </p:attrNameLst>
                                      </p:cBhvr>
                                      <p:to>
                                        <p:strVal val="visible"/>
                                      </p:to>
                                    </p:set>
                                    <p:anim calcmode="lin" valueType="num">
                                      <p:cBhvr>
                                        <p:cTn id="357" dur="500" fill="hold"/>
                                        <p:tgtEl>
                                          <p:spTgt spid="30772"/>
                                        </p:tgtEl>
                                        <p:attrNameLst>
                                          <p:attrName>ppt_x</p:attrName>
                                        </p:attrNameLst>
                                      </p:cBhvr>
                                      <p:tavLst>
                                        <p:tav tm="0">
                                          <p:val>
                                            <p:strVal val="#ppt_x-#ppt_w/2"/>
                                          </p:val>
                                        </p:tav>
                                        <p:tav tm="100000">
                                          <p:val>
                                            <p:strVal val="#ppt_x"/>
                                          </p:val>
                                        </p:tav>
                                      </p:tavLst>
                                    </p:anim>
                                    <p:anim calcmode="lin" valueType="num">
                                      <p:cBhvr>
                                        <p:cTn id="358" dur="500" fill="hold"/>
                                        <p:tgtEl>
                                          <p:spTgt spid="30772"/>
                                        </p:tgtEl>
                                        <p:attrNameLst>
                                          <p:attrName>ppt_y</p:attrName>
                                        </p:attrNameLst>
                                      </p:cBhvr>
                                      <p:tavLst>
                                        <p:tav tm="0">
                                          <p:val>
                                            <p:strVal val="#ppt_y"/>
                                          </p:val>
                                        </p:tav>
                                        <p:tav tm="100000">
                                          <p:val>
                                            <p:strVal val="#ppt_y"/>
                                          </p:val>
                                        </p:tav>
                                      </p:tavLst>
                                    </p:anim>
                                    <p:anim calcmode="lin" valueType="num">
                                      <p:cBhvr>
                                        <p:cTn id="359" dur="500" fill="hold"/>
                                        <p:tgtEl>
                                          <p:spTgt spid="30772"/>
                                        </p:tgtEl>
                                        <p:attrNameLst>
                                          <p:attrName>ppt_w</p:attrName>
                                        </p:attrNameLst>
                                      </p:cBhvr>
                                      <p:tavLst>
                                        <p:tav tm="0">
                                          <p:val>
                                            <p:fltVal val="0"/>
                                          </p:val>
                                        </p:tav>
                                        <p:tav tm="100000">
                                          <p:val>
                                            <p:strVal val="#ppt_w"/>
                                          </p:val>
                                        </p:tav>
                                      </p:tavLst>
                                    </p:anim>
                                    <p:anim calcmode="lin" valueType="num">
                                      <p:cBhvr>
                                        <p:cTn id="360" dur="500" fill="hold"/>
                                        <p:tgtEl>
                                          <p:spTgt spid="30772"/>
                                        </p:tgtEl>
                                        <p:attrNameLst>
                                          <p:attrName>ppt_h</p:attrName>
                                        </p:attrNameLst>
                                      </p:cBhvr>
                                      <p:tavLst>
                                        <p:tav tm="0">
                                          <p:val>
                                            <p:strVal val="#ppt_h"/>
                                          </p:val>
                                        </p:tav>
                                        <p:tav tm="100000">
                                          <p:val>
                                            <p:strVal val="#ppt_h"/>
                                          </p:val>
                                        </p:tav>
                                      </p:tavLst>
                                    </p:anim>
                                  </p:childTnLst>
                                </p:cTn>
                              </p:par>
                            </p:childTnLst>
                          </p:cTn>
                        </p:par>
                      </p:childTnLst>
                    </p:cTn>
                  </p:par>
                  <p:par>
                    <p:cTn id="361" fill="hold" nodeType="clickPar">
                      <p:stCondLst>
                        <p:cond delay="indefinite"/>
                      </p:stCondLst>
                      <p:childTnLst>
                        <p:par>
                          <p:cTn id="362" fill="hold" nodeType="withGroup">
                            <p:stCondLst>
                              <p:cond delay="0"/>
                            </p:stCondLst>
                            <p:childTnLst>
                              <p:par>
                                <p:cTn id="363" presetID="17" presetClass="entr" presetSubtype="8" fill="hold" grpId="0" nodeType="clickEffect">
                                  <p:stCondLst>
                                    <p:cond delay="0"/>
                                  </p:stCondLst>
                                  <p:childTnLst>
                                    <p:set>
                                      <p:cBhvr>
                                        <p:cTn id="364" dur="1" fill="hold">
                                          <p:stCondLst>
                                            <p:cond delay="0"/>
                                          </p:stCondLst>
                                        </p:cTn>
                                        <p:tgtEl>
                                          <p:spTgt spid="30773"/>
                                        </p:tgtEl>
                                        <p:attrNameLst>
                                          <p:attrName>style.visibility</p:attrName>
                                        </p:attrNameLst>
                                      </p:cBhvr>
                                      <p:to>
                                        <p:strVal val="visible"/>
                                      </p:to>
                                    </p:set>
                                    <p:anim calcmode="lin" valueType="num">
                                      <p:cBhvr>
                                        <p:cTn id="365" dur="500" fill="hold"/>
                                        <p:tgtEl>
                                          <p:spTgt spid="30773"/>
                                        </p:tgtEl>
                                        <p:attrNameLst>
                                          <p:attrName>ppt_x</p:attrName>
                                        </p:attrNameLst>
                                      </p:cBhvr>
                                      <p:tavLst>
                                        <p:tav tm="0">
                                          <p:val>
                                            <p:strVal val="#ppt_x-#ppt_w/2"/>
                                          </p:val>
                                        </p:tav>
                                        <p:tav tm="100000">
                                          <p:val>
                                            <p:strVal val="#ppt_x"/>
                                          </p:val>
                                        </p:tav>
                                      </p:tavLst>
                                    </p:anim>
                                    <p:anim calcmode="lin" valueType="num">
                                      <p:cBhvr>
                                        <p:cTn id="366" dur="500" fill="hold"/>
                                        <p:tgtEl>
                                          <p:spTgt spid="30773"/>
                                        </p:tgtEl>
                                        <p:attrNameLst>
                                          <p:attrName>ppt_y</p:attrName>
                                        </p:attrNameLst>
                                      </p:cBhvr>
                                      <p:tavLst>
                                        <p:tav tm="0">
                                          <p:val>
                                            <p:strVal val="#ppt_y"/>
                                          </p:val>
                                        </p:tav>
                                        <p:tav tm="100000">
                                          <p:val>
                                            <p:strVal val="#ppt_y"/>
                                          </p:val>
                                        </p:tav>
                                      </p:tavLst>
                                    </p:anim>
                                    <p:anim calcmode="lin" valueType="num">
                                      <p:cBhvr>
                                        <p:cTn id="367" dur="500" fill="hold"/>
                                        <p:tgtEl>
                                          <p:spTgt spid="30773"/>
                                        </p:tgtEl>
                                        <p:attrNameLst>
                                          <p:attrName>ppt_w</p:attrName>
                                        </p:attrNameLst>
                                      </p:cBhvr>
                                      <p:tavLst>
                                        <p:tav tm="0">
                                          <p:val>
                                            <p:fltVal val="0"/>
                                          </p:val>
                                        </p:tav>
                                        <p:tav tm="100000">
                                          <p:val>
                                            <p:strVal val="#ppt_w"/>
                                          </p:val>
                                        </p:tav>
                                      </p:tavLst>
                                    </p:anim>
                                    <p:anim calcmode="lin" valueType="num">
                                      <p:cBhvr>
                                        <p:cTn id="368" dur="500" fill="hold"/>
                                        <p:tgtEl>
                                          <p:spTgt spid="30773"/>
                                        </p:tgtEl>
                                        <p:attrNameLst>
                                          <p:attrName>ppt_h</p:attrName>
                                        </p:attrNameLst>
                                      </p:cBhvr>
                                      <p:tavLst>
                                        <p:tav tm="0">
                                          <p:val>
                                            <p:strVal val="#ppt_h"/>
                                          </p:val>
                                        </p:tav>
                                        <p:tav tm="100000">
                                          <p:val>
                                            <p:strVal val="#ppt_h"/>
                                          </p:val>
                                        </p:tav>
                                      </p:tavLst>
                                    </p:anim>
                                  </p:childTnLst>
                                </p:cTn>
                              </p:par>
                            </p:childTnLst>
                          </p:cTn>
                        </p:par>
                      </p:childTnLst>
                    </p:cTn>
                  </p:par>
                  <p:par>
                    <p:cTn id="369" fill="hold" nodeType="clickPar">
                      <p:stCondLst>
                        <p:cond delay="indefinite"/>
                      </p:stCondLst>
                      <p:childTnLst>
                        <p:par>
                          <p:cTn id="370" fill="hold" nodeType="withGroup">
                            <p:stCondLst>
                              <p:cond delay="0"/>
                            </p:stCondLst>
                            <p:childTnLst>
                              <p:par>
                                <p:cTn id="371" presetID="17" presetClass="entr" presetSubtype="10" fill="hold" grpId="0" nodeType="clickEffect">
                                  <p:stCondLst>
                                    <p:cond delay="0"/>
                                  </p:stCondLst>
                                  <p:childTnLst>
                                    <p:set>
                                      <p:cBhvr>
                                        <p:cTn id="372" dur="1" fill="hold">
                                          <p:stCondLst>
                                            <p:cond delay="0"/>
                                          </p:stCondLst>
                                        </p:cTn>
                                        <p:tgtEl>
                                          <p:spTgt spid="30822"/>
                                        </p:tgtEl>
                                        <p:attrNameLst>
                                          <p:attrName>style.visibility</p:attrName>
                                        </p:attrNameLst>
                                      </p:cBhvr>
                                      <p:to>
                                        <p:strVal val="visible"/>
                                      </p:to>
                                    </p:set>
                                    <p:anim calcmode="lin" valueType="num">
                                      <p:cBhvr>
                                        <p:cTn id="373" dur="500" fill="hold"/>
                                        <p:tgtEl>
                                          <p:spTgt spid="30822"/>
                                        </p:tgtEl>
                                        <p:attrNameLst>
                                          <p:attrName>ppt_w</p:attrName>
                                        </p:attrNameLst>
                                      </p:cBhvr>
                                      <p:tavLst>
                                        <p:tav tm="0">
                                          <p:val>
                                            <p:fltVal val="0"/>
                                          </p:val>
                                        </p:tav>
                                        <p:tav tm="100000">
                                          <p:val>
                                            <p:strVal val="#ppt_w"/>
                                          </p:val>
                                        </p:tav>
                                      </p:tavLst>
                                    </p:anim>
                                    <p:anim calcmode="lin" valueType="num">
                                      <p:cBhvr>
                                        <p:cTn id="374" dur="500" fill="hold"/>
                                        <p:tgtEl>
                                          <p:spTgt spid="30822"/>
                                        </p:tgtEl>
                                        <p:attrNameLst>
                                          <p:attrName>ppt_h</p:attrName>
                                        </p:attrNameLst>
                                      </p:cBhvr>
                                      <p:tavLst>
                                        <p:tav tm="0">
                                          <p:val>
                                            <p:strVal val="#ppt_h"/>
                                          </p:val>
                                        </p:tav>
                                        <p:tav tm="100000">
                                          <p:val>
                                            <p:strVal val="#ppt_h"/>
                                          </p:val>
                                        </p:tav>
                                      </p:tavLst>
                                    </p:anim>
                                  </p:childTnLst>
                                </p:cTn>
                              </p:par>
                            </p:childTnLst>
                          </p:cTn>
                        </p:par>
                      </p:childTnLst>
                    </p:cTn>
                  </p:par>
                  <p:par>
                    <p:cTn id="375" fill="hold" nodeType="clickPar">
                      <p:stCondLst>
                        <p:cond delay="indefinite"/>
                      </p:stCondLst>
                      <p:childTnLst>
                        <p:par>
                          <p:cTn id="376" fill="hold" nodeType="withGroup">
                            <p:stCondLst>
                              <p:cond delay="0"/>
                            </p:stCondLst>
                            <p:childTnLst>
                              <p:par>
                                <p:cTn id="377" presetID="17" presetClass="entr" presetSubtype="10" fill="hold" grpId="0" nodeType="clickEffect">
                                  <p:stCondLst>
                                    <p:cond delay="0"/>
                                  </p:stCondLst>
                                  <p:childTnLst>
                                    <p:set>
                                      <p:cBhvr>
                                        <p:cTn id="378" dur="1" fill="hold">
                                          <p:stCondLst>
                                            <p:cond delay="0"/>
                                          </p:stCondLst>
                                        </p:cTn>
                                        <p:tgtEl>
                                          <p:spTgt spid="30823"/>
                                        </p:tgtEl>
                                        <p:attrNameLst>
                                          <p:attrName>style.visibility</p:attrName>
                                        </p:attrNameLst>
                                      </p:cBhvr>
                                      <p:to>
                                        <p:strVal val="visible"/>
                                      </p:to>
                                    </p:set>
                                    <p:anim calcmode="lin" valueType="num">
                                      <p:cBhvr>
                                        <p:cTn id="379" dur="500" fill="hold"/>
                                        <p:tgtEl>
                                          <p:spTgt spid="30823"/>
                                        </p:tgtEl>
                                        <p:attrNameLst>
                                          <p:attrName>ppt_w</p:attrName>
                                        </p:attrNameLst>
                                      </p:cBhvr>
                                      <p:tavLst>
                                        <p:tav tm="0">
                                          <p:val>
                                            <p:fltVal val="0"/>
                                          </p:val>
                                        </p:tav>
                                        <p:tav tm="100000">
                                          <p:val>
                                            <p:strVal val="#ppt_w"/>
                                          </p:val>
                                        </p:tav>
                                      </p:tavLst>
                                    </p:anim>
                                    <p:anim calcmode="lin" valueType="num">
                                      <p:cBhvr>
                                        <p:cTn id="380" dur="500" fill="hold"/>
                                        <p:tgtEl>
                                          <p:spTgt spid="30823"/>
                                        </p:tgtEl>
                                        <p:attrNameLst>
                                          <p:attrName>ppt_h</p:attrName>
                                        </p:attrNameLst>
                                      </p:cBhvr>
                                      <p:tavLst>
                                        <p:tav tm="0">
                                          <p:val>
                                            <p:strVal val="#ppt_h"/>
                                          </p:val>
                                        </p:tav>
                                        <p:tav tm="100000">
                                          <p:val>
                                            <p:strVal val="#ppt_h"/>
                                          </p:val>
                                        </p:tav>
                                      </p:tavLst>
                                    </p:anim>
                                  </p:childTnLst>
                                </p:cTn>
                              </p:par>
                            </p:childTnLst>
                          </p:cTn>
                        </p:par>
                      </p:childTnLst>
                    </p:cTn>
                  </p:par>
                  <p:par>
                    <p:cTn id="381" fill="hold" nodeType="clickPar">
                      <p:stCondLst>
                        <p:cond delay="indefinite"/>
                      </p:stCondLst>
                      <p:childTnLst>
                        <p:par>
                          <p:cTn id="382" fill="hold" nodeType="withGroup">
                            <p:stCondLst>
                              <p:cond delay="0"/>
                            </p:stCondLst>
                            <p:childTnLst>
                              <p:par>
                                <p:cTn id="383" presetID="17" presetClass="entr" presetSubtype="10" fill="hold" grpId="0" nodeType="clickEffect">
                                  <p:stCondLst>
                                    <p:cond delay="0"/>
                                  </p:stCondLst>
                                  <p:childTnLst>
                                    <p:set>
                                      <p:cBhvr>
                                        <p:cTn id="384" dur="1" fill="hold">
                                          <p:stCondLst>
                                            <p:cond delay="0"/>
                                          </p:stCondLst>
                                        </p:cTn>
                                        <p:tgtEl>
                                          <p:spTgt spid="30824"/>
                                        </p:tgtEl>
                                        <p:attrNameLst>
                                          <p:attrName>style.visibility</p:attrName>
                                        </p:attrNameLst>
                                      </p:cBhvr>
                                      <p:to>
                                        <p:strVal val="visible"/>
                                      </p:to>
                                    </p:set>
                                    <p:anim calcmode="lin" valueType="num">
                                      <p:cBhvr>
                                        <p:cTn id="385" dur="500" fill="hold"/>
                                        <p:tgtEl>
                                          <p:spTgt spid="30824"/>
                                        </p:tgtEl>
                                        <p:attrNameLst>
                                          <p:attrName>ppt_w</p:attrName>
                                        </p:attrNameLst>
                                      </p:cBhvr>
                                      <p:tavLst>
                                        <p:tav tm="0">
                                          <p:val>
                                            <p:fltVal val="0"/>
                                          </p:val>
                                        </p:tav>
                                        <p:tav tm="100000">
                                          <p:val>
                                            <p:strVal val="#ppt_w"/>
                                          </p:val>
                                        </p:tav>
                                      </p:tavLst>
                                    </p:anim>
                                    <p:anim calcmode="lin" valueType="num">
                                      <p:cBhvr>
                                        <p:cTn id="386" dur="500" fill="hold"/>
                                        <p:tgtEl>
                                          <p:spTgt spid="30824"/>
                                        </p:tgtEl>
                                        <p:attrNameLst>
                                          <p:attrName>ppt_h</p:attrName>
                                        </p:attrNameLst>
                                      </p:cBhvr>
                                      <p:tavLst>
                                        <p:tav tm="0">
                                          <p:val>
                                            <p:strVal val="#ppt_h"/>
                                          </p:val>
                                        </p:tav>
                                        <p:tav tm="100000">
                                          <p:val>
                                            <p:strVal val="#ppt_h"/>
                                          </p:val>
                                        </p:tav>
                                      </p:tavLst>
                                    </p:anim>
                                  </p:childTnLst>
                                </p:cTn>
                              </p:par>
                            </p:childTnLst>
                          </p:cTn>
                        </p:par>
                      </p:childTnLst>
                    </p:cTn>
                  </p:par>
                  <p:par>
                    <p:cTn id="387" fill="hold" nodeType="clickPar">
                      <p:stCondLst>
                        <p:cond delay="indefinite"/>
                      </p:stCondLst>
                      <p:childTnLst>
                        <p:par>
                          <p:cTn id="388" fill="hold" nodeType="withGroup">
                            <p:stCondLst>
                              <p:cond delay="0"/>
                            </p:stCondLst>
                            <p:childTnLst>
                              <p:par>
                                <p:cTn id="389" presetID="17" presetClass="entr" presetSubtype="10" fill="hold" grpId="0" nodeType="clickEffect">
                                  <p:stCondLst>
                                    <p:cond delay="0"/>
                                  </p:stCondLst>
                                  <p:childTnLst>
                                    <p:set>
                                      <p:cBhvr>
                                        <p:cTn id="390" dur="1" fill="hold">
                                          <p:stCondLst>
                                            <p:cond delay="0"/>
                                          </p:stCondLst>
                                        </p:cTn>
                                        <p:tgtEl>
                                          <p:spTgt spid="30825"/>
                                        </p:tgtEl>
                                        <p:attrNameLst>
                                          <p:attrName>style.visibility</p:attrName>
                                        </p:attrNameLst>
                                      </p:cBhvr>
                                      <p:to>
                                        <p:strVal val="visible"/>
                                      </p:to>
                                    </p:set>
                                    <p:anim calcmode="lin" valueType="num">
                                      <p:cBhvr>
                                        <p:cTn id="391" dur="500" fill="hold"/>
                                        <p:tgtEl>
                                          <p:spTgt spid="30825"/>
                                        </p:tgtEl>
                                        <p:attrNameLst>
                                          <p:attrName>ppt_w</p:attrName>
                                        </p:attrNameLst>
                                      </p:cBhvr>
                                      <p:tavLst>
                                        <p:tav tm="0">
                                          <p:val>
                                            <p:fltVal val="0"/>
                                          </p:val>
                                        </p:tav>
                                        <p:tav tm="100000">
                                          <p:val>
                                            <p:strVal val="#ppt_w"/>
                                          </p:val>
                                        </p:tav>
                                      </p:tavLst>
                                    </p:anim>
                                    <p:anim calcmode="lin" valueType="num">
                                      <p:cBhvr>
                                        <p:cTn id="392" dur="500" fill="hold"/>
                                        <p:tgtEl>
                                          <p:spTgt spid="30825"/>
                                        </p:tgtEl>
                                        <p:attrNameLst>
                                          <p:attrName>ppt_h</p:attrName>
                                        </p:attrNameLst>
                                      </p:cBhvr>
                                      <p:tavLst>
                                        <p:tav tm="0">
                                          <p:val>
                                            <p:strVal val="#ppt_h"/>
                                          </p:val>
                                        </p:tav>
                                        <p:tav tm="100000">
                                          <p:val>
                                            <p:strVal val="#ppt_h"/>
                                          </p:val>
                                        </p:tav>
                                      </p:tavLst>
                                    </p:anim>
                                  </p:childTnLst>
                                </p:cTn>
                              </p:par>
                            </p:childTnLst>
                          </p:cTn>
                        </p:par>
                      </p:childTnLst>
                    </p:cTn>
                  </p:par>
                  <p:par>
                    <p:cTn id="393" fill="hold" nodeType="clickPar">
                      <p:stCondLst>
                        <p:cond delay="indefinite"/>
                      </p:stCondLst>
                      <p:childTnLst>
                        <p:par>
                          <p:cTn id="394" fill="hold" nodeType="withGroup">
                            <p:stCondLst>
                              <p:cond delay="0"/>
                            </p:stCondLst>
                            <p:childTnLst>
                              <p:par>
                                <p:cTn id="395" presetID="17" presetClass="entr" presetSubtype="10" fill="hold" grpId="0" nodeType="clickEffect">
                                  <p:stCondLst>
                                    <p:cond delay="0"/>
                                  </p:stCondLst>
                                  <p:childTnLst>
                                    <p:set>
                                      <p:cBhvr>
                                        <p:cTn id="396" dur="1" fill="hold">
                                          <p:stCondLst>
                                            <p:cond delay="0"/>
                                          </p:stCondLst>
                                        </p:cTn>
                                        <p:tgtEl>
                                          <p:spTgt spid="30826"/>
                                        </p:tgtEl>
                                        <p:attrNameLst>
                                          <p:attrName>style.visibility</p:attrName>
                                        </p:attrNameLst>
                                      </p:cBhvr>
                                      <p:to>
                                        <p:strVal val="visible"/>
                                      </p:to>
                                    </p:set>
                                    <p:anim calcmode="lin" valueType="num">
                                      <p:cBhvr>
                                        <p:cTn id="397" dur="500" fill="hold"/>
                                        <p:tgtEl>
                                          <p:spTgt spid="30826"/>
                                        </p:tgtEl>
                                        <p:attrNameLst>
                                          <p:attrName>ppt_w</p:attrName>
                                        </p:attrNameLst>
                                      </p:cBhvr>
                                      <p:tavLst>
                                        <p:tav tm="0">
                                          <p:val>
                                            <p:fltVal val="0"/>
                                          </p:val>
                                        </p:tav>
                                        <p:tav tm="100000">
                                          <p:val>
                                            <p:strVal val="#ppt_w"/>
                                          </p:val>
                                        </p:tav>
                                      </p:tavLst>
                                    </p:anim>
                                    <p:anim calcmode="lin" valueType="num">
                                      <p:cBhvr>
                                        <p:cTn id="398" dur="500" fill="hold"/>
                                        <p:tgtEl>
                                          <p:spTgt spid="30826"/>
                                        </p:tgtEl>
                                        <p:attrNameLst>
                                          <p:attrName>ppt_h</p:attrName>
                                        </p:attrNameLst>
                                      </p:cBhvr>
                                      <p:tavLst>
                                        <p:tav tm="0">
                                          <p:val>
                                            <p:strVal val="#ppt_h"/>
                                          </p:val>
                                        </p:tav>
                                        <p:tav tm="100000">
                                          <p:val>
                                            <p:strVal val="#ppt_h"/>
                                          </p:val>
                                        </p:tav>
                                      </p:tavLst>
                                    </p:anim>
                                  </p:childTnLst>
                                </p:cTn>
                              </p:par>
                            </p:childTnLst>
                          </p:cTn>
                        </p:par>
                      </p:childTnLst>
                    </p:cTn>
                  </p:par>
                  <p:par>
                    <p:cTn id="399" fill="hold" nodeType="clickPar">
                      <p:stCondLst>
                        <p:cond delay="indefinite"/>
                      </p:stCondLst>
                      <p:childTnLst>
                        <p:par>
                          <p:cTn id="400" fill="hold" nodeType="withGroup">
                            <p:stCondLst>
                              <p:cond delay="0"/>
                            </p:stCondLst>
                            <p:childTnLst>
                              <p:par>
                                <p:cTn id="401" presetID="17" presetClass="entr" presetSubtype="10" fill="hold" grpId="0" nodeType="clickEffect">
                                  <p:stCondLst>
                                    <p:cond delay="0"/>
                                  </p:stCondLst>
                                  <p:childTnLst>
                                    <p:set>
                                      <p:cBhvr>
                                        <p:cTn id="402" dur="1" fill="hold">
                                          <p:stCondLst>
                                            <p:cond delay="0"/>
                                          </p:stCondLst>
                                        </p:cTn>
                                        <p:tgtEl>
                                          <p:spTgt spid="30827"/>
                                        </p:tgtEl>
                                        <p:attrNameLst>
                                          <p:attrName>style.visibility</p:attrName>
                                        </p:attrNameLst>
                                      </p:cBhvr>
                                      <p:to>
                                        <p:strVal val="visible"/>
                                      </p:to>
                                    </p:set>
                                    <p:anim calcmode="lin" valueType="num">
                                      <p:cBhvr>
                                        <p:cTn id="403" dur="500" fill="hold"/>
                                        <p:tgtEl>
                                          <p:spTgt spid="30827"/>
                                        </p:tgtEl>
                                        <p:attrNameLst>
                                          <p:attrName>ppt_w</p:attrName>
                                        </p:attrNameLst>
                                      </p:cBhvr>
                                      <p:tavLst>
                                        <p:tav tm="0">
                                          <p:val>
                                            <p:fltVal val="0"/>
                                          </p:val>
                                        </p:tav>
                                        <p:tav tm="100000">
                                          <p:val>
                                            <p:strVal val="#ppt_w"/>
                                          </p:val>
                                        </p:tav>
                                      </p:tavLst>
                                    </p:anim>
                                    <p:anim calcmode="lin" valueType="num">
                                      <p:cBhvr>
                                        <p:cTn id="404" dur="500" fill="hold"/>
                                        <p:tgtEl>
                                          <p:spTgt spid="30827"/>
                                        </p:tgtEl>
                                        <p:attrNameLst>
                                          <p:attrName>ppt_h</p:attrName>
                                        </p:attrNameLst>
                                      </p:cBhvr>
                                      <p:tavLst>
                                        <p:tav tm="0">
                                          <p:val>
                                            <p:strVal val="#ppt_h"/>
                                          </p:val>
                                        </p:tav>
                                        <p:tav tm="100000">
                                          <p:val>
                                            <p:strVal val="#ppt_h"/>
                                          </p:val>
                                        </p:tav>
                                      </p:tavLst>
                                    </p:anim>
                                  </p:childTnLst>
                                </p:cTn>
                              </p:par>
                            </p:childTnLst>
                          </p:cTn>
                        </p:par>
                      </p:childTnLst>
                    </p:cTn>
                  </p:par>
                  <p:par>
                    <p:cTn id="405" fill="hold" nodeType="clickPar">
                      <p:stCondLst>
                        <p:cond delay="indefinite"/>
                      </p:stCondLst>
                      <p:childTnLst>
                        <p:par>
                          <p:cTn id="406" fill="hold" nodeType="withGroup">
                            <p:stCondLst>
                              <p:cond delay="0"/>
                            </p:stCondLst>
                            <p:childTnLst>
                              <p:par>
                                <p:cTn id="407" presetID="17" presetClass="entr" presetSubtype="10" fill="hold" grpId="0" nodeType="clickEffect">
                                  <p:stCondLst>
                                    <p:cond delay="0"/>
                                  </p:stCondLst>
                                  <p:childTnLst>
                                    <p:set>
                                      <p:cBhvr>
                                        <p:cTn id="408" dur="1" fill="hold">
                                          <p:stCondLst>
                                            <p:cond delay="0"/>
                                          </p:stCondLst>
                                        </p:cTn>
                                        <p:tgtEl>
                                          <p:spTgt spid="30829"/>
                                        </p:tgtEl>
                                        <p:attrNameLst>
                                          <p:attrName>style.visibility</p:attrName>
                                        </p:attrNameLst>
                                      </p:cBhvr>
                                      <p:to>
                                        <p:strVal val="visible"/>
                                      </p:to>
                                    </p:set>
                                    <p:anim calcmode="lin" valueType="num">
                                      <p:cBhvr>
                                        <p:cTn id="409" dur="500" fill="hold"/>
                                        <p:tgtEl>
                                          <p:spTgt spid="30829"/>
                                        </p:tgtEl>
                                        <p:attrNameLst>
                                          <p:attrName>ppt_w</p:attrName>
                                        </p:attrNameLst>
                                      </p:cBhvr>
                                      <p:tavLst>
                                        <p:tav tm="0">
                                          <p:val>
                                            <p:fltVal val="0"/>
                                          </p:val>
                                        </p:tav>
                                        <p:tav tm="100000">
                                          <p:val>
                                            <p:strVal val="#ppt_w"/>
                                          </p:val>
                                        </p:tav>
                                      </p:tavLst>
                                    </p:anim>
                                    <p:anim calcmode="lin" valueType="num">
                                      <p:cBhvr>
                                        <p:cTn id="410" dur="500" fill="hold"/>
                                        <p:tgtEl>
                                          <p:spTgt spid="30829"/>
                                        </p:tgtEl>
                                        <p:attrNameLst>
                                          <p:attrName>ppt_h</p:attrName>
                                        </p:attrNameLst>
                                      </p:cBhvr>
                                      <p:tavLst>
                                        <p:tav tm="0">
                                          <p:val>
                                            <p:strVal val="#ppt_h"/>
                                          </p:val>
                                        </p:tav>
                                        <p:tav tm="100000">
                                          <p:val>
                                            <p:strVal val="#ppt_h"/>
                                          </p:val>
                                        </p:tav>
                                      </p:tavLst>
                                    </p:anim>
                                  </p:childTnLst>
                                </p:cTn>
                              </p:par>
                            </p:childTnLst>
                          </p:cTn>
                        </p:par>
                      </p:childTnLst>
                    </p:cTn>
                  </p:par>
                  <p:par>
                    <p:cTn id="411" fill="hold" nodeType="clickPar">
                      <p:stCondLst>
                        <p:cond delay="indefinite"/>
                      </p:stCondLst>
                      <p:childTnLst>
                        <p:par>
                          <p:cTn id="412" fill="hold" nodeType="withGroup">
                            <p:stCondLst>
                              <p:cond delay="0"/>
                            </p:stCondLst>
                            <p:childTnLst>
                              <p:par>
                                <p:cTn id="413" presetID="17" presetClass="entr" presetSubtype="10" fill="hold" grpId="0" nodeType="clickEffect">
                                  <p:stCondLst>
                                    <p:cond delay="0"/>
                                  </p:stCondLst>
                                  <p:childTnLst>
                                    <p:set>
                                      <p:cBhvr>
                                        <p:cTn id="414" dur="1" fill="hold">
                                          <p:stCondLst>
                                            <p:cond delay="0"/>
                                          </p:stCondLst>
                                        </p:cTn>
                                        <p:tgtEl>
                                          <p:spTgt spid="30828"/>
                                        </p:tgtEl>
                                        <p:attrNameLst>
                                          <p:attrName>style.visibility</p:attrName>
                                        </p:attrNameLst>
                                      </p:cBhvr>
                                      <p:to>
                                        <p:strVal val="visible"/>
                                      </p:to>
                                    </p:set>
                                    <p:anim calcmode="lin" valueType="num">
                                      <p:cBhvr>
                                        <p:cTn id="415" dur="500" fill="hold"/>
                                        <p:tgtEl>
                                          <p:spTgt spid="30828"/>
                                        </p:tgtEl>
                                        <p:attrNameLst>
                                          <p:attrName>ppt_w</p:attrName>
                                        </p:attrNameLst>
                                      </p:cBhvr>
                                      <p:tavLst>
                                        <p:tav tm="0">
                                          <p:val>
                                            <p:fltVal val="0"/>
                                          </p:val>
                                        </p:tav>
                                        <p:tav tm="100000">
                                          <p:val>
                                            <p:strVal val="#ppt_w"/>
                                          </p:val>
                                        </p:tav>
                                      </p:tavLst>
                                    </p:anim>
                                    <p:anim calcmode="lin" valueType="num">
                                      <p:cBhvr>
                                        <p:cTn id="416" dur="500" fill="hold"/>
                                        <p:tgtEl>
                                          <p:spTgt spid="30828"/>
                                        </p:tgtEl>
                                        <p:attrNameLst>
                                          <p:attrName>ppt_h</p:attrName>
                                        </p:attrNameLst>
                                      </p:cBhvr>
                                      <p:tavLst>
                                        <p:tav tm="0">
                                          <p:val>
                                            <p:strVal val="#ppt_h"/>
                                          </p:val>
                                        </p:tav>
                                        <p:tav tm="100000">
                                          <p:val>
                                            <p:strVal val="#ppt_h"/>
                                          </p:val>
                                        </p:tav>
                                      </p:tavLst>
                                    </p:anim>
                                  </p:childTnLst>
                                </p:cTn>
                              </p:par>
                            </p:childTnLst>
                          </p:cTn>
                        </p:par>
                      </p:childTnLst>
                    </p:cTn>
                  </p:par>
                  <p:par>
                    <p:cTn id="417" fill="hold" nodeType="clickPar">
                      <p:stCondLst>
                        <p:cond delay="indefinite"/>
                      </p:stCondLst>
                      <p:childTnLst>
                        <p:par>
                          <p:cTn id="418" fill="hold" nodeType="withGroup">
                            <p:stCondLst>
                              <p:cond delay="0"/>
                            </p:stCondLst>
                            <p:childTnLst>
                              <p:par>
                                <p:cTn id="419" presetID="17" presetClass="entr" presetSubtype="10" fill="hold" nodeType="clickEffect">
                                  <p:stCondLst>
                                    <p:cond delay="0"/>
                                  </p:stCondLst>
                                  <p:childTnLst>
                                    <p:set>
                                      <p:cBhvr>
                                        <p:cTn id="420" dur="1" fill="hold">
                                          <p:stCondLst>
                                            <p:cond delay="0"/>
                                          </p:stCondLst>
                                        </p:cTn>
                                        <p:tgtEl>
                                          <p:spTgt spid="30808"/>
                                        </p:tgtEl>
                                        <p:attrNameLst>
                                          <p:attrName>style.visibility</p:attrName>
                                        </p:attrNameLst>
                                      </p:cBhvr>
                                      <p:to>
                                        <p:strVal val="visible"/>
                                      </p:to>
                                    </p:set>
                                    <p:anim calcmode="lin" valueType="num">
                                      <p:cBhvr>
                                        <p:cTn id="421" dur="500" fill="hold"/>
                                        <p:tgtEl>
                                          <p:spTgt spid="30808"/>
                                        </p:tgtEl>
                                        <p:attrNameLst>
                                          <p:attrName>ppt_w</p:attrName>
                                        </p:attrNameLst>
                                      </p:cBhvr>
                                      <p:tavLst>
                                        <p:tav tm="0">
                                          <p:val>
                                            <p:fltVal val="0"/>
                                          </p:val>
                                        </p:tav>
                                        <p:tav tm="100000">
                                          <p:val>
                                            <p:strVal val="#ppt_w"/>
                                          </p:val>
                                        </p:tav>
                                      </p:tavLst>
                                    </p:anim>
                                    <p:anim calcmode="lin" valueType="num">
                                      <p:cBhvr>
                                        <p:cTn id="422" dur="500" fill="hold"/>
                                        <p:tgtEl>
                                          <p:spTgt spid="30808"/>
                                        </p:tgtEl>
                                        <p:attrNameLst>
                                          <p:attrName>ppt_h</p:attrName>
                                        </p:attrNameLst>
                                      </p:cBhvr>
                                      <p:tavLst>
                                        <p:tav tm="0">
                                          <p:val>
                                            <p:strVal val="#ppt_h"/>
                                          </p:val>
                                        </p:tav>
                                        <p:tav tm="100000">
                                          <p:val>
                                            <p:strVal val="#ppt_h"/>
                                          </p:val>
                                        </p:tav>
                                      </p:tavLst>
                                    </p:anim>
                                  </p:childTnLst>
                                </p:cTn>
                              </p:par>
                            </p:childTnLst>
                          </p:cTn>
                        </p:par>
                      </p:childTnLst>
                    </p:cTn>
                  </p:par>
                  <p:par>
                    <p:cTn id="423" fill="hold" nodeType="clickPar">
                      <p:stCondLst>
                        <p:cond delay="indefinite"/>
                      </p:stCondLst>
                      <p:childTnLst>
                        <p:par>
                          <p:cTn id="424" fill="hold" nodeType="withGroup">
                            <p:stCondLst>
                              <p:cond delay="0"/>
                            </p:stCondLst>
                            <p:childTnLst>
                              <p:par>
                                <p:cTn id="425" presetID="2" presetClass="entr" presetSubtype="8" fill="hold" grpId="0" nodeType="clickEffect">
                                  <p:stCondLst>
                                    <p:cond delay="0"/>
                                  </p:stCondLst>
                                  <p:childTnLst>
                                    <p:set>
                                      <p:cBhvr>
                                        <p:cTn id="426" dur="1" fill="hold">
                                          <p:stCondLst>
                                            <p:cond delay="0"/>
                                          </p:stCondLst>
                                        </p:cTn>
                                        <p:tgtEl>
                                          <p:spTgt spid="30817"/>
                                        </p:tgtEl>
                                        <p:attrNameLst>
                                          <p:attrName>style.visibility</p:attrName>
                                        </p:attrNameLst>
                                      </p:cBhvr>
                                      <p:to>
                                        <p:strVal val="visible"/>
                                      </p:to>
                                    </p:set>
                                    <p:anim calcmode="lin" valueType="num">
                                      <p:cBhvr additive="base">
                                        <p:cTn id="427" dur="500" fill="hold"/>
                                        <p:tgtEl>
                                          <p:spTgt spid="30817"/>
                                        </p:tgtEl>
                                        <p:attrNameLst>
                                          <p:attrName>ppt_x</p:attrName>
                                        </p:attrNameLst>
                                      </p:cBhvr>
                                      <p:tavLst>
                                        <p:tav tm="0">
                                          <p:val>
                                            <p:strVal val="0-#ppt_w/2"/>
                                          </p:val>
                                        </p:tav>
                                        <p:tav tm="100000">
                                          <p:val>
                                            <p:strVal val="#ppt_x"/>
                                          </p:val>
                                        </p:tav>
                                      </p:tavLst>
                                    </p:anim>
                                    <p:anim calcmode="lin" valueType="num">
                                      <p:cBhvr additive="base">
                                        <p:cTn id="428" dur="500" fill="hold"/>
                                        <p:tgtEl>
                                          <p:spTgt spid="30817"/>
                                        </p:tgtEl>
                                        <p:attrNameLst>
                                          <p:attrName>ppt_y</p:attrName>
                                        </p:attrNameLst>
                                      </p:cBhvr>
                                      <p:tavLst>
                                        <p:tav tm="0">
                                          <p:val>
                                            <p:strVal val="#ppt_y"/>
                                          </p:val>
                                        </p:tav>
                                        <p:tav tm="100000">
                                          <p:val>
                                            <p:strVal val="#ppt_y"/>
                                          </p:val>
                                        </p:tav>
                                      </p:tavLst>
                                    </p:anim>
                                  </p:childTnLst>
                                </p:cTn>
                              </p:par>
                            </p:childTnLst>
                          </p:cTn>
                        </p:par>
                      </p:childTnLst>
                    </p:cTn>
                  </p:par>
                  <p:par>
                    <p:cTn id="429" fill="hold" nodeType="clickPar">
                      <p:stCondLst>
                        <p:cond delay="indefinite"/>
                      </p:stCondLst>
                      <p:childTnLst>
                        <p:par>
                          <p:cTn id="430" fill="hold" nodeType="withGroup">
                            <p:stCondLst>
                              <p:cond delay="0"/>
                            </p:stCondLst>
                            <p:childTnLst>
                              <p:par>
                                <p:cTn id="431" presetID="17" presetClass="entr" presetSubtype="10" fill="hold" grpId="0" nodeType="clickEffect">
                                  <p:stCondLst>
                                    <p:cond delay="0"/>
                                  </p:stCondLst>
                                  <p:childTnLst>
                                    <p:set>
                                      <p:cBhvr>
                                        <p:cTn id="432" dur="1" fill="hold">
                                          <p:stCondLst>
                                            <p:cond delay="0"/>
                                          </p:stCondLst>
                                        </p:cTn>
                                        <p:tgtEl>
                                          <p:spTgt spid="30774"/>
                                        </p:tgtEl>
                                        <p:attrNameLst>
                                          <p:attrName>style.visibility</p:attrName>
                                        </p:attrNameLst>
                                      </p:cBhvr>
                                      <p:to>
                                        <p:strVal val="visible"/>
                                      </p:to>
                                    </p:set>
                                    <p:anim calcmode="lin" valueType="num">
                                      <p:cBhvr>
                                        <p:cTn id="433" dur="500" fill="hold"/>
                                        <p:tgtEl>
                                          <p:spTgt spid="30774"/>
                                        </p:tgtEl>
                                        <p:attrNameLst>
                                          <p:attrName>ppt_w</p:attrName>
                                        </p:attrNameLst>
                                      </p:cBhvr>
                                      <p:tavLst>
                                        <p:tav tm="0">
                                          <p:val>
                                            <p:fltVal val="0"/>
                                          </p:val>
                                        </p:tav>
                                        <p:tav tm="100000">
                                          <p:val>
                                            <p:strVal val="#ppt_w"/>
                                          </p:val>
                                        </p:tav>
                                      </p:tavLst>
                                    </p:anim>
                                    <p:anim calcmode="lin" valueType="num">
                                      <p:cBhvr>
                                        <p:cTn id="434" dur="500" fill="hold"/>
                                        <p:tgtEl>
                                          <p:spTgt spid="30774"/>
                                        </p:tgtEl>
                                        <p:attrNameLst>
                                          <p:attrName>ppt_h</p:attrName>
                                        </p:attrNameLst>
                                      </p:cBhvr>
                                      <p:tavLst>
                                        <p:tav tm="0">
                                          <p:val>
                                            <p:strVal val="#ppt_h"/>
                                          </p:val>
                                        </p:tav>
                                        <p:tav tm="100000">
                                          <p:val>
                                            <p:strVal val="#ppt_h"/>
                                          </p:val>
                                        </p:tav>
                                      </p:tavLst>
                                    </p:anim>
                                  </p:childTnLst>
                                </p:cTn>
                              </p:par>
                            </p:childTnLst>
                          </p:cTn>
                        </p:par>
                      </p:childTnLst>
                    </p:cTn>
                  </p:par>
                  <p:par>
                    <p:cTn id="435" fill="hold" nodeType="clickPar">
                      <p:stCondLst>
                        <p:cond delay="indefinite"/>
                      </p:stCondLst>
                      <p:childTnLst>
                        <p:par>
                          <p:cTn id="436" fill="hold" nodeType="withGroup">
                            <p:stCondLst>
                              <p:cond delay="0"/>
                            </p:stCondLst>
                            <p:childTnLst>
                              <p:par>
                                <p:cTn id="437" presetID="17" presetClass="entr" presetSubtype="10" fill="hold" grpId="0" nodeType="clickEffect">
                                  <p:stCondLst>
                                    <p:cond delay="0"/>
                                  </p:stCondLst>
                                  <p:childTnLst>
                                    <p:set>
                                      <p:cBhvr>
                                        <p:cTn id="438" dur="1" fill="hold">
                                          <p:stCondLst>
                                            <p:cond delay="0"/>
                                          </p:stCondLst>
                                        </p:cTn>
                                        <p:tgtEl>
                                          <p:spTgt spid="30786"/>
                                        </p:tgtEl>
                                        <p:attrNameLst>
                                          <p:attrName>style.visibility</p:attrName>
                                        </p:attrNameLst>
                                      </p:cBhvr>
                                      <p:to>
                                        <p:strVal val="visible"/>
                                      </p:to>
                                    </p:set>
                                    <p:anim calcmode="lin" valueType="num">
                                      <p:cBhvr>
                                        <p:cTn id="439" dur="500" fill="hold"/>
                                        <p:tgtEl>
                                          <p:spTgt spid="30786"/>
                                        </p:tgtEl>
                                        <p:attrNameLst>
                                          <p:attrName>ppt_w</p:attrName>
                                        </p:attrNameLst>
                                      </p:cBhvr>
                                      <p:tavLst>
                                        <p:tav tm="0">
                                          <p:val>
                                            <p:fltVal val="0"/>
                                          </p:val>
                                        </p:tav>
                                        <p:tav tm="100000">
                                          <p:val>
                                            <p:strVal val="#ppt_w"/>
                                          </p:val>
                                        </p:tav>
                                      </p:tavLst>
                                    </p:anim>
                                    <p:anim calcmode="lin" valueType="num">
                                      <p:cBhvr>
                                        <p:cTn id="440" dur="500" fill="hold"/>
                                        <p:tgtEl>
                                          <p:spTgt spid="30786"/>
                                        </p:tgtEl>
                                        <p:attrNameLst>
                                          <p:attrName>ppt_h</p:attrName>
                                        </p:attrNameLst>
                                      </p:cBhvr>
                                      <p:tavLst>
                                        <p:tav tm="0">
                                          <p:val>
                                            <p:strVal val="#ppt_h"/>
                                          </p:val>
                                        </p:tav>
                                        <p:tav tm="100000">
                                          <p:val>
                                            <p:strVal val="#ppt_h"/>
                                          </p:val>
                                        </p:tav>
                                      </p:tavLst>
                                    </p:anim>
                                  </p:childTnLst>
                                </p:cTn>
                              </p:par>
                            </p:childTnLst>
                          </p:cTn>
                        </p:par>
                      </p:childTnLst>
                    </p:cTn>
                  </p:par>
                  <p:par>
                    <p:cTn id="441" fill="hold" nodeType="clickPar">
                      <p:stCondLst>
                        <p:cond delay="indefinite"/>
                      </p:stCondLst>
                      <p:childTnLst>
                        <p:par>
                          <p:cTn id="442" fill="hold" nodeType="withGroup">
                            <p:stCondLst>
                              <p:cond delay="0"/>
                            </p:stCondLst>
                            <p:childTnLst>
                              <p:par>
                                <p:cTn id="443" presetID="17" presetClass="entr" presetSubtype="10" fill="hold" grpId="0" nodeType="clickEffect">
                                  <p:stCondLst>
                                    <p:cond delay="0"/>
                                  </p:stCondLst>
                                  <p:childTnLst>
                                    <p:set>
                                      <p:cBhvr>
                                        <p:cTn id="444" dur="1" fill="hold">
                                          <p:stCondLst>
                                            <p:cond delay="0"/>
                                          </p:stCondLst>
                                        </p:cTn>
                                        <p:tgtEl>
                                          <p:spTgt spid="30776"/>
                                        </p:tgtEl>
                                        <p:attrNameLst>
                                          <p:attrName>style.visibility</p:attrName>
                                        </p:attrNameLst>
                                      </p:cBhvr>
                                      <p:to>
                                        <p:strVal val="visible"/>
                                      </p:to>
                                    </p:set>
                                    <p:anim calcmode="lin" valueType="num">
                                      <p:cBhvr>
                                        <p:cTn id="445" dur="500" fill="hold"/>
                                        <p:tgtEl>
                                          <p:spTgt spid="30776"/>
                                        </p:tgtEl>
                                        <p:attrNameLst>
                                          <p:attrName>ppt_w</p:attrName>
                                        </p:attrNameLst>
                                      </p:cBhvr>
                                      <p:tavLst>
                                        <p:tav tm="0">
                                          <p:val>
                                            <p:fltVal val="0"/>
                                          </p:val>
                                        </p:tav>
                                        <p:tav tm="100000">
                                          <p:val>
                                            <p:strVal val="#ppt_w"/>
                                          </p:val>
                                        </p:tav>
                                      </p:tavLst>
                                    </p:anim>
                                    <p:anim calcmode="lin" valueType="num">
                                      <p:cBhvr>
                                        <p:cTn id="446" dur="500" fill="hold"/>
                                        <p:tgtEl>
                                          <p:spTgt spid="30776"/>
                                        </p:tgtEl>
                                        <p:attrNameLst>
                                          <p:attrName>ppt_h</p:attrName>
                                        </p:attrNameLst>
                                      </p:cBhvr>
                                      <p:tavLst>
                                        <p:tav tm="0">
                                          <p:val>
                                            <p:strVal val="#ppt_h"/>
                                          </p:val>
                                        </p:tav>
                                        <p:tav tm="100000">
                                          <p:val>
                                            <p:strVal val="#ppt_h"/>
                                          </p:val>
                                        </p:tav>
                                      </p:tavLst>
                                    </p:anim>
                                  </p:childTnLst>
                                </p:cTn>
                              </p:par>
                            </p:childTnLst>
                          </p:cTn>
                        </p:par>
                      </p:childTnLst>
                    </p:cTn>
                  </p:par>
                  <p:par>
                    <p:cTn id="447" fill="hold" nodeType="clickPar">
                      <p:stCondLst>
                        <p:cond delay="indefinite"/>
                      </p:stCondLst>
                      <p:childTnLst>
                        <p:par>
                          <p:cTn id="448" fill="hold" nodeType="withGroup">
                            <p:stCondLst>
                              <p:cond delay="0"/>
                            </p:stCondLst>
                            <p:childTnLst>
                              <p:par>
                                <p:cTn id="449" presetID="17" presetClass="entr" presetSubtype="10" fill="hold" grpId="0" nodeType="clickEffect">
                                  <p:stCondLst>
                                    <p:cond delay="0"/>
                                  </p:stCondLst>
                                  <p:childTnLst>
                                    <p:set>
                                      <p:cBhvr>
                                        <p:cTn id="450" dur="1" fill="hold">
                                          <p:stCondLst>
                                            <p:cond delay="0"/>
                                          </p:stCondLst>
                                        </p:cTn>
                                        <p:tgtEl>
                                          <p:spTgt spid="30777"/>
                                        </p:tgtEl>
                                        <p:attrNameLst>
                                          <p:attrName>style.visibility</p:attrName>
                                        </p:attrNameLst>
                                      </p:cBhvr>
                                      <p:to>
                                        <p:strVal val="visible"/>
                                      </p:to>
                                    </p:set>
                                    <p:anim calcmode="lin" valueType="num">
                                      <p:cBhvr>
                                        <p:cTn id="451" dur="500" fill="hold"/>
                                        <p:tgtEl>
                                          <p:spTgt spid="30777"/>
                                        </p:tgtEl>
                                        <p:attrNameLst>
                                          <p:attrName>ppt_w</p:attrName>
                                        </p:attrNameLst>
                                      </p:cBhvr>
                                      <p:tavLst>
                                        <p:tav tm="0">
                                          <p:val>
                                            <p:fltVal val="0"/>
                                          </p:val>
                                        </p:tav>
                                        <p:tav tm="100000">
                                          <p:val>
                                            <p:strVal val="#ppt_w"/>
                                          </p:val>
                                        </p:tav>
                                      </p:tavLst>
                                    </p:anim>
                                    <p:anim calcmode="lin" valueType="num">
                                      <p:cBhvr>
                                        <p:cTn id="452" dur="500" fill="hold"/>
                                        <p:tgtEl>
                                          <p:spTgt spid="30777"/>
                                        </p:tgtEl>
                                        <p:attrNameLst>
                                          <p:attrName>ppt_h</p:attrName>
                                        </p:attrNameLst>
                                      </p:cBhvr>
                                      <p:tavLst>
                                        <p:tav tm="0">
                                          <p:val>
                                            <p:strVal val="#ppt_h"/>
                                          </p:val>
                                        </p:tav>
                                        <p:tav tm="100000">
                                          <p:val>
                                            <p:strVal val="#ppt_h"/>
                                          </p:val>
                                        </p:tav>
                                      </p:tavLst>
                                    </p:anim>
                                  </p:childTnLst>
                                </p:cTn>
                              </p:par>
                            </p:childTnLst>
                          </p:cTn>
                        </p:par>
                      </p:childTnLst>
                    </p:cTn>
                  </p:par>
                  <p:par>
                    <p:cTn id="453" fill="hold" nodeType="clickPar">
                      <p:stCondLst>
                        <p:cond delay="indefinite"/>
                      </p:stCondLst>
                      <p:childTnLst>
                        <p:par>
                          <p:cTn id="454" fill="hold" nodeType="withGroup">
                            <p:stCondLst>
                              <p:cond delay="0"/>
                            </p:stCondLst>
                            <p:childTnLst>
                              <p:par>
                                <p:cTn id="455" presetID="17" presetClass="entr" presetSubtype="10" fill="hold" grpId="0" nodeType="clickEffect">
                                  <p:stCondLst>
                                    <p:cond delay="0"/>
                                  </p:stCondLst>
                                  <p:childTnLst>
                                    <p:set>
                                      <p:cBhvr>
                                        <p:cTn id="456" dur="1" fill="hold">
                                          <p:stCondLst>
                                            <p:cond delay="0"/>
                                          </p:stCondLst>
                                        </p:cTn>
                                        <p:tgtEl>
                                          <p:spTgt spid="30787"/>
                                        </p:tgtEl>
                                        <p:attrNameLst>
                                          <p:attrName>style.visibility</p:attrName>
                                        </p:attrNameLst>
                                      </p:cBhvr>
                                      <p:to>
                                        <p:strVal val="visible"/>
                                      </p:to>
                                    </p:set>
                                    <p:anim calcmode="lin" valueType="num">
                                      <p:cBhvr>
                                        <p:cTn id="457" dur="500" fill="hold"/>
                                        <p:tgtEl>
                                          <p:spTgt spid="30787"/>
                                        </p:tgtEl>
                                        <p:attrNameLst>
                                          <p:attrName>ppt_w</p:attrName>
                                        </p:attrNameLst>
                                      </p:cBhvr>
                                      <p:tavLst>
                                        <p:tav tm="0">
                                          <p:val>
                                            <p:fltVal val="0"/>
                                          </p:val>
                                        </p:tav>
                                        <p:tav tm="100000">
                                          <p:val>
                                            <p:strVal val="#ppt_w"/>
                                          </p:val>
                                        </p:tav>
                                      </p:tavLst>
                                    </p:anim>
                                    <p:anim calcmode="lin" valueType="num">
                                      <p:cBhvr>
                                        <p:cTn id="458" dur="500" fill="hold"/>
                                        <p:tgtEl>
                                          <p:spTgt spid="30787"/>
                                        </p:tgtEl>
                                        <p:attrNameLst>
                                          <p:attrName>ppt_h</p:attrName>
                                        </p:attrNameLst>
                                      </p:cBhvr>
                                      <p:tavLst>
                                        <p:tav tm="0">
                                          <p:val>
                                            <p:strVal val="#ppt_h"/>
                                          </p:val>
                                        </p:tav>
                                        <p:tav tm="100000">
                                          <p:val>
                                            <p:strVal val="#ppt_h"/>
                                          </p:val>
                                        </p:tav>
                                      </p:tavLst>
                                    </p:anim>
                                  </p:childTnLst>
                                </p:cTn>
                              </p:par>
                            </p:childTnLst>
                          </p:cTn>
                        </p:par>
                      </p:childTnLst>
                    </p:cTn>
                  </p:par>
                  <p:par>
                    <p:cTn id="459" fill="hold" nodeType="clickPar">
                      <p:stCondLst>
                        <p:cond delay="indefinite"/>
                      </p:stCondLst>
                      <p:childTnLst>
                        <p:par>
                          <p:cTn id="460" fill="hold" nodeType="withGroup">
                            <p:stCondLst>
                              <p:cond delay="0"/>
                            </p:stCondLst>
                            <p:childTnLst>
                              <p:par>
                                <p:cTn id="461" presetID="17" presetClass="entr" presetSubtype="10" fill="hold" grpId="0" nodeType="clickEffect">
                                  <p:stCondLst>
                                    <p:cond delay="0"/>
                                  </p:stCondLst>
                                  <p:childTnLst>
                                    <p:set>
                                      <p:cBhvr>
                                        <p:cTn id="462" dur="1" fill="hold">
                                          <p:stCondLst>
                                            <p:cond delay="0"/>
                                          </p:stCondLst>
                                        </p:cTn>
                                        <p:tgtEl>
                                          <p:spTgt spid="30775"/>
                                        </p:tgtEl>
                                        <p:attrNameLst>
                                          <p:attrName>style.visibility</p:attrName>
                                        </p:attrNameLst>
                                      </p:cBhvr>
                                      <p:to>
                                        <p:strVal val="visible"/>
                                      </p:to>
                                    </p:set>
                                    <p:anim calcmode="lin" valueType="num">
                                      <p:cBhvr>
                                        <p:cTn id="463" dur="500" fill="hold"/>
                                        <p:tgtEl>
                                          <p:spTgt spid="30775"/>
                                        </p:tgtEl>
                                        <p:attrNameLst>
                                          <p:attrName>ppt_w</p:attrName>
                                        </p:attrNameLst>
                                      </p:cBhvr>
                                      <p:tavLst>
                                        <p:tav tm="0">
                                          <p:val>
                                            <p:fltVal val="0"/>
                                          </p:val>
                                        </p:tav>
                                        <p:tav tm="100000">
                                          <p:val>
                                            <p:strVal val="#ppt_w"/>
                                          </p:val>
                                        </p:tav>
                                      </p:tavLst>
                                    </p:anim>
                                    <p:anim calcmode="lin" valueType="num">
                                      <p:cBhvr>
                                        <p:cTn id="464" dur="500" fill="hold"/>
                                        <p:tgtEl>
                                          <p:spTgt spid="30775"/>
                                        </p:tgtEl>
                                        <p:attrNameLst>
                                          <p:attrName>ppt_h</p:attrName>
                                        </p:attrNameLst>
                                      </p:cBhvr>
                                      <p:tavLst>
                                        <p:tav tm="0">
                                          <p:val>
                                            <p:strVal val="#ppt_h"/>
                                          </p:val>
                                        </p:tav>
                                        <p:tav tm="100000">
                                          <p:val>
                                            <p:strVal val="#ppt_h"/>
                                          </p:val>
                                        </p:tav>
                                      </p:tavLst>
                                    </p:anim>
                                  </p:childTnLst>
                                </p:cTn>
                              </p:par>
                            </p:childTnLst>
                          </p:cTn>
                        </p:par>
                      </p:childTnLst>
                    </p:cTn>
                  </p:par>
                  <p:par>
                    <p:cTn id="465" fill="hold" nodeType="clickPar">
                      <p:stCondLst>
                        <p:cond delay="indefinite"/>
                      </p:stCondLst>
                      <p:childTnLst>
                        <p:par>
                          <p:cTn id="466" fill="hold" nodeType="withGroup">
                            <p:stCondLst>
                              <p:cond delay="0"/>
                            </p:stCondLst>
                            <p:childTnLst>
                              <p:par>
                                <p:cTn id="467" presetID="23" presetClass="entr" presetSubtype="16" fill="hold" nodeType="clickEffect">
                                  <p:stCondLst>
                                    <p:cond delay="0"/>
                                  </p:stCondLst>
                                  <p:childTnLst>
                                    <p:set>
                                      <p:cBhvr>
                                        <p:cTn id="468" dur="1" fill="hold">
                                          <p:stCondLst>
                                            <p:cond delay="0"/>
                                          </p:stCondLst>
                                        </p:cTn>
                                        <p:tgtEl>
                                          <p:spTgt spid="30778"/>
                                        </p:tgtEl>
                                        <p:attrNameLst>
                                          <p:attrName>style.visibility</p:attrName>
                                        </p:attrNameLst>
                                      </p:cBhvr>
                                      <p:to>
                                        <p:strVal val="visible"/>
                                      </p:to>
                                    </p:set>
                                    <p:anim calcmode="lin" valueType="num">
                                      <p:cBhvr>
                                        <p:cTn id="469" dur="500" fill="hold"/>
                                        <p:tgtEl>
                                          <p:spTgt spid="30778"/>
                                        </p:tgtEl>
                                        <p:attrNameLst>
                                          <p:attrName>ppt_w</p:attrName>
                                        </p:attrNameLst>
                                      </p:cBhvr>
                                      <p:tavLst>
                                        <p:tav tm="0">
                                          <p:val>
                                            <p:fltVal val="0"/>
                                          </p:val>
                                        </p:tav>
                                        <p:tav tm="100000">
                                          <p:val>
                                            <p:strVal val="#ppt_w"/>
                                          </p:val>
                                        </p:tav>
                                      </p:tavLst>
                                    </p:anim>
                                    <p:anim calcmode="lin" valueType="num">
                                      <p:cBhvr>
                                        <p:cTn id="470" dur="500" fill="hold"/>
                                        <p:tgtEl>
                                          <p:spTgt spid="30778"/>
                                        </p:tgtEl>
                                        <p:attrNameLst>
                                          <p:attrName>ppt_h</p:attrName>
                                        </p:attrNameLst>
                                      </p:cBhvr>
                                      <p:tavLst>
                                        <p:tav tm="0">
                                          <p:val>
                                            <p:fltVal val="0"/>
                                          </p:val>
                                        </p:tav>
                                        <p:tav tm="100000">
                                          <p:val>
                                            <p:strVal val="#ppt_h"/>
                                          </p:val>
                                        </p:tav>
                                      </p:tavLst>
                                    </p:anim>
                                  </p:childTnLst>
                                </p:cTn>
                              </p:par>
                            </p:childTnLst>
                          </p:cTn>
                        </p:par>
                      </p:childTnLst>
                    </p:cTn>
                  </p:par>
                  <p:par>
                    <p:cTn id="471" fill="hold" nodeType="clickPar">
                      <p:stCondLst>
                        <p:cond delay="indefinite"/>
                      </p:stCondLst>
                      <p:childTnLst>
                        <p:par>
                          <p:cTn id="472" fill="hold" nodeType="withGroup">
                            <p:stCondLst>
                              <p:cond delay="0"/>
                            </p:stCondLst>
                            <p:childTnLst>
                              <p:par>
                                <p:cTn id="473" presetID="23" presetClass="entr" presetSubtype="16" fill="hold" nodeType="clickEffect">
                                  <p:stCondLst>
                                    <p:cond delay="0"/>
                                  </p:stCondLst>
                                  <p:childTnLst>
                                    <p:set>
                                      <p:cBhvr>
                                        <p:cTn id="474" dur="1" fill="hold">
                                          <p:stCondLst>
                                            <p:cond delay="0"/>
                                          </p:stCondLst>
                                        </p:cTn>
                                        <p:tgtEl>
                                          <p:spTgt spid="30782"/>
                                        </p:tgtEl>
                                        <p:attrNameLst>
                                          <p:attrName>style.visibility</p:attrName>
                                        </p:attrNameLst>
                                      </p:cBhvr>
                                      <p:to>
                                        <p:strVal val="visible"/>
                                      </p:to>
                                    </p:set>
                                    <p:anim calcmode="lin" valueType="num">
                                      <p:cBhvr>
                                        <p:cTn id="475" dur="500" fill="hold"/>
                                        <p:tgtEl>
                                          <p:spTgt spid="30782"/>
                                        </p:tgtEl>
                                        <p:attrNameLst>
                                          <p:attrName>ppt_w</p:attrName>
                                        </p:attrNameLst>
                                      </p:cBhvr>
                                      <p:tavLst>
                                        <p:tav tm="0">
                                          <p:val>
                                            <p:fltVal val="0"/>
                                          </p:val>
                                        </p:tav>
                                        <p:tav tm="100000">
                                          <p:val>
                                            <p:strVal val="#ppt_w"/>
                                          </p:val>
                                        </p:tav>
                                      </p:tavLst>
                                    </p:anim>
                                    <p:anim calcmode="lin" valueType="num">
                                      <p:cBhvr>
                                        <p:cTn id="476" dur="500" fill="hold"/>
                                        <p:tgtEl>
                                          <p:spTgt spid="3078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30723" grpId="0" animBg="1"/>
      <p:bldP spid="30724" grpId="0" animBg="1"/>
      <p:bldP spid="30725" grpId="0" animBg="1"/>
      <p:bldP spid="30726" grpId="0" animBg="1"/>
      <p:bldP spid="30727" grpId="0" animBg="1"/>
      <p:bldP spid="30728" grpId="0" animBg="1"/>
      <p:bldP spid="30729" grpId="0" animBg="1"/>
      <p:bldP spid="30730" grpId="0" animBg="1"/>
      <p:bldP spid="30731" grpId="0" animBg="1"/>
      <p:bldP spid="30738" grpId="0" animBg="1"/>
      <p:bldP spid="30739" grpId="0" animBg="1"/>
      <p:bldP spid="30740" grpId="0" animBg="1"/>
      <p:bldP spid="30741" grpId="0" animBg="1"/>
      <p:bldP spid="30742" grpId="0" animBg="1"/>
      <p:bldP spid="30743" grpId="0" animBg="1"/>
      <p:bldP spid="30744" grpId="0" animBg="1"/>
      <p:bldP spid="30745" grpId="0" animBg="1"/>
      <p:bldP spid="30746" grpId="0" animBg="1"/>
      <p:bldP spid="30747" grpId="0" animBg="1"/>
      <p:bldP spid="30748" grpId="0" animBg="1"/>
      <p:bldP spid="30749" grpId="0" animBg="1"/>
      <p:bldP spid="30750" grpId="0" animBg="1"/>
      <p:bldP spid="30751" grpId="0" animBg="1"/>
      <p:bldP spid="30752" grpId="0" animBg="1"/>
      <p:bldP spid="30753" grpId="0" animBg="1"/>
      <p:bldP spid="30762" grpId="0" animBg="1"/>
      <p:bldP spid="30763" grpId="0" animBg="1"/>
      <p:bldP spid="30764" grpId="0" animBg="1"/>
      <p:bldP spid="30765" grpId="0" animBg="1"/>
      <p:bldP spid="30766" grpId="0" animBg="1"/>
      <p:bldP spid="30767" grpId="0" animBg="1"/>
      <p:bldP spid="30768" grpId="0" animBg="1"/>
      <p:bldP spid="30769" grpId="0" animBg="1"/>
      <p:bldP spid="30770" grpId="0" animBg="1"/>
      <p:bldP spid="30771" grpId="0" animBg="1"/>
      <p:bldP spid="30772" grpId="0" animBg="1"/>
      <p:bldP spid="30773" grpId="0" animBg="1"/>
      <p:bldP spid="30774" grpId="0" animBg="1"/>
      <p:bldP spid="30775" grpId="0" animBg="1"/>
      <p:bldP spid="30776" grpId="0" animBg="1"/>
      <p:bldP spid="30777" grpId="0" animBg="1"/>
      <p:bldP spid="30786" grpId="0" animBg="1"/>
      <p:bldP spid="30787" grpId="0" animBg="1"/>
      <p:bldP spid="30813" grpId="0" autoUpdateAnimBg="0"/>
      <p:bldP spid="30814" grpId="0" autoUpdateAnimBg="0"/>
      <p:bldP spid="30815" grpId="0" autoUpdateAnimBg="0"/>
      <p:bldP spid="30816" grpId="0" autoUpdateAnimBg="0"/>
      <p:bldP spid="30817" grpId="0" autoUpdateAnimBg="0"/>
      <p:bldP spid="30818" grpId="0" animBg="1"/>
      <p:bldP spid="30819" grpId="0" animBg="1"/>
      <p:bldP spid="30820" grpId="0" animBg="1"/>
      <p:bldP spid="30821" grpId="0" animBg="1"/>
      <p:bldP spid="30822" grpId="0" animBg="1"/>
      <p:bldP spid="30823" grpId="0" animBg="1"/>
      <p:bldP spid="30824" grpId="0" animBg="1"/>
      <p:bldP spid="30825" grpId="0" animBg="1"/>
      <p:bldP spid="30826" grpId="0" animBg="1"/>
      <p:bldP spid="30827" grpId="0" animBg="1"/>
      <p:bldP spid="30828" grpId="0" animBg="1"/>
      <p:bldP spid="3082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a:grpSpLocks/>
          </p:cNvGrpSpPr>
          <p:nvPr/>
        </p:nvGrpSpPr>
        <p:grpSpPr bwMode="auto">
          <a:xfrm>
            <a:off x="6135688" y="3733800"/>
            <a:ext cx="2168525" cy="2397125"/>
            <a:chOff x="3865" y="2112"/>
            <a:chExt cx="1366" cy="1510"/>
          </a:xfrm>
        </p:grpSpPr>
        <p:sp>
          <p:nvSpPr>
            <p:cNvPr id="32936" name="Oval 3"/>
            <p:cNvSpPr>
              <a:spLocks noChangeArrowheads="1"/>
            </p:cNvSpPr>
            <p:nvPr/>
          </p:nvSpPr>
          <p:spPr bwMode="auto">
            <a:xfrm rot="-7513297">
              <a:off x="4344" y="2592"/>
              <a:ext cx="564" cy="100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37" name="Line 4"/>
            <p:cNvSpPr>
              <a:spLocks noChangeShapeType="1"/>
            </p:cNvSpPr>
            <p:nvPr/>
          </p:nvSpPr>
          <p:spPr bwMode="auto">
            <a:xfrm rot="-7513297">
              <a:off x="3644" y="2587"/>
              <a:ext cx="945" cy="5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38" name="Line 5"/>
            <p:cNvSpPr>
              <a:spLocks noChangeShapeType="1"/>
            </p:cNvSpPr>
            <p:nvPr/>
          </p:nvSpPr>
          <p:spPr bwMode="auto">
            <a:xfrm rot="14086703" flipV="1">
              <a:off x="4089" y="2295"/>
              <a:ext cx="870" cy="5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39" name="Text Box 6"/>
            <p:cNvSpPr txBox="1">
              <a:spLocks noChangeArrowheads="1"/>
            </p:cNvSpPr>
            <p:nvPr/>
          </p:nvSpPr>
          <p:spPr bwMode="auto">
            <a:xfrm rot="21245890">
              <a:off x="4643" y="3277"/>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r>
                <a:rPr lang="en-US" altLang="en-US" sz="1600" baseline="-25000">
                  <a:latin typeface="Times New Roman" panose="02020603050405020304" pitchFamily="18" charset="0"/>
                </a:rPr>
                <a:t>1</a:t>
              </a:r>
            </a:p>
          </p:txBody>
        </p:sp>
        <p:sp>
          <p:nvSpPr>
            <p:cNvPr id="32940" name="Text Box 7"/>
            <p:cNvSpPr txBox="1">
              <a:spLocks noChangeArrowheads="1"/>
            </p:cNvSpPr>
            <p:nvPr/>
          </p:nvSpPr>
          <p:spPr bwMode="auto">
            <a:xfrm rot="21588809">
              <a:off x="4357" y="3409"/>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a:t>
              </a:r>
              <a:r>
                <a:rPr lang="en-US" altLang="en-US" sz="1600" baseline="-25000">
                  <a:latin typeface="Times New Roman" panose="02020603050405020304" pitchFamily="18" charset="0"/>
                </a:rPr>
                <a:t>1</a:t>
              </a:r>
            </a:p>
          </p:txBody>
        </p:sp>
        <p:sp>
          <p:nvSpPr>
            <p:cNvPr id="32941" name="Text Box 8"/>
            <p:cNvSpPr txBox="1">
              <a:spLocks noChangeArrowheads="1"/>
            </p:cNvSpPr>
            <p:nvPr/>
          </p:nvSpPr>
          <p:spPr bwMode="auto">
            <a:xfrm rot="50137">
              <a:off x="4193" y="3040"/>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f</a:t>
              </a:r>
              <a:r>
                <a:rPr lang="en-US" altLang="en-US" sz="1600" baseline="-25000">
                  <a:latin typeface="Times New Roman" panose="02020603050405020304" pitchFamily="18" charset="0"/>
                </a:rPr>
                <a:t>1</a:t>
              </a:r>
            </a:p>
          </p:txBody>
        </p:sp>
        <p:sp>
          <p:nvSpPr>
            <p:cNvPr id="32942" name="Text Box 9"/>
            <p:cNvSpPr txBox="1">
              <a:spLocks noChangeArrowheads="1"/>
            </p:cNvSpPr>
            <p:nvPr/>
          </p:nvSpPr>
          <p:spPr bwMode="auto">
            <a:xfrm rot="21337374">
              <a:off x="4374" y="2814"/>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r>
                <a:rPr lang="en-US" altLang="en-US" sz="1600" baseline="-25000">
                  <a:latin typeface="Times New Roman" panose="02020603050405020304" pitchFamily="18" charset="0"/>
                </a:rPr>
                <a:t>1</a:t>
              </a:r>
            </a:p>
          </p:txBody>
        </p:sp>
        <p:sp>
          <p:nvSpPr>
            <p:cNvPr id="32943" name="Text Box 10"/>
            <p:cNvSpPr txBox="1">
              <a:spLocks noChangeArrowheads="1"/>
            </p:cNvSpPr>
            <p:nvPr/>
          </p:nvSpPr>
          <p:spPr bwMode="auto">
            <a:xfrm rot="21290023">
              <a:off x="4673" y="2677"/>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r>
                <a:rPr lang="en-US" altLang="en-US" sz="1600" baseline="-25000">
                  <a:latin typeface="Times New Roman" panose="02020603050405020304" pitchFamily="18" charset="0"/>
                </a:rPr>
                <a:t>1</a:t>
              </a:r>
            </a:p>
          </p:txBody>
        </p:sp>
        <p:sp>
          <p:nvSpPr>
            <p:cNvPr id="32944" name="Text Box 11"/>
            <p:cNvSpPr txBox="1">
              <a:spLocks noChangeArrowheads="1"/>
            </p:cNvSpPr>
            <p:nvPr/>
          </p:nvSpPr>
          <p:spPr bwMode="auto">
            <a:xfrm rot="10391">
              <a:off x="4991" y="2674"/>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r>
                <a:rPr lang="en-US" altLang="en-US" sz="1600" baseline="-25000">
                  <a:latin typeface="Times New Roman" panose="02020603050405020304" pitchFamily="18" charset="0"/>
                </a:rPr>
                <a:t>1</a:t>
              </a:r>
            </a:p>
          </p:txBody>
        </p:sp>
        <p:sp>
          <p:nvSpPr>
            <p:cNvPr id="32945" name="Text Box 12"/>
            <p:cNvSpPr txBox="1">
              <a:spLocks noChangeArrowheads="1"/>
            </p:cNvSpPr>
            <p:nvPr/>
          </p:nvSpPr>
          <p:spPr bwMode="auto">
            <a:xfrm rot="21425880">
              <a:off x="4910" y="3048"/>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r>
                <a:rPr lang="en-US" altLang="en-US" sz="1600" baseline="-25000">
                  <a:latin typeface="Times New Roman" panose="02020603050405020304" pitchFamily="18" charset="0"/>
                </a:rPr>
                <a:t>1</a:t>
              </a:r>
            </a:p>
          </p:txBody>
        </p:sp>
        <p:sp>
          <p:nvSpPr>
            <p:cNvPr id="32946" name="Oval 13"/>
            <p:cNvSpPr>
              <a:spLocks noChangeArrowheads="1"/>
            </p:cNvSpPr>
            <p:nvPr/>
          </p:nvSpPr>
          <p:spPr bwMode="auto">
            <a:xfrm>
              <a:off x="4907" y="307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47" name="Text Box 14"/>
            <p:cNvSpPr txBox="1">
              <a:spLocks noChangeArrowheads="1"/>
            </p:cNvSpPr>
            <p:nvPr/>
          </p:nvSpPr>
          <p:spPr bwMode="auto">
            <a:xfrm rot="21588809">
              <a:off x="4121" y="3325"/>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r>
                <a:rPr lang="en-US" altLang="en-US" sz="1600" baseline="-25000">
                  <a:latin typeface="Times New Roman" panose="02020603050405020304" pitchFamily="18" charset="0"/>
                </a:rPr>
                <a:t>1</a:t>
              </a:r>
            </a:p>
          </p:txBody>
        </p:sp>
        <p:sp>
          <p:nvSpPr>
            <p:cNvPr id="32948" name="Oval 15"/>
            <p:cNvSpPr>
              <a:spLocks noChangeArrowheads="1"/>
            </p:cNvSpPr>
            <p:nvPr/>
          </p:nvSpPr>
          <p:spPr bwMode="auto">
            <a:xfrm>
              <a:off x="4229" y="339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49" name="Oval 16"/>
            <p:cNvSpPr>
              <a:spLocks noChangeArrowheads="1"/>
            </p:cNvSpPr>
            <p:nvPr/>
          </p:nvSpPr>
          <p:spPr bwMode="auto">
            <a:xfrm>
              <a:off x="4439" y="343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 name="Oval 17"/>
            <p:cNvSpPr>
              <a:spLocks noChangeArrowheads="1"/>
            </p:cNvSpPr>
            <p:nvPr/>
          </p:nvSpPr>
          <p:spPr bwMode="auto">
            <a:xfrm>
              <a:off x="4811" y="326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 name="Oval 18"/>
            <p:cNvSpPr>
              <a:spLocks noChangeArrowheads="1"/>
            </p:cNvSpPr>
            <p:nvPr/>
          </p:nvSpPr>
          <p:spPr bwMode="auto">
            <a:xfrm>
              <a:off x="5003" y="302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52" name="Oval 19"/>
            <p:cNvSpPr>
              <a:spLocks noChangeArrowheads="1"/>
            </p:cNvSpPr>
            <p:nvPr/>
          </p:nvSpPr>
          <p:spPr bwMode="auto">
            <a:xfrm>
              <a:off x="5003" y="278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53" name="Oval 20"/>
            <p:cNvSpPr>
              <a:spLocks noChangeArrowheads="1"/>
            </p:cNvSpPr>
            <p:nvPr/>
          </p:nvSpPr>
          <p:spPr bwMode="auto">
            <a:xfrm>
              <a:off x="4703" y="271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4" name="Oval 21"/>
            <p:cNvSpPr>
              <a:spLocks noChangeArrowheads="1"/>
            </p:cNvSpPr>
            <p:nvPr/>
          </p:nvSpPr>
          <p:spPr bwMode="auto">
            <a:xfrm>
              <a:off x="4439" y="284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55" name="Oval 22"/>
            <p:cNvSpPr>
              <a:spLocks noChangeArrowheads="1"/>
            </p:cNvSpPr>
            <p:nvPr/>
          </p:nvSpPr>
          <p:spPr bwMode="auto">
            <a:xfrm>
              <a:off x="4217" y="30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56" name="Text Box 23"/>
            <p:cNvSpPr txBox="1">
              <a:spLocks noChangeArrowheads="1"/>
            </p:cNvSpPr>
            <p:nvPr/>
          </p:nvSpPr>
          <p:spPr bwMode="auto">
            <a:xfrm>
              <a:off x="4571" y="3088"/>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rPr>
                <a:t>1</a:t>
              </a:r>
            </a:p>
          </p:txBody>
        </p:sp>
      </p:grpSp>
      <p:sp>
        <p:nvSpPr>
          <p:cNvPr id="32792" name="Oval 24"/>
          <p:cNvSpPr>
            <a:spLocks noChangeArrowheads="1"/>
          </p:cNvSpPr>
          <p:nvPr/>
        </p:nvSpPr>
        <p:spPr bwMode="auto">
          <a:xfrm rot="-2388062">
            <a:off x="6557963" y="2552700"/>
            <a:ext cx="1595437" cy="11128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793" name="Text Box 25"/>
          <p:cNvSpPr txBox="1">
            <a:spLocks noChangeArrowheads="1"/>
          </p:cNvSpPr>
          <p:nvPr/>
        </p:nvSpPr>
        <p:spPr bwMode="auto">
          <a:xfrm rot="59674">
            <a:off x="6154738" y="3910598"/>
            <a:ext cx="3810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r>
              <a:rPr lang="en-US" altLang="en-US" sz="1600" baseline="-25000">
                <a:latin typeface="Times New Roman" panose="02020603050405020304" pitchFamily="18" charset="0"/>
              </a:rPr>
              <a:t>1</a:t>
            </a:r>
          </a:p>
        </p:txBody>
      </p:sp>
      <p:sp>
        <p:nvSpPr>
          <p:cNvPr id="32794" name="Oval 26"/>
          <p:cNvSpPr>
            <a:spLocks noChangeArrowheads="1"/>
          </p:cNvSpPr>
          <p:nvPr/>
        </p:nvSpPr>
        <p:spPr bwMode="auto">
          <a:xfrm>
            <a:off x="6400800" y="40481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795" name="Line 27"/>
          <p:cNvSpPr>
            <a:spLocks noChangeShapeType="1"/>
          </p:cNvSpPr>
          <p:nvPr/>
        </p:nvSpPr>
        <p:spPr bwMode="auto">
          <a:xfrm flipH="1">
            <a:off x="6400800" y="5305425"/>
            <a:ext cx="2286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32796" name="Group 28"/>
          <p:cNvGrpSpPr>
            <a:grpSpLocks/>
          </p:cNvGrpSpPr>
          <p:nvPr/>
        </p:nvGrpSpPr>
        <p:grpSpPr bwMode="auto">
          <a:xfrm>
            <a:off x="6096000" y="4572000"/>
            <a:ext cx="1562100" cy="757238"/>
            <a:chOff x="3850" y="2643"/>
            <a:chExt cx="984" cy="477"/>
          </a:xfrm>
        </p:grpSpPr>
        <p:sp>
          <p:nvSpPr>
            <p:cNvPr id="32934" name="Line 29"/>
            <p:cNvSpPr>
              <a:spLocks noChangeShapeType="1"/>
            </p:cNvSpPr>
            <p:nvPr/>
          </p:nvSpPr>
          <p:spPr bwMode="auto">
            <a:xfrm rot="2676545">
              <a:off x="3850" y="2643"/>
              <a:ext cx="984"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35" name="Oval 30"/>
            <p:cNvSpPr>
              <a:spLocks noChangeArrowheads="1"/>
            </p:cNvSpPr>
            <p:nvPr/>
          </p:nvSpPr>
          <p:spPr bwMode="auto">
            <a:xfrm>
              <a:off x="4608" y="307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32799" name="Group 31"/>
          <p:cNvGrpSpPr>
            <a:grpSpLocks/>
          </p:cNvGrpSpPr>
          <p:nvPr/>
        </p:nvGrpSpPr>
        <p:grpSpPr bwMode="auto">
          <a:xfrm>
            <a:off x="7010400" y="4114800"/>
            <a:ext cx="1524000" cy="457200"/>
            <a:chOff x="4416" y="2352"/>
            <a:chExt cx="960" cy="288"/>
          </a:xfrm>
        </p:grpSpPr>
        <p:sp>
          <p:nvSpPr>
            <p:cNvPr id="32932" name="Line 32"/>
            <p:cNvSpPr>
              <a:spLocks noChangeShapeType="1"/>
            </p:cNvSpPr>
            <p:nvPr/>
          </p:nvSpPr>
          <p:spPr bwMode="auto">
            <a:xfrm flipH="1">
              <a:off x="4416" y="2352"/>
              <a:ext cx="3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33" name="Line 33"/>
            <p:cNvSpPr>
              <a:spLocks noChangeShapeType="1"/>
            </p:cNvSpPr>
            <p:nvPr/>
          </p:nvSpPr>
          <p:spPr bwMode="auto">
            <a:xfrm>
              <a:off x="4800" y="2352"/>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2802" name="Group 34"/>
          <p:cNvGrpSpPr>
            <a:grpSpLocks/>
          </p:cNvGrpSpPr>
          <p:nvPr/>
        </p:nvGrpSpPr>
        <p:grpSpPr bwMode="auto">
          <a:xfrm>
            <a:off x="5943600" y="3810000"/>
            <a:ext cx="2003425" cy="1281113"/>
            <a:chOff x="3747" y="2139"/>
            <a:chExt cx="1262" cy="807"/>
          </a:xfrm>
        </p:grpSpPr>
        <p:sp>
          <p:nvSpPr>
            <p:cNvPr id="32929" name="Line 35"/>
            <p:cNvSpPr>
              <a:spLocks noChangeShapeType="1"/>
            </p:cNvSpPr>
            <p:nvPr/>
          </p:nvSpPr>
          <p:spPr bwMode="auto">
            <a:xfrm rot="826034">
              <a:off x="3747" y="2296"/>
              <a:ext cx="1262" cy="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30" name="Arc 36"/>
            <p:cNvSpPr>
              <a:spLocks/>
            </p:cNvSpPr>
            <p:nvPr/>
          </p:nvSpPr>
          <p:spPr bwMode="auto">
            <a:xfrm flipH="1">
              <a:off x="4080" y="2139"/>
              <a:ext cx="336" cy="364"/>
            </a:xfrm>
            <a:custGeom>
              <a:avLst/>
              <a:gdLst>
                <a:gd name="T0" fmla="*/ 176 w 21600"/>
                <a:gd name="T1" fmla="*/ 364 h 23373"/>
                <a:gd name="T2" fmla="*/ 7 w 21600"/>
                <a:gd name="T3" fmla="*/ 0 h 23373"/>
                <a:gd name="T4" fmla="*/ 336 w 21600"/>
                <a:gd name="T5" fmla="*/ 68 h 23373"/>
                <a:gd name="T6" fmla="*/ 0 60000 65536"/>
                <a:gd name="T7" fmla="*/ 0 60000 65536"/>
                <a:gd name="T8" fmla="*/ 0 60000 65536"/>
              </a:gdLst>
              <a:ahLst/>
              <a:cxnLst>
                <a:cxn ang="T6">
                  <a:pos x="T0" y="T1"/>
                </a:cxn>
                <a:cxn ang="T7">
                  <a:pos x="T2" y="T3"/>
                </a:cxn>
                <a:cxn ang="T8">
                  <a:pos x="T4" y="T5"/>
                </a:cxn>
              </a:cxnLst>
              <a:rect l="0" t="0" r="r" b="b"/>
              <a:pathLst>
                <a:path w="21600" h="23373" fill="none" extrusionOk="0">
                  <a:moveTo>
                    <a:pt x="11285" y="23372"/>
                  </a:moveTo>
                  <a:cubicBezTo>
                    <a:pt x="4330" y="19592"/>
                    <a:pt x="0" y="12310"/>
                    <a:pt x="0" y="4395"/>
                  </a:cubicBezTo>
                  <a:cubicBezTo>
                    <a:pt x="-1" y="2918"/>
                    <a:pt x="151" y="1445"/>
                    <a:pt x="451" y="-1"/>
                  </a:cubicBezTo>
                </a:path>
                <a:path w="21600" h="23373" stroke="0" extrusionOk="0">
                  <a:moveTo>
                    <a:pt x="11285" y="23372"/>
                  </a:moveTo>
                  <a:cubicBezTo>
                    <a:pt x="4330" y="19592"/>
                    <a:pt x="0" y="12310"/>
                    <a:pt x="0" y="4395"/>
                  </a:cubicBezTo>
                  <a:cubicBezTo>
                    <a:pt x="-1" y="2918"/>
                    <a:pt x="151" y="1445"/>
                    <a:pt x="451" y="-1"/>
                  </a:cubicBezTo>
                  <a:lnTo>
                    <a:pt x="21600" y="4395"/>
                  </a:lnTo>
                  <a:lnTo>
                    <a:pt x="11285" y="23372"/>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32931" name="Text Box 37"/>
            <p:cNvSpPr txBox="1">
              <a:spLocks noChangeArrowheads="1"/>
            </p:cNvSpPr>
            <p:nvPr/>
          </p:nvSpPr>
          <p:spPr bwMode="auto">
            <a:xfrm>
              <a:off x="4176" y="2208"/>
              <a:ext cx="289"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40</a:t>
              </a:r>
              <a:r>
                <a:rPr lang="en-US" altLang="en-US" sz="1600" baseline="30000">
                  <a:latin typeface="Times New Roman" panose="02020603050405020304" pitchFamily="18" charset="0"/>
                </a:rPr>
                <a:t>0</a:t>
              </a:r>
            </a:p>
          </p:txBody>
        </p:sp>
      </p:grpSp>
      <p:grpSp>
        <p:nvGrpSpPr>
          <p:cNvPr id="32806" name="Group 38"/>
          <p:cNvGrpSpPr>
            <a:grpSpLocks/>
          </p:cNvGrpSpPr>
          <p:nvPr/>
        </p:nvGrpSpPr>
        <p:grpSpPr bwMode="auto">
          <a:xfrm>
            <a:off x="5410200" y="4524379"/>
            <a:ext cx="1362075" cy="461963"/>
            <a:chOff x="3408" y="2610"/>
            <a:chExt cx="858" cy="291"/>
          </a:xfrm>
        </p:grpSpPr>
        <p:sp>
          <p:nvSpPr>
            <p:cNvPr id="32926" name="Line 39"/>
            <p:cNvSpPr>
              <a:spLocks noChangeShapeType="1"/>
            </p:cNvSpPr>
            <p:nvPr/>
          </p:nvSpPr>
          <p:spPr bwMode="auto">
            <a:xfrm flipV="1">
              <a:off x="3978" y="2610"/>
              <a:ext cx="288"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27" name="Line 40"/>
            <p:cNvSpPr>
              <a:spLocks noChangeShapeType="1"/>
            </p:cNvSpPr>
            <p:nvPr/>
          </p:nvSpPr>
          <p:spPr bwMode="auto">
            <a:xfrm flipH="1">
              <a:off x="3456" y="2844"/>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28" name="Text Box 41"/>
            <p:cNvSpPr txBox="1">
              <a:spLocks noChangeArrowheads="1"/>
            </p:cNvSpPr>
            <p:nvPr/>
          </p:nvSpPr>
          <p:spPr bwMode="auto">
            <a:xfrm>
              <a:off x="3408" y="2688"/>
              <a:ext cx="685"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050">
                  <a:latin typeface="Times New Roman" panose="02020603050405020304" pitchFamily="18" charset="0"/>
                </a:rPr>
                <a:t>Axis Tv Length</a:t>
              </a:r>
              <a:r>
                <a:rPr lang="en-US" altLang="en-US" sz="1600">
                  <a:latin typeface="Times New Roman" panose="02020603050405020304" pitchFamily="18" charset="0"/>
                </a:rPr>
                <a:t> </a:t>
              </a:r>
            </a:p>
          </p:txBody>
        </p:sp>
      </p:grpSp>
      <p:grpSp>
        <p:nvGrpSpPr>
          <p:cNvPr id="32810" name="Group 42"/>
          <p:cNvGrpSpPr>
            <a:grpSpLocks/>
          </p:cNvGrpSpPr>
          <p:nvPr/>
        </p:nvGrpSpPr>
        <p:grpSpPr bwMode="auto">
          <a:xfrm>
            <a:off x="3657600" y="5905508"/>
            <a:ext cx="1524000" cy="338138"/>
            <a:chOff x="2304" y="3480"/>
            <a:chExt cx="960" cy="213"/>
          </a:xfrm>
        </p:grpSpPr>
        <p:grpSp>
          <p:nvGrpSpPr>
            <p:cNvPr id="32922" name="Group 43"/>
            <p:cNvGrpSpPr>
              <a:grpSpLocks/>
            </p:cNvGrpSpPr>
            <p:nvPr/>
          </p:nvGrpSpPr>
          <p:grpSpPr bwMode="auto">
            <a:xfrm>
              <a:off x="2304" y="3600"/>
              <a:ext cx="960" cy="0"/>
              <a:chOff x="2304" y="3600"/>
              <a:chExt cx="960" cy="0"/>
            </a:xfrm>
          </p:grpSpPr>
          <p:sp>
            <p:nvSpPr>
              <p:cNvPr id="32924" name="Line 44"/>
              <p:cNvSpPr>
                <a:spLocks noChangeShapeType="1"/>
              </p:cNvSpPr>
              <p:nvPr/>
            </p:nvSpPr>
            <p:spPr bwMode="auto">
              <a:xfrm flipH="1">
                <a:off x="2304" y="360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25" name="Line 45"/>
              <p:cNvSpPr>
                <a:spLocks noChangeShapeType="1"/>
              </p:cNvSpPr>
              <p:nvPr/>
            </p:nvSpPr>
            <p:spPr bwMode="auto">
              <a:xfrm>
                <a:off x="3072" y="3600"/>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2923" name="Text Box 46"/>
            <p:cNvSpPr txBox="1">
              <a:spLocks noChangeArrowheads="1"/>
            </p:cNvSpPr>
            <p:nvPr/>
          </p:nvSpPr>
          <p:spPr bwMode="auto">
            <a:xfrm>
              <a:off x="2472" y="3480"/>
              <a:ext cx="685"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050">
                  <a:latin typeface="Times New Roman" panose="02020603050405020304" pitchFamily="18" charset="0"/>
                </a:rPr>
                <a:t>Axis Tv Length</a:t>
              </a:r>
              <a:r>
                <a:rPr lang="en-US" altLang="en-US" sz="1600">
                  <a:latin typeface="Times New Roman" panose="02020603050405020304" pitchFamily="18" charset="0"/>
                </a:rPr>
                <a:t> </a:t>
              </a:r>
            </a:p>
          </p:txBody>
        </p:sp>
      </p:grpSp>
      <p:sp>
        <p:nvSpPr>
          <p:cNvPr id="32815" name="Text Box 47"/>
          <p:cNvSpPr txBox="1">
            <a:spLocks noChangeArrowheads="1"/>
          </p:cNvSpPr>
          <p:nvPr/>
        </p:nvSpPr>
        <p:spPr bwMode="auto">
          <a:xfrm>
            <a:off x="7543800" y="3822700"/>
            <a:ext cx="119135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050">
                <a:latin typeface="Times New Roman" panose="02020603050405020304" pitchFamily="18" charset="0"/>
              </a:rPr>
              <a:t>Axis True Length</a:t>
            </a:r>
            <a:r>
              <a:rPr lang="en-US" altLang="en-US" sz="1600">
                <a:latin typeface="Times New Roman" panose="02020603050405020304" pitchFamily="18" charset="0"/>
              </a:rPr>
              <a:t> </a:t>
            </a:r>
          </a:p>
        </p:txBody>
      </p:sp>
      <p:sp>
        <p:nvSpPr>
          <p:cNvPr id="32816" name="Text Box 48"/>
          <p:cNvSpPr txBox="1">
            <a:spLocks noChangeArrowheads="1"/>
          </p:cNvSpPr>
          <p:nvPr/>
        </p:nvSpPr>
        <p:spPr bwMode="auto">
          <a:xfrm>
            <a:off x="8124825" y="5097463"/>
            <a:ext cx="65915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050">
                <a:latin typeface="Times New Roman" panose="02020603050405020304" pitchFamily="18" charset="0"/>
              </a:rPr>
              <a:t>Locus of</a:t>
            </a:r>
          </a:p>
          <a:p>
            <a:pPr eaLnBrk="1" hangingPunct="1"/>
            <a:r>
              <a:rPr lang="en-US" altLang="en-US" sz="1050">
                <a:latin typeface="Times New Roman" panose="02020603050405020304" pitchFamily="18" charset="0"/>
              </a:rPr>
              <a:t>Center 1</a:t>
            </a:r>
          </a:p>
        </p:txBody>
      </p:sp>
      <p:grpSp>
        <p:nvGrpSpPr>
          <p:cNvPr id="32817" name="Group 49"/>
          <p:cNvGrpSpPr>
            <a:grpSpLocks/>
          </p:cNvGrpSpPr>
          <p:nvPr/>
        </p:nvGrpSpPr>
        <p:grpSpPr bwMode="auto">
          <a:xfrm>
            <a:off x="6400800" y="1905000"/>
            <a:ext cx="1600200" cy="3962400"/>
            <a:chOff x="4032" y="960"/>
            <a:chExt cx="1008" cy="2496"/>
          </a:xfrm>
        </p:grpSpPr>
        <p:sp>
          <p:nvSpPr>
            <p:cNvPr id="32914" name="Line 50"/>
            <p:cNvSpPr>
              <a:spLocks noChangeShapeType="1"/>
            </p:cNvSpPr>
            <p:nvPr/>
          </p:nvSpPr>
          <p:spPr bwMode="auto">
            <a:xfrm flipV="1">
              <a:off x="4032" y="960"/>
              <a:ext cx="0" cy="134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15" name="Line 51"/>
            <p:cNvSpPr>
              <a:spLocks noChangeShapeType="1"/>
            </p:cNvSpPr>
            <p:nvPr/>
          </p:nvSpPr>
          <p:spPr bwMode="auto">
            <a:xfrm flipV="1">
              <a:off x="4224" y="960"/>
              <a:ext cx="0" cy="244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16" name="Line 52"/>
            <p:cNvSpPr>
              <a:spLocks noChangeShapeType="1"/>
            </p:cNvSpPr>
            <p:nvPr/>
          </p:nvSpPr>
          <p:spPr bwMode="auto">
            <a:xfrm flipV="1">
              <a:off x="4464" y="960"/>
              <a:ext cx="0" cy="249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5" name="Line 53"/>
            <p:cNvSpPr>
              <a:spLocks noChangeShapeType="1"/>
            </p:cNvSpPr>
            <p:nvPr/>
          </p:nvSpPr>
          <p:spPr bwMode="auto">
            <a:xfrm flipV="1">
              <a:off x="4800" y="1008"/>
              <a:ext cx="0" cy="230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18" name="Line 54"/>
            <p:cNvSpPr>
              <a:spLocks noChangeShapeType="1"/>
            </p:cNvSpPr>
            <p:nvPr/>
          </p:nvSpPr>
          <p:spPr bwMode="auto">
            <a:xfrm flipV="1">
              <a:off x="5040" y="1008"/>
              <a:ext cx="0" cy="182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19" name="Line 55"/>
            <p:cNvSpPr>
              <a:spLocks noChangeShapeType="1"/>
            </p:cNvSpPr>
            <p:nvPr/>
          </p:nvSpPr>
          <p:spPr bwMode="auto">
            <a:xfrm flipV="1">
              <a:off x="4752" y="1008"/>
              <a:ext cx="0" cy="172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20" name="Line 56"/>
            <p:cNvSpPr>
              <a:spLocks noChangeShapeType="1"/>
            </p:cNvSpPr>
            <p:nvPr/>
          </p:nvSpPr>
          <p:spPr bwMode="auto">
            <a:xfrm flipV="1">
              <a:off x="4256" y="960"/>
              <a:ext cx="0" cy="21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21" name="Line 57"/>
            <p:cNvSpPr>
              <a:spLocks noChangeShapeType="1"/>
            </p:cNvSpPr>
            <p:nvPr/>
          </p:nvSpPr>
          <p:spPr bwMode="auto">
            <a:xfrm flipV="1">
              <a:off x="5008" y="1008"/>
              <a:ext cx="0" cy="206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2826" name="Group 58"/>
          <p:cNvGrpSpPr>
            <a:grpSpLocks/>
          </p:cNvGrpSpPr>
          <p:nvPr/>
        </p:nvGrpSpPr>
        <p:grpSpPr bwMode="auto">
          <a:xfrm>
            <a:off x="3200400" y="2095500"/>
            <a:ext cx="4953000" cy="1562100"/>
            <a:chOff x="2016" y="1072"/>
            <a:chExt cx="3120" cy="984"/>
          </a:xfrm>
        </p:grpSpPr>
        <p:sp>
          <p:nvSpPr>
            <p:cNvPr id="32909" name="Line 59"/>
            <p:cNvSpPr>
              <a:spLocks noChangeShapeType="1"/>
            </p:cNvSpPr>
            <p:nvPr/>
          </p:nvSpPr>
          <p:spPr bwMode="auto">
            <a:xfrm>
              <a:off x="3216" y="1072"/>
              <a:ext cx="192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10" name="Line 60"/>
            <p:cNvSpPr>
              <a:spLocks noChangeShapeType="1"/>
            </p:cNvSpPr>
            <p:nvPr/>
          </p:nvSpPr>
          <p:spPr bwMode="auto">
            <a:xfrm>
              <a:off x="2016" y="1320"/>
              <a:ext cx="307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11" name="Line 61"/>
            <p:cNvSpPr>
              <a:spLocks noChangeShapeType="1"/>
            </p:cNvSpPr>
            <p:nvPr/>
          </p:nvSpPr>
          <p:spPr bwMode="auto">
            <a:xfrm>
              <a:off x="2064" y="1424"/>
              <a:ext cx="302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912" name="Line 62"/>
            <p:cNvSpPr>
              <a:spLocks noChangeShapeType="1"/>
            </p:cNvSpPr>
            <p:nvPr/>
          </p:nvSpPr>
          <p:spPr bwMode="auto">
            <a:xfrm>
              <a:off x="2272" y="1720"/>
              <a:ext cx="283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6" name="Line 63"/>
            <p:cNvSpPr>
              <a:spLocks noChangeShapeType="1"/>
            </p:cNvSpPr>
            <p:nvPr/>
          </p:nvSpPr>
          <p:spPr bwMode="auto">
            <a:xfrm>
              <a:off x="2496" y="2056"/>
              <a:ext cx="264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2832" name="Oval 64"/>
          <p:cNvSpPr>
            <a:spLocks noChangeArrowheads="1"/>
          </p:cNvSpPr>
          <p:nvPr/>
        </p:nvSpPr>
        <p:spPr bwMode="auto">
          <a:xfrm>
            <a:off x="6375400" y="20447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32833" name="Group 65"/>
          <p:cNvGrpSpPr>
            <a:grpSpLocks/>
          </p:cNvGrpSpPr>
          <p:nvPr/>
        </p:nvGrpSpPr>
        <p:grpSpPr bwMode="auto">
          <a:xfrm>
            <a:off x="6654800" y="2438400"/>
            <a:ext cx="1346200" cy="1384300"/>
            <a:chOff x="4192" y="1296"/>
            <a:chExt cx="848" cy="872"/>
          </a:xfrm>
        </p:grpSpPr>
        <p:sp>
          <p:nvSpPr>
            <p:cNvPr id="32901" name="Oval 66"/>
            <p:cNvSpPr>
              <a:spLocks noChangeArrowheads="1"/>
            </p:cNvSpPr>
            <p:nvPr/>
          </p:nvSpPr>
          <p:spPr bwMode="auto">
            <a:xfrm>
              <a:off x="4192" y="168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02" name="Oval 67"/>
            <p:cNvSpPr>
              <a:spLocks noChangeArrowheads="1"/>
            </p:cNvSpPr>
            <p:nvPr/>
          </p:nvSpPr>
          <p:spPr bwMode="auto">
            <a:xfrm>
              <a:off x="4992" y="168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03" name="Oval 68"/>
            <p:cNvSpPr>
              <a:spLocks noChangeArrowheads="1"/>
            </p:cNvSpPr>
            <p:nvPr/>
          </p:nvSpPr>
          <p:spPr bwMode="auto">
            <a:xfrm>
              <a:off x="4776" y="129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04" name="Oval 69"/>
            <p:cNvSpPr>
              <a:spLocks noChangeArrowheads="1"/>
            </p:cNvSpPr>
            <p:nvPr/>
          </p:nvSpPr>
          <p:spPr bwMode="auto">
            <a:xfrm>
              <a:off x="4968" y="139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05" name="Oval 70"/>
            <p:cNvSpPr>
              <a:spLocks noChangeArrowheads="1"/>
            </p:cNvSpPr>
            <p:nvPr/>
          </p:nvSpPr>
          <p:spPr bwMode="auto">
            <a:xfrm>
              <a:off x="4736" y="201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06" name="Oval 71"/>
            <p:cNvSpPr>
              <a:spLocks noChangeArrowheads="1"/>
            </p:cNvSpPr>
            <p:nvPr/>
          </p:nvSpPr>
          <p:spPr bwMode="auto">
            <a:xfrm>
              <a:off x="4440" y="21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07" name="Oval 72"/>
            <p:cNvSpPr>
              <a:spLocks noChangeArrowheads="1"/>
            </p:cNvSpPr>
            <p:nvPr/>
          </p:nvSpPr>
          <p:spPr bwMode="auto">
            <a:xfrm>
              <a:off x="4464" y="139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908" name="Oval 73"/>
            <p:cNvSpPr>
              <a:spLocks noChangeArrowheads="1"/>
            </p:cNvSpPr>
            <p:nvPr/>
          </p:nvSpPr>
          <p:spPr bwMode="auto">
            <a:xfrm>
              <a:off x="4224" y="201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nvGrpSpPr>
          <p:cNvPr id="32842" name="Group 74"/>
          <p:cNvGrpSpPr>
            <a:grpSpLocks/>
          </p:cNvGrpSpPr>
          <p:nvPr/>
        </p:nvGrpSpPr>
        <p:grpSpPr bwMode="auto">
          <a:xfrm>
            <a:off x="6096000" y="1765300"/>
            <a:ext cx="2357438" cy="2306638"/>
            <a:chOff x="3840" y="872"/>
            <a:chExt cx="1485" cy="1453"/>
          </a:xfrm>
        </p:grpSpPr>
        <p:sp>
          <p:nvSpPr>
            <p:cNvPr id="32892" name="Text Box 75"/>
            <p:cNvSpPr txBox="1">
              <a:spLocks noChangeArrowheads="1"/>
            </p:cNvSpPr>
            <p:nvPr/>
          </p:nvSpPr>
          <p:spPr bwMode="auto">
            <a:xfrm>
              <a:off x="5064" y="1584"/>
              <a:ext cx="26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r>
                <a:rPr lang="en-US" altLang="en-US" sz="1600" baseline="-25000">
                  <a:latin typeface="Times New Roman" panose="02020603050405020304" pitchFamily="18" charset="0"/>
                </a:rPr>
                <a:t>1</a:t>
              </a:r>
            </a:p>
          </p:txBody>
        </p:sp>
        <p:sp>
          <p:nvSpPr>
            <p:cNvPr id="32893" name="Text Box 76"/>
            <p:cNvSpPr txBox="1">
              <a:spLocks noChangeArrowheads="1"/>
            </p:cNvSpPr>
            <p:nvPr/>
          </p:nvSpPr>
          <p:spPr bwMode="auto">
            <a:xfrm>
              <a:off x="4704" y="1104"/>
              <a:ext cx="26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r>
                <a:rPr lang="en-US" altLang="en-US" sz="1600" baseline="-25000">
                  <a:latin typeface="Times New Roman" panose="02020603050405020304" pitchFamily="18" charset="0"/>
                </a:rPr>
                <a:t>1</a:t>
              </a:r>
            </a:p>
          </p:txBody>
        </p:sp>
        <p:sp>
          <p:nvSpPr>
            <p:cNvPr id="32894" name="Text Box 77"/>
            <p:cNvSpPr txBox="1">
              <a:spLocks noChangeArrowheads="1"/>
            </p:cNvSpPr>
            <p:nvPr/>
          </p:nvSpPr>
          <p:spPr bwMode="auto">
            <a:xfrm>
              <a:off x="5016" y="1296"/>
              <a:ext cx="26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r>
                <a:rPr lang="en-US" altLang="en-US" sz="1600" baseline="-25000">
                  <a:latin typeface="Times New Roman" panose="02020603050405020304" pitchFamily="18" charset="0"/>
                </a:rPr>
                <a:t>1</a:t>
              </a:r>
            </a:p>
          </p:txBody>
        </p:sp>
        <p:sp>
          <p:nvSpPr>
            <p:cNvPr id="32895" name="Text Box 78"/>
            <p:cNvSpPr txBox="1">
              <a:spLocks noChangeArrowheads="1"/>
            </p:cNvSpPr>
            <p:nvPr/>
          </p:nvSpPr>
          <p:spPr bwMode="auto">
            <a:xfrm>
              <a:off x="4432" y="2112"/>
              <a:ext cx="26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r>
                <a:rPr lang="en-US" altLang="en-US" sz="1600" baseline="-25000">
                  <a:latin typeface="Times New Roman" panose="02020603050405020304" pitchFamily="18" charset="0"/>
                </a:rPr>
                <a:t>1</a:t>
              </a:r>
            </a:p>
          </p:txBody>
        </p:sp>
        <p:sp>
          <p:nvSpPr>
            <p:cNvPr id="32896" name="Text Box 79"/>
            <p:cNvSpPr txBox="1">
              <a:spLocks noChangeArrowheads="1"/>
            </p:cNvSpPr>
            <p:nvPr/>
          </p:nvSpPr>
          <p:spPr bwMode="auto">
            <a:xfrm>
              <a:off x="4752" y="1968"/>
              <a:ext cx="26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r>
                <a:rPr lang="en-US" altLang="en-US" sz="1600" baseline="-25000">
                  <a:latin typeface="Times New Roman" panose="02020603050405020304" pitchFamily="18" charset="0"/>
                </a:rPr>
                <a:t>1</a:t>
              </a:r>
            </a:p>
          </p:txBody>
        </p:sp>
        <p:sp>
          <p:nvSpPr>
            <p:cNvPr id="32897" name="Text Box 80"/>
            <p:cNvSpPr txBox="1">
              <a:spLocks noChangeArrowheads="1"/>
            </p:cNvSpPr>
            <p:nvPr/>
          </p:nvSpPr>
          <p:spPr bwMode="auto">
            <a:xfrm>
              <a:off x="4272" y="1248"/>
              <a:ext cx="26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a:t>
              </a:r>
              <a:r>
                <a:rPr lang="en-US" altLang="en-US" sz="1600" baseline="-25000">
                  <a:latin typeface="Times New Roman" panose="02020603050405020304" pitchFamily="18" charset="0"/>
                </a:rPr>
                <a:t>1</a:t>
              </a:r>
            </a:p>
          </p:txBody>
        </p:sp>
        <p:sp>
          <p:nvSpPr>
            <p:cNvPr id="32898" name="Text Box 81"/>
            <p:cNvSpPr txBox="1">
              <a:spLocks noChangeArrowheads="1"/>
            </p:cNvSpPr>
            <p:nvPr/>
          </p:nvSpPr>
          <p:spPr bwMode="auto">
            <a:xfrm>
              <a:off x="3984" y="1920"/>
              <a:ext cx="25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f’</a:t>
              </a:r>
              <a:r>
                <a:rPr lang="en-US" altLang="en-US" sz="1600" baseline="-25000">
                  <a:latin typeface="Times New Roman" panose="02020603050405020304" pitchFamily="18" charset="0"/>
                </a:rPr>
                <a:t>1</a:t>
              </a:r>
            </a:p>
          </p:txBody>
        </p:sp>
        <p:sp>
          <p:nvSpPr>
            <p:cNvPr id="32899" name="Text Box 82"/>
            <p:cNvSpPr txBox="1">
              <a:spLocks noChangeArrowheads="1"/>
            </p:cNvSpPr>
            <p:nvPr/>
          </p:nvSpPr>
          <p:spPr bwMode="auto">
            <a:xfrm>
              <a:off x="3936" y="1584"/>
              <a:ext cx="26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r>
                <a:rPr lang="en-US" altLang="en-US" sz="1600" baseline="-25000">
                  <a:latin typeface="Times New Roman" panose="02020603050405020304" pitchFamily="18" charset="0"/>
                </a:rPr>
                <a:t>1</a:t>
              </a:r>
            </a:p>
          </p:txBody>
        </p:sp>
        <p:sp>
          <p:nvSpPr>
            <p:cNvPr id="7" name="Text Box 83"/>
            <p:cNvSpPr txBox="1">
              <a:spLocks noChangeArrowheads="1"/>
            </p:cNvSpPr>
            <p:nvPr/>
          </p:nvSpPr>
          <p:spPr bwMode="auto">
            <a:xfrm>
              <a:off x="3840" y="872"/>
              <a:ext cx="26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r>
                <a:rPr lang="en-US" altLang="en-US" sz="1600" baseline="-25000">
                  <a:latin typeface="Times New Roman" panose="02020603050405020304" pitchFamily="18" charset="0"/>
                </a:rPr>
                <a:t>1</a:t>
              </a:r>
            </a:p>
          </p:txBody>
        </p:sp>
      </p:grpSp>
      <p:sp>
        <p:nvSpPr>
          <p:cNvPr id="32852" name="Line 84"/>
          <p:cNvSpPr>
            <a:spLocks noChangeShapeType="1"/>
          </p:cNvSpPr>
          <p:nvPr/>
        </p:nvSpPr>
        <p:spPr bwMode="auto">
          <a:xfrm>
            <a:off x="6400800" y="2057400"/>
            <a:ext cx="228600" cy="137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53" name="Line 85"/>
          <p:cNvSpPr>
            <a:spLocks noChangeShapeType="1"/>
          </p:cNvSpPr>
          <p:nvPr/>
        </p:nvSpPr>
        <p:spPr bwMode="auto">
          <a:xfrm>
            <a:off x="6400800" y="2057400"/>
            <a:ext cx="1447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32854" name="Group 86"/>
          <p:cNvGrpSpPr>
            <a:grpSpLocks/>
          </p:cNvGrpSpPr>
          <p:nvPr/>
        </p:nvGrpSpPr>
        <p:grpSpPr bwMode="auto">
          <a:xfrm>
            <a:off x="1905000" y="4194175"/>
            <a:ext cx="3276600" cy="1600200"/>
            <a:chOff x="1200" y="2400"/>
            <a:chExt cx="2064" cy="1008"/>
          </a:xfrm>
        </p:grpSpPr>
        <p:sp>
          <p:nvSpPr>
            <p:cNvPr id="32887" name="Line 87"/>
            <p:cNvSpPr>
              <a:spLocks noChangeShapeType="1"/>
            </p:cNvSpPr>
            <p:nvPr/>
          </p:nvSpPr>
          <p:spPr bwMode="auto">
            <a:xfrm>
              <a:off x="1680" y="2880"/>
              <a:ext cx="1584"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88" name="Line 88"/>
            <p:cNvSpPr>
              <a:spLocks noChangeShapeType="1"/>
            </p:cNvSpPr>
            <p:nvPr/>
          </p:nvSpPr>
          <p:spPr bwMode="auto">
            <a:xfrm>
              <a:off x="1200" y="2400"/>
              <a:ext cx="1427"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89" name="Line 89"/>
            <p:cNvSpPr>
              <a:spLocks noChangeShapeType="1"/>
            </p:cNvSpPr>
            <p:nvPr/>
          </p:nvSpPr>
          <p:spPr bwMode="auto">
            <a:xfrm>
              <a:off x="1657" y="2592"/>
              <a:ext cx="970"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90" name="Line 90"/>
            <p:cNvSpPr>
              <a:spLocks noChangeShapeType="1"/>
            </p:cNvSpPr>
            <p:nvPr/>
          </p:nvSpPr>
          <p:spPr bwMode="auto">
            <a:xfrm>
              <a:off x="1600" y="3234"/>
              <a:ext cx="108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91" name="Line 91"/>
            <p:cNvSpPr>
              <a:spLocks noChangeShapeType="1"/>
            </p:cNvSpPr>
            <p:nvPr/>
          </p:nvSpPr>
          <p:spPr bwMode="auto">
            <a:xfrm>
              <a:off x="1200" y="3408"/>
              <a:ext cx="1427"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2860" name="Group 92"/>
          <p:cNvGrpSpPr>
            <a:grpSpLocks/>
          </p:cNvGrpSpPr>
          <p:nvPr/>
        </p:nvGrpSpPr>
        <p:grpSpPr bwMode="auto">
          <a:xfrm>
            <a:off x="457200" y="1831975"/>
            <a:ext cx="8382000" cy="4198938"/>
            <a:chOff x="288" y="1154"/>
            <a:chExt cx="5280" cy="2645"/>
          </a:xfrm>
        </p:grpSpPr>
        <p:grpSp>
          <p:nvGrpSpPr>
            <p:cNvPr id="32848" name="Group 93"/>
            <p:cNvGrpSpPr>
              <a:grpSpLocks/>
            </p:cNvGrpSpPr>
            <p:nvPr/>
          </p:nvGrpSpPr>
          <p:grpSpPr bwMode="auto">
            <a:xfrm>
              <a:off x="528" y="2474"/>
              <a:ext cx="1316" cy="1325"/>
              <a:chOff x="528" y="2232"/>
              <a:chExt cx="1316" cy="1325"/>
            </a:xfrm>
          </p:grpSpPr>
          <p:sp>
            <p:nvSpPr>
              <p:cNvPr id="32879" name="Text Box 94"/>
              <p:cNvSpPr txBox="1">
                <a:spLocks noChangeArrowheads="1"/>
              </p:cNvSpPr>
              <p:nvPr/>
            </p:nvSpPr>
            <p:spPr bwMode="auto">
              <a:xfrm>
                <a:off x="672" y="2448"/>
                <a:ext cx="17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rPr>
                  <a:t>h</a:t>
                </a:r>
              </a:p>
            </p:txBody>
          </p:sp>
          <p:sp>
            <p:nvSpPr>
              <p:cNvPr id="32880" name="Text Box 95"/>
              <p:cNvSpPr txBox="1">
                <a:spLocks noChangeArrowheads="1"/>
              </p:cNvSpPr>
              <p:nvPr/>
            </p:nvSpPr>
            <p:spPr bwMode="auto">
              <a:xfrm>
                <a:off x="528" y="2768"/>
                <a:ext cx="17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32881" name="Text Box 96"/>
              <p:cNvSpPr txBox="1">
                <a:spLocks noChangeArrowheads="1"/>
              </p:cNvSpPr>
              <p:nvPr/>
            </p:nvSpPr>
            <p:spPr bwMode="auto">
              <a:xfrm>
                <a:off x="672" y="3171"/>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32882" name="Text Box 97"/>
              <p:cNvSpPr txBox="1">
                <a:spLocks noChangeArrowheads="1"/>
              </p:cNvSpPr>
              <p:nvPr/>
            </p:nvSpPr>
            <p:spPr bwMode="auto">
              <a:xfrm>
                <a:off x="1104" y="3344"/>
                <a:ext cx="17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32883" name="Text Box 98"/>
              <p:cNvSpPr txBox="1">
                <a:spLocks noChangeArrowheads="1"/>
              </p:cNvSpPr>
              <p:nvPr/>
            </p:nvSpPr>
            <p:spPr bwMode="auto">
              <a:xfrm>
                <a:off x="1536" y="3171"/>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p>
            </p:txBody>
          </p:sp>
          <p:sp>
            <p:nvSpPr>
              <p:cNvPr id="32884" name="Text Box 99"/>
              <p:cNvSpPr txBox="1">
                <a:spLocks noChangeArrowheads="1"/>
              </p:cNvSpPr>
              <p:nvPr/>
            </p:nvSpPr>
            <p:spPr bwMode="auto">
              <a:xfrm>
                <a:off x="1670" y="2791"/>
                <a:ext cx="17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p>
            </p:txBody>
          </p:sp>
          <p:sp>
            <p:nvSpPr>
              <p:cNvPr id="32885" name="Text Box 100"/>
              <p:cNvSpPr txBox="1">
                <a:spLocks noChangeArrowheads="1"/>
              </p:cNvSpPr>
              <p:nvPr/>
            </p:nvSpPr>
            <p:spPr bwMode="auto">
              <a:xfrm>
                <a:off x="1104" y="2232"/>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p>
            </p:txBody>
          </p:sp>
          <p:sp>
            <p:nvSpPr>
              <p:cNvPr id="32886" name="Text Box 101"/>
              <p:cNvSpPr txBox="1">
                <a:spLocks noChangeArrowheads="1"/>
              </p:cNvSpPr>
              <p:nvPr/>
            </p:nvSpPr>
            <p:spPr bwMode="auto">
              <a:xfrm>
                <a:off x="1536" y="2462"/>
                <a:ext cx="16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f</a:t>
                </a:r>
              </a:p>
            </p:txBody>
          </p:sp>
        </p:grpSp>
        <p:sp>
          <p:nvSpPr>
            <p:cNvPr id="32849" name="Line 102"/>
            <p:cNvSpPr>
              <a:spLocks noChangeShapeType="1"/>
            </p:cNvSpPr>
            <p:nvPr/>
          </p:nvSpPr>
          <p:spPr bwMode="auto">
            <a:xfrm>
              <a:off x="480" y="2402"/>
              <a:ext cx="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50" name="Text Box 103"/>
            <p:cNvSpPr txBox="1">
              <a:spLocks noChangeArrowheads="1"/>
            </p:cNvSpPr>
            <p:nvPr/>
          </p:nvSpPr>
          <p:spPr bwMode="auto">
            <a:xfrm>
              <a:off x="5328" y="2210"/>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800">
                  <a:latin typeface="Times New Roman" panose="02020603050405020304" pitchFamily="18" charset="0"/>
                </a:rPr>
                <a:t>y</a:t>
              </a:r>
            </a:p>
          </p:txBody>
        </p:sp>
        <p:sp>
          <p:nvSpPr>
            <p:cNvPr id="32851" name="Oval 104"/>
            <p:cNvSpPr>
              <a:spLocks noChangeArrowheads="1"/>
            </p:cNvSpPr>
            <p:nvPr/>
          </p:nvSpPr>
          <p:spPr bwMode="auto">
            <a:xfrm>
              <a:off x="672" y="2642"/>
              <a:ext cx="1008" cy="100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8" name="Group 105"/>
            <p:cNvGrpSpPr>
              <a:grpSpLocks/>
            </p:cNvGrpSpPr>
            <p:nvPr/>
          </p:nvGrpSpPr>
          <p:grpSpPr bwMode="auto">
            <a:xfrm>
              <a:off x="672" y="2642"/>
              <a:ext cx="1008" cy="1008"/>
              <a:chOff x="672" y="2400"/>
              <a:chExt cx="1008" cy="1008"/>
            </a:xfrm>
          </p:grpSpPr>
          <p:sp>
            <p:nvSpPr>
              <p:cNvPr id="32875" name="Line 106"/>
              <p:cNvSpPr>
                <a:spLocks noChangeShapeType="1"/>
              </p:cNvSpPr>
              <p:nvPr/>
            </p:nvSpPr>
            <p:spPr bwMode="auto">
              <a:xfrm>
                <a:off x="1189" y="2400"/>
                <a:ext cx="0" cy="1008"/>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76" name="Line 107"/>
              <p:cNvSpPr>
                <a:spLocks noChangeShapeType="1"/>
              </p:cNvSpPr>
              <p:nvPr/>
            </p:nvSpPr>
            <p:spPr bwMode="auto">
              <a:xfrm>
                <a:off x="672" y="2902"/>
                <a:ext cx="100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77" name="Line 108"/>
              <p:cNvSpPr>
                <a:spLocks noChangeShapeType="1"/>
              </p:cNvSpPr>
              <p:nvPr/>
            </p:nvSpPr>
            <p:spPr bwMode="auto">
              <a:xfrm rot="189070" flipH="1" flipV="1">
                <a:off x="766" y="2576"/>
                <a:ext cx="814" cy="634"/>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78" name="Line 109"/>
              <p:cNvSpPr>
                <a:spLocks noChangeShapeType="1"/>
              </p:cNvSpPr>
              <p:nvPr/>
            </p:nvSpPr>
            <p:spPr bwMode="auto">
              <a:xfrm rot="21410930" flipV="1">
                <a:off x="768" y="2598"/>
                <a:ext cx="814" cy="634"/>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9" name="AutoShape 110"/>
            <p:cNvSpPr>
              <a:spLocks noChangeArrowheads="1"/>
            </p:cNvSpPr>
            <p:nvPr/>
          </p:nvSpPr>
          <p:spPr bwMode="auto">
            <a:xfrm>
              <a:off x="672" y="1262"/>
              <a:ext cx="1008" cy="1152"/>
            </a:xfrm>
            <a:prstGeom prst="triangle">
              <a:avLst>
                <a:gd name="adj" fmla="val 50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10" name="Group 111"/>
            <p:cNvGrpSpPr>
              <a:grpSpLocks/>
            </p:cNvGrpSpPr>
            <p:nvPr/>
          </p:nvGrpSpPr>
          <p:grpSpPr bwMode="auto">
            <a:xfrm>
              <a:off x="672" y="1154"/>
              <a:ext cx="1008" cy="2064"/>
              <a:chOff x="672" y="912"/>
              <a:chExt cx="1008" cy="2064"/>
            </a:xfrm>
          </p:grpSpPr>
          <p:sp>
            <p:nvSpPr>
              <p:cNvPr id="32870" name="Line 112"/>
              <p:cNvSpPr>
                <a:spLocks noChangeShapeType="1"/>
              </p:cNvSpPr>
              <p:nvPr/>
            </p:nvSpPr>
            <p:spPr bwMode="auto">
              <a:xfrm>
                <a:off x="672" y="2160"/>
                <a:ext cx="0" cy="816"/>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71" name="Line 113"/>
              <p:cNvSpPr>
                <a:spLocks noChangeShapeType="1"/>
              </p:cNvSpPr>
              <p:nvPr/>
            </p:nvSpPr>
            <p:spPr bwMode="auto">
              <a:xfrm>
                <a:off x="1680" y="2160"/>
                <a:ext cx="0" cy="816"/>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72" name="Line 114"/>
              <p:cNvSpPr>
                <a:spLocks noChangeShapeType="1"/>
              </p:cNvSpPr>
              <p:nvPr/>
            </p:nvSpPr>
            <p:spPr bwMode="auto">
              <a:xfrm flipV="1">
                <a:off x="798" y="2160"/>
                <a:ext cx="0" cy="432"/>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73" name="Line 115"/>
              <p:cNvSpPr>
                <a:spLocks noChangeShapeType="1"/>
              </p:cNvSpPr>
              <p:nvPr/>
            </p:nvSpPr>
            <p:spPr bwMode="auto">
              <a:xfrm flipV="1">
                <a:off x="1560" y="2148"/>
                <a:ext cx="0" cy="432"/>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74" name="Line 116"/>
              <p:cNvSpPr>
                <a:spLocks noChangeShapeType="1"/>
              </p:cNvSpPr>
              <p:nvPr/>
            </p:nvSpPr>
            <p:spPr bwMode="auto">
              <a:xfrm>
                <a:off x="1176" y="912"/>
                <a:ext cx="0" cy="1344"/>
              </a:xfrm>
              <a:prstGeom prst="line">
                <a:avLst/>
              </a:prstGeom>
              <a:noFill/>
              <a:ln w="31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grpSp>
          <p:nvGrpSpPr>
            <p:cNvPr id="32855" name="Group 117"/>
            <p:cNvGrpSpPr>
              <a:grpSpLocks/>
            </p:cNvGrpSpPr>
            <p:nvPr/>
          </p:nvGrpSpPr>
          <p:grpSpPr bwMode="auto">
            <a:xfrm>
              <a:off x="816" y="1249"/>
              <a:ext cx="732" cy="1165"/>
              <a:chOff x="816" y="1007"/>
              <a:chExt cx="732" cy="1165"/>
            </a:xfrm>
          </p:grpSpPr>
          <p:sp>
            <p:nvSpPr>
              <p:cNvPr id="32868" name="Line 118"/>
              <p:cNvSpPr>
                <a:spLocks noChangeShapeType="1"/>
              </p:cNvSpPr>
              <p:nvPr/>
            </p:nvSpPr>
            <p:spPr bwMode="auto">
              <a:xfrm rot="92115" flipH="1">
                <a:off x="816" y="1007"/>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69" name="Line 119"/>
              <p:cNvSpPr>
                <a:spLocks noChangeShapeType="1"/>
              </p:cNvSpPr>
              <p:nvPr/>
            </p:nvSpPr>
            <p:spPr bwMode="auto">
              <a:xfrm rot="-92115">
                <a:off x="1200" y="1019"/>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2856" name="Text Box 120"/>
            <p:cNvSpPr txBox="1">
              <a:spLocks noChangeArrowheads="1"/>
            </p:cNvSpPr>
            <p:nvPr/>
          </p:nvSpPr>
          <p:spPr bwMode="auto">
            <a:xfrm>
              <a:off x="288" y="2258"/>
              <a:ext cx="24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800">
                  <a:latin typeface="Times New Roman" panose="02020603050405020304" pitchFamily="18" charset="0"/>
                </a:rPr>
                <a:t>X</a:t>
              </a:r>
            </a:p>
          </p:txBody>
        </p:sp>
        <p:grpSp>
          <p:nvGrpSpPr>
            <p:cNvPr id="32857" name="Group 121"/>
            <p:cNvGrpSpPr>
              <a:grpSpLocks/>
            </p:cNvGrpSpPr>
            <p:nvPr/>
          </p:nvGrpSpPr>
          <p:grpSpPr bwMode="auto">
            <a:xfrm>
              <a:off x="528" y="1154"/>
              <a:ext cx="1315" cy="1472"/>
              <a:chOff x="528" y="912"/>
              <a:chExt cx="1315" cy="1472"/>
            </a:xfrm>
          </p:grpSpPr>
          <p:grpSp>
            <p:nvGrpSpPr>
              <p:cNvPr id="32858" name="Group 122"/>
              <p:cNvGrpSpPr>
                <a:grpSpLocks/>
              </p:cNvGrpSpPr>
              <p:nvPr/>
            </p:nvGrpSpPr>
            <p:grpSpPr bwMode="auto">
              <a:xfrm>
                <a:off x="528" y="2016"/>
                <a:ext cx="1315" cy="368"/>
                <a:chOff x="528" y="2016"/>
                <a:chExt cx="1315" cy="368"/>
              </a:xfrm>
            </p:grpSpPr>
            <p:sp>
              <p:nvSpPr>
                <p:cNvPr id="11" name="Text Box 123"/>
                <p:cNvSpPr txBox="1">
                  <a:spLocks noChangeArrowheads="1"/>
                </p:cNvSpPr>
                <p:nvPr/>
              </p:nvSpPr>
              <p:spPr bwMode="auto">
                <a:xfrm>
                  <a:off x="528" y="2016"/>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32861" name="Text Box 124"/>
                <p:cNvSpPr txBox="1">
                  <a:spLocks noChangeArrowheads="1"/>
                </p:cNvSpPr>
                <p:nvPr/>
              </p:nvSpPr>
              <p:spPr bwMode="auto">
                <a:xfrm>
                  <a:off x="768" y="2016"/>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p>
              </p:txBody>
            </p:sp>
            <p:sp>
              <p:nvSpPr>
                <p:cNvPr id="32862" name="Text Box 125"/>
                <p:cNvSpPr txBox="1">
                  <a:spLocks noChangeArrowheads="1"/>
                </p:cNvSpPr>
                <p:nvPr/>
              </p:nvSpPr>
              <p:spPr bwMode="auto">
                <a:xfrm>
                  <a:off x="1494" y="2022"/>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p>
              </p:txBody>
            </p:sp>
            <p:sp>
              <p:nvSpPr>
                <p:cNvPr id="32863" name="Text Box 126"/>
                <p:cNvSpPr txBox="1">
                  <a:spLocks noChangeArrowheads="1"/>
                </p:cNvSpPr>
                <p:nvPr/>
              </p:nvSpPr>
              <p:spPr bwMode="auto">
                <a:xfrm>
                  <a:off x="1626" y="2016"/>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p>
              </p:txBody>
            </p:sp>
            <p:sp>
              <p:nvSpPr>
                <p:cNvPr id="32864" name="Text Box 127"/>
                <p:cNvSpPr txBox="1">
                  <a:spLocks noChangeArrowheads="1"/>
                </p:cNvSpPr>
                <p:nvPr/>
              </p:nvSpPr>
              <p:spPr bwMode="auto">
                <a:xfrm>
                  <a:off x="1008" y="2016"/>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p>
              </p:txBody>
            </p:sp>
            <p:sp>
              <p:nvSpPr>
                <p:cNvPr id="32865" name="Text Box 128"/>
                <p:cNvSpPr txBox="1">
                  <a:spLocks noChangeArrowheads="1"/>
                </p:cNvSpPr>
                <p:nvPr/>
              </p:nvSpPr>
              <p:spPr bwMode="auto">
                <a:xfrm>
                  <a:off x="1135" y="2016"/>
                  <a:ext cx="20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p>
              </p:txBody>
            </p:sp>
            <p:sp>
              <p:nvSpPr>
                <p:cNvPr id="32866" name="Text Box 129"/>
                <p:cNvSpPr txBox="1">
                  <a:spLocks noChangeArrowheads="1"/>
                </p:cNvSpPr>
                <p:nvPr/>
              </p:nvSpPr>
              <p:spPr bwMode="auto">
                <a:xfrm>
                  <a:off x="1394" y="2016"/>
                  <a:ext cx="21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f’</a:t>
                  </a:r>
                </a:p>
              </p:txBody>
            </p:sp>
            <p:sp>
              <p:nvSpPr>
                <p:cNvPr id="32867" name="Text Box 130"/>
                <p:cNvSpPr txBox="1">
                  <a:spLocks noChangeArrowheads="1"/>
                </p:cNvSpPr>
                <p:nvPr/>
              </p:nvSpPr>
              <p:spPr bwMode="auto">
                <a:xfrm>
                  <a:off x="672" y="2016"/>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a:t>
                  </a:r>
                </a:p>
              </p:txBody>
            </p:sp>
          </p:grpSp>
          <p:sp>
            <p:nvSpPr>
              <p:cNvPr id="32859" name="Text Box 131"/>
              <p:cNvSpPr txBox="1">
                <a:spLocks noChangeArrowheads="1"/>
              </p:cNvSpPr>
              <p:nvPr/>
            </p:nvSpPr>
            <p:spPr bwMode="auto">
              <a:xfrm>
                <a:off x="1152" y="912"/>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p>
            </p:txBody>
          </p:sp>
        </p:grpSp>
      </p:grpSp>
      <p:grpSp>
        <p:nvGrpSpPr>
          <p:cNvPr id="32900" name="Group 132"/>
          <p:cNvGrpSpPr>
            <a:grpSpLocks/>
          </p:cNvGrpSpPr>
          <p:nvPr/>
        </p:nvGrpSpPr>
        <p:grpSpPr bwMode="auto">
          <a:xfrm rot="-3477128">
            <a:off x="3049325" y="1335561"/>
            <a:ext cx="2178051" cy="2233611"/>
            <a:chOff x="1982" y="1023"/>
            <a:chExt cx="1372" cy="1407"/>
          </a:xfrm>
        </p:grpSpPr>
        <p:sp>
          <p:nvSpPr>
            <p:cNvPr id="32836" name="AutoShape 133"/>
            <p:cNvSpPr>
              <a:spLocks noChangeArrowheads="1"/>
            </p:cNvSpPr>
            <p:nvPr/>
          </p:nvSpPr>
          <p:spPr bwMode="auto">
            <a:xfrm rot="6853726">
              <a:off x="2164" y="1350"/>
              <a:ext cx="1008" cy="1152"/>
            </a:xfrm>
            <a:prstGeom prst="triangle">
              <a:avLst>
                <a:gd name="adj" fmla="val 50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32837" name="Group 134"/>
            <p:cNvGrpSpPr>
              <a:grpSpLocks/>
            </p:cNvGrpSpPr>
            <p:nvPr/>
          </p:nvGrpSpPr>
          <p:grpSpPr bwMode="auto">
            <a:xfrm>
              <a:off x="1982" y="1023"/>
              <a:ext cx="1372" cy="1315"/>
              <a:chOff x="1982" y="1023"/>
              <a:chExt cx="1372" cy="1315"/>
            </a:xfrm>
          </p:grpSpPr>
          <p:sp>
            <p:nvSpPr>
              <p:cNvPr id="32838" name="Line 135"/>
              <p:cNvSpPr>
                <a:spLocks noChangeShapeType="1"/>
              </p:cNvSpPr>
              <p:nvPr/>
            </p:nvSpPr>
            <p:spPr bwMode="auto">
              <a:xfrm rot="6853726">
                <a:off x="2679" y="1259"/>
                <a:ext cx="0" cy="1344"/>
              </a:xfrm>
              <a:prstGeom prst="line">
                <a:avLst/>
              </a:prstGeom>
              <a:noFill/>
              <a:ln w="31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39" name="Line 136"/>
              <p:cNvSpPr>
                <a:spLocks noChangeShapeType="1"/>
              </p:cNvSpPr>
              <p:nvPr/>
            </p:nvSpPr>
            <p:spPr bwMode="auto">
              <a:xfrm rot="6945840" flipH="1">
                <a:off x="2571" y="1178"/>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40" name="Line 137"/>
              <p:cNvSpPr>
                <a:spLocks noChangeShapeType="1"/>
              </p:cNvSpPr>
              <p:nvPr/>
            </p:nvSpPr>
            <p:spPr bwMode="auto">
              <a:xfrm rot="6761611">
                <a:off x="2412" y="1529"/>
                <a:ext cx="348" cy="1153"/>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nvGrpSpPr>
              <p:cNvPr id="32841" name="Group 138"/>
              <p:cNvGrpSpPr>
                <a:grpSpLocks/>
              </p:cNvGrpSpPr>
              <p:nvPr/>
            </p:nvGrpSpPr>
            <p:grpSpPr bwMode="auto">
              <a:xfrm rot="6855770">
                <a:off x="1432" y="1573"/>
                <a:ext cx="1315" cy="215"/>
                <a:chOff x="1427" y="1668"/>
                <a:chExt cx="1315" cy="215"/>
              </a:xfrm>
            </p:grpSpPr>
            <p:sp>
              <p:nvSpPr>
                <p:cNvPr id="32843" name="Text Box 139"/>
                <p:cNvSpPr txBox="1">
                  <a:spLocks noChangeArrowheads="1"/>
                </p:cNvSpPr>
                <p:nvPr/>
              </p:nvSpPr>
              <p:spPr bwMode="auto">
                <a:xfrm>
                  <a:off x="1427" y="1668"/>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p>
              </p:txBody>
            </p:sp>
            <p:sp>
              <p:nvSpPr>
                <p:cNvPr id="32844" name="Text Box 140"/>
                <p:cNvSpPr txBox="1">
                  <a:spLocks noChangeArrowheads="1"/>
                </p:cNvSpPr>
                <p:nvPr/>
              </p:nvSpPr>
              <p:spPr bwMode="auto">
                <a:xfrm>
                  <a:off x="1659" y="1670"/>
                  <a:ext cx="332"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h’b’</a:t>
                  </a:r>
                </a:p>
              </p:txBody>
            </p:sp>
            <p:sp>
              <p:nvSpPr>
                <p:cNvPr id="32845" name="Text Box 141"/>
                <p:cNvSpPr txBox="1">
                  <a:spLocks noChangeArrowheads="1"/>
                </p:cNvSpPr>
                <p:nvPr/>
              </p:nvSpPr>
              <p:spPr bwMode="auto">
                <a:xfrm>
                  <a:off x="2525" y="1668"/>
                  <a:ext cx="21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p>
              </p:txBody>
            </p:sp>
            <p:sp>
              <p:nvSpPr>
                <p:cNvPr id="32846" name="Text Box 142"/>
                <p:cNvSpPr txBox="1">
                  <a:spLocks noChangeArrowheads="1"/>
                </p:cNvSpPr>
                <p:nvPr/>
              </p:nvSpPr>
              <p:spPr bwMode="auto">
                <a:xfrm>
                  <a:off x="1899" y="1669"/>
                  <a:ext cx="325"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c’g’</a:t>
                  </a:r>
                </a:p>
              </p:txBody>
            </p:sp>
            <p:sp>
              <p:nvSpPr>
                <p:cNvPr id="32847" name="Text Box 143"/>
                <p:cNvSpPr txBox="1">
                  <a:spLocks noChangeArrowheads="1"/>
                </p:cNvSpPr>
                <p:nvPr/>
              </p:nvSpPr>
              <p:spPr bwMode="auto">
                <a:xfrm>
                  <a:off x="2280" y="1670"/>
                  <a:ext cx="31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d’f’</a:t>
                  </a:r>
                </a:p>
              </p:txBody>
            </p:sp>
          </p:grpSp>
          <p:sp>
            <p:nvSpPr>
              <p:cNvPr id="12" name="Text Box 144"/>
              <p:cNvSpPr txBox="1">
                <a:spLocks noChangeArrowheads="1"/>
              </p:cNvSpPr>
              <p:nvPr/>
            </p:nvSpPr>
            <p:spPr bwMode="auto">
              <a:xfrm>
                <a:off x="3130" y="1999"/>
                <a:ext cx="2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p>
            </p:txBody>
          </p:sp>
        </p:grpSp>
      </p:grpSp>
      <p:grpSp>
        <p:nvGrpSpPr>
          <p:cNvPr id="32913" name="Group 145"/>
          <p:cNvGrpSpPr>
            <a:grpSpLocks/>
          </p:cNvGrpSpPr>
          <p:nvPr/>
        </p:nvGrpSpPr>
        <p:grpSpPr bwMode="auto">
          <a:xfrm>
            <a:off x="2743200" y="3070225"/>
            <a:ext cx="914400" cy="736600"/>
            <a:chOff x="1728" y="1704"/>
            <a:chExt cx="576" cy="464"/>
          </a:xfrm>
        </p:grpSpPr>
        <p:sp>
          <p:nvSpPr>
            <p:cNvPr id="13" name="Line 146"/>
            <p:cNvSpPr>
              <a:spLocks noChangeShapeType="1"/>
            </p:cNvSpPr>
            <p:nvPr/>
          </p:nvSpPr>
          <p:spPr bwMode="auto">
            <a:xfrm flipH="1">
              <a:off x="1728" y="1704"/>
              <a:ext cx="576" cy="4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34" name="Arc 147"/>
            <p:cNvSpPr>
              <a:spLocks/>
            </p:cNvSpPr>
            <p:nvPr/>
          </p:nvSpPr>
          <p:spPr bwMode="auto">
            <a:xfrm>
              <a:off x="1736" y="2039"/>
              <a:ext cx="192" cy="129"/>
            </a:xfrm>
            <a:custGeom>
              <a:avLst/>
              <a:gdLst>
                <a:gd name="T0" fmla="*/ 160 w 21600"/>
                <a:gd name="T1" fmla="*/ 0 h 14479"/>
                <a:gd name="T2" fmla="*/ 191 w 21600"/>
                <a:gd name="T3" fmla="*/ 129 h 14479"/>
                <a:gd name="T4" fmla="*/ 0 w 21600"/>
                <a:gd name="T5" fmla="*/ 107 h 14479"/>
                <a:gd name="T6" fmla="*/ 0 60000 65536"/>
                <a:gd name="T7" fmla="*/ 0 60000 65536"/>
                <a:gd name="T8" fmla="*/ 0 60000 65536"/>
              </a:gdLst>
              <a:ahLst/>
              <a:cxnLst>
                <a:cxn ang="T6">
                  <a:pos x="T0" y="T1"/>
                </a:cxn>
                <a:cxn ang="T7">
                  <a:pos x="T2" y="T3"/>
                </a:cxn>
                <a:cxn ang="T8">
                  <a:pos x="T4" y="T5"/>
                </a:cxn>
              </a:cxnLst>
              <a:rect l="0" t="0" r="r" b="b"/>
              <a:pathLst>
                <a:path w="21600" h="14479" fill="none" extrusionOk="0">
                  <a:moveTo>
                    <a:pt x="17977" y="-1"/>
                  </a:moveTo>
                  <a:cubicBezTo>
                    <a:pt x="20339" y="3546"/>
                    <a:pt x="21600" y="7712"/>
                    <a:pt x="21600" y="11974"/>
                  </a:cubicBezTo>
                  <a:cubicBezTo>
                    <a:pt x="21600" y="12811"/>
                    <a:pt x="21551" y="13647"/>
                    <a:pt x="21454" y="14479"/>
                  </a:cubicBezTo>
                </a:path>
                <a:path w="21600" h="14479" stroke="0" extrusionOk="0">
                  <a:moveTo>
                    <a:pt x="17977" y="-1"/>
                  </a:moveTo>
                  <a:cubicBezTo>
                    <a:pt x="20339" y="3546"/>
                    <a:pt x="21600" y="7712"/>
                    <a:pt x="21600" y="11974"/>
                  </a:cubicBezTo>
                  <a:cubicBezTo>
                    <a:pt x="21600" y="12811"/>
                    <a:pt x="21551" y="13647"/>
                    <a:pt x="21454" y="14479"/>
                  </a:cubicBezTo>
                  <a:lnTo>
                    <a:pt x="0" y="11974"/>
                  </a:lnTo>
                  <a:lnTo>
                    <a:pt x="17977" y="-1"/>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32835" name="Text Box 148"/>
            <p:cNvSpPr txBox="1">
              <a:spLocks noChangeArrowheads="1"/>
            </p:cNvSpPr>
            <p:nvPr/>
          </p:nvSpPr>
          <p:spPr bwMode="auto">
            <a:xfrm>
              <a:off x="1896" y="2000"/>
              <a:ext cx="229"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050">
                  <a:latin typeface="Times New Roman" panose="02020603050405020304" pitchFamily="18" charset="0"/>
                </a:rPr>
                <a:t>45</a:t>
              </a:r>
              <a:r>
                <a:rPr lang="en-US" altLang="en-US" sz="1050" baseline="30000">
                  <a:latin typeface="Times New Roman" panose="02020603050405020304" pitchFamily="18" charset="0"/>
                </a:rPr>
                <a:t>0</a:t>
              </a:r>
            </a:p>
          </p:txBody>
        </p:sp>
      </p:grpSp>
      <p:grpSp>
        <p:nvGrpSpPr>
          <p:cNvPr id="32917" name="Group 149"/>
          <p:cNvGrpSpPr>
            <a:grpSpLocks/>
          </p:cNvGrpSpPr>
          <p:nvPr/>
        </p:nvGrpSpPr>
        <p:grpSpPr bwMode="auto">
          <a:xfrm>
            <a:off x="2971800" y="2038350"/>
            <a:ext cx="2514600" cy="4191000"/>
            <a:chOff x="1872" y="1296"/>
            <a:chExt cx="1584" cy="2640"/>
          </a:xfrm>
        </p:grpSpPr>
        <p:grpSp>
          <p:nvGrpSpPr>
            <p:cNvPr id="32801" name="Group 150"/>
            <p:cNvGrpSpPr>
              <a:grpSpLocks/>
            </p:cNvGrpSpPr>
            <p:nvPr/>
          </p:nvGrpSpPr>
          <p:grpSpPr bwMode="auto">
            <a:xfrm>
              <a:off x="1872" y="2496"/>
              <a:ext cx="804" cy="1317"/>
              <a:chOff x="1884" y="2256"/>
              <a:chExt cx="804" cy="1317"/>
            </a:xfrm>
          </p:grpSpPr>
          <p:sp>
            <p:nvSpPr>
              <p:cNvPr id="32825" name="Text Box 151"/>
              <p:cNvSpPr txBox="1">
                <a:spLocks noChangeArrowheads="1"/>
              </p:cNvSpPr>
              <p:nvPr/>
            </p:nvSpPr>
            <p:spPr bwMode="auto">
              <a:xfrm>
                <a:off x="1884" y="2784"/>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a</a:t>
                </a:r>
                <a:r>
                  <a:rPr lang="en-US" altLang="en-US" sz="1600" baseline="-25000">
                    <a:latin typeface="Times New Roman" panose="02020603050405020304" pitchFamily="18" charset="0"/>
                  </a:rPr>
                  <a:t>1</a:t>
                </a:r>
              </a:p>
            </p:txBody>
          </p:sp>
          <p:sp>
            <p:nvSpPr>
              <p:cNvPr id="14" name="Text Box 152"/>
              <p:cNvSpPr txBox="1">
                <a:spLocks noChangeArrowheads="1"/>
              </p:cNvSpPr>
              <p:nvPr/>
            </p:nvSpPr>
            <p:spPr bwMode="auto">
              <a:xfrm>
                <a:off x="1956" y="2460"/>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h</a:t>
                </a:r>
                <a:r>
                  <a:rPr lang="en-US" altLang="en-US" sz="1600" baseline="-25000">
                    <a:latin typeface="Times New Roman" panose="02020603050405020304" pitchFamily="18" charset="0"/>
                  </a:rPr>
                  <a:t>1</a:t>
                </a:r>
              </a:p>
            </p:txBody>
          </p:sp>
          <p:sp>
            <p:nvSpPr>
              <p:cNvPr id="32827" name="Text Box 153"/>
              <p:cNvSpPr txBox="1">
                <a:spLocks noChangeArrowheads="1"/>
              </p:cNvSpPr>
              <p:nvPr/>
            </p:nvSpPr>
            <p:spPr bwMode="auto">
              <a:xfrm>
                <a:off x="2370" y="2496"/>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f</a:t>
                </a:r>
                <a:r>
                  <a:rPr lang="en-US" altLang="en-US" sz="1600" baseline="-25000">
                    <a:latin typeface="Times New Roman" panose="02020603050405020304" pitchFamily="18" charset="0"/>
                  </a:rPr>
                  <a:t>1</a:t>
                </a:r>
              </a:p>
            </p:txBody>
          </p:sp>
          <p:sp>
            <p:nvSpPr>
              <p:cNvPr id="32828" name="Text Box 154"/>
              <p:cNvSpPr txBox="1">
                <a:spLocks noChangeArrowheads="1"/>
              </p:cNvSpPr>
              <p:nvPr/>
            </p:nvSpPr>
            <p:spPr bwMode="auto">
              <a:xfrm>
                <a:off x="2448" y="2784"/>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e</a:t>
                </a:r>
                <a:r>
                  <a:rPr lang="en-US" altLang="en-US" sz="1600" baseline="-25000">
                    <a:latin typeface="Times New Roman" panose="02020603050405020304" pitchFamily="18" charset="0"/>
                  </a:rPr>
                  <a:t>1</a:t>
                </a:r>
              </a:p>
            </p:txBody>
          </p:sp>
          <p:sp>
            <p:nvSpPr>
              <p:cNvPr id="32829" name="Text Box 155"/>
              <p:cNvSpPr txBox="1">
                <a:spLocks noChangeArrowheads="1"/>
              </p:cNvSpPr>
              <p:nvPr/>
            </p:nvSpPr>
            <p:spPr bwMode="auto">
              <a:xfrm>
                <a:off x="2364" y="3120"/>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d</a:t>
                </a:r>
                <a:r>
                  <a:rPr lang="en-US" altLang="en-US" sz="1600" baseline="-25000">
                    <a:latin typeface="Times New Roman" panose="02020603050405020304" pitchFamily="18" charset="0"/>
                  </a:rPr>
                  <a:t>1</a:t>
                </a:r>
              </a:p>
            </p:txBody>
          </p:sp>
          <p:sp>
            <p:nvSpPr>
              <p:cNvPr id="32830" name="Text Box 156"/>
              <p:cNvSpPr txBox="1">
                <a:spLocks noChangeArrowheads="1"/>
              </p:cNvSpPr>
              <p:nvPr/>
            </p:nvSpPr>
            <p:spPr bwMode="auto">
              <a:xfrm>
                <a:off x="2184" y="3360"/>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c</a:t>
                </a:r>
                <a:r>
                  <a:rPr lang="en-US" altLang="en-US" sz="1600" baseline="-25000">
                    <a:latin typeface="Times New Roman" panose="02020603050405020304" pitchFamily="18" charset="0"/>
                  </a:rPr>
                  <a:t>1</a:t>
                </a:r>
              </a:p>
            </p:txBody>
          </p:sp>
          <p:sp>
            <p:nvSpPr>
              <p:cNvPr id="32831" name="Text Box 157"/>
              <p:cNvSpPr txBox="1">
                <a:spLocks noChangeArrowheads="1"/>
              </p:cNvSpPr>
              <p:nvPr/>
            </p:nvSpPr>
            <p:spPr bwMode="auto">
              <a:xfrm>
                <a:off x="1932" y="3120"/>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b</a:t>
                </a:r>
                <a:r>
                  <a:rPr lang="en-US" altLang="en-US" sz="1600" baseline="-25000">
                    <a:latin typeface="Times New Roman" panose="02020603050405020304" pitchFamily="18" charset="0"/>
                  </a:rPr>
                  <a:t>1</a:t>
                </a:r>
              </a:p>
            </p:txBody>
          </p:sp>
          <p:sp>
            <p:nvSpPr>
              <p:cNvPr id="15" name="Text Box 158"/>
              <p:cNvSpPr txBox="1">
                <a:spLocks noChangeArrowheads="1"/>
              </p:cNvSpPr>
              <p:nvPr/>
            </p:nvSpPr>
            <p:spPr bwMode="auto">
              <a:xfrm>
                <a:off x="2124" y="2256"/>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g</a:t>
                </a:r>
                <a:r>
                  <a:rPr lang="en-US" altLang="en-US" sz="1600" baseline="-25000">
                    <a:latin typeface="Times New Roman" panose="02020603050405020304" pitchFamily="18" charset="0"/>
                  </a:rPr>
                  <a:t>1</a:t>
                </a:r>
              </a:p>
            </p:txBody>
          </p:sp>
        </p:grpSp>
        <p:grpSp>
          <p:nvGrpSpPr>
            <p:cNvPr id="16" name="Group 159"/>
            <p:cNvGrpSpPr>
              <a:grpSpLocks/>
            </p:cNvGrpSpPr>
            <p:nvPr/>
          </p:nvGrpSpPr>
          <p:grpSpPr bwMode="auto">
            <a:xfrm>
              <a:off x="2016" y="1536"/>
              <a:ext cx="576" cy="2400"/>
              <a:chOff x="2016" y="1296"/>
              <a:chExt cx="576" cy="2400"/>
            </a:xfrm>
          </p:grpSpPr>
          <p:sp>
            <p:nvSpPr>
              <p:cNvPr id="32820" name="Line 160"/>
              <p:cNvSpPr>
                <a:spLocks noChangeShapeType="1"/>
              </p:cNvSpPr>
              <p:nvPr/>
            </p:nvSpPr>
            <p:spPr bwMode="auto">
              <a:xfrm>
                <a:off x="2016" y="1296"/>
                <a:ext cx="0" cy="216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21" name="Line 161"/>
              <p:cNvSpPr>
                <a:spLocks noChangeShapeType="1"/>
              </p:cNvSpPr>
              <p:nvPr/>
            </p:nvSpPr>
            <p:spPr bwMode="auto">
              <a:xfrm>
                <a:off x="2112" y="1440"/>
                <a:ext cx="0" cy="201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22" name="Line 162"/>
              <p:cNvSpPr>
                <a:spLocks noChangeShapeType="1"/>
              </p:cNvSpPr>
              <p:nvPr/>
            </p:nvSpPr>
            <p:spPr bwMode="auto">
              <a:xfrm>
                <a:off x="2304" y="1728"/>
                <a:ext cx="0" cy="196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23" name="Line 163"/>
              <p:cNvSpPr>
                <a:spLocks noChangeShapeType="1"/>
              </p:cNvSpPr>
              <p:nvPr/>
            </p:nvSpPr>
            <p:spPr bwMode="auto">
              <a:xfrm>
                <a:off x="2496" y="2064"/>
                <a:ext cx="0" cy="13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24" name="Line 164"/>
              <p:cNvSpPr>
                <a:spLocks noChangeShapeType="1"/>
              </p:cNvSpPr>
              <p:nvPr/>
            </p:nvSpPr>
            <p:spPr bwMode="auto">
              <a:xfrm>
                <a:off x="2592" y="2160"/>
                <a:ext cx="0" cy="134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grpSp>
        <p:sp>
          <p:nvSpPr>
            <p:cNvPr id="32803" name="Line 165"/>
            <p:cNvSpPr>
              <a:spLocks noChangeShapeType="1"/>
            </p:cNvSpPr>
            <p:nvPr/>
          </p:nvSpPr>
          <p:spPr bwMode="auto">
            <a:xfrm>
              <a:off x="3264" y="1296"/>
              <a:ext cx="0" cy="264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04" name="Line 166"/>
            <p:cNvSpPr>
              <a:spLocks noChangeShapeType="1"/>
            </p:cNvSpPr>
            <p:nvPr/>
          </p:nvSpPr>
          <p:spPr bwMode="auto">
            <a:xfrm>
              <a:off x="2352" y="2642"/>
              <a:ext cx="945" cy="5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32805" name="Line 167"/>
            <p:cNvSpPr>
              <a:spLocks noChangeShapeType="1"/>
            </p:cNvSpPr>
            <p:nvPr/>
          </p:nvSpPr>
          <p:spPr bwMode="auto">
            <a:xfrm flipV="1">
              <a:off x="2352" y="3147"/>
              <a:ext cx="918" cy="5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p>
          </p:txBody>
        </p:sp>
        <p:sp>
          <p:nvSpPr>
            <p:cNvPr id="17" name="Text Box 168"/>
            <p:cNvSpPr txBox="1">
              <a:spLocks noChangeArrowheads="1"/>
            </p:cNvSpPr>
            <p:nvPr/>
          </p:nvSpPr>
          <p:spPr bwMode="auto">
            <a:xfrm>
              <a:off x="3216" y="3092"/>
              <a:ext cx="24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o</a:t>
              </a:r>
              <a:r>
                <a:rPr lang="en-US" altLang="en-US" sz="1600" baseline="-25000">
                  <a:latin typeface="Times New Roman" panose="02020603050405020304" pitchFamily="18" charset="0"/>
                </a:rPr>
                <a:t>1</a:t>
              </a:r>
            </a:p>
          </p:txBody>
        </p:sp>
        <p:sp>
          <p:nvSpPr>
            <p:cNvPr id="32807" name="Text Box 169"/>
            <p:cNvSpPr txBox="1">
              <a:spLocks noChangeArrowheads="1"/>
            </p:cNvSpPr>
            <p:nvPr/>
          </p:nvSpPr>
          <p:spPr bwMode="auto">
            <a:xfrm>
              <a:off x="2160" y="3026"/>
              <a:ext cx="18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1</a:t>
              </a:r>
            </a:p>
          </p:txBody>
        </p:sp>
        <p:sp>
          <p:nvSpPr>
            <p:cNvPr id="32808" name="Oval 170"/>
            <p:cNvSpPr>
              <a:spLocks noChangeArrowheads="1"/>
            </p:cNvSpPr>
            <p:nvPr/>
          </p:nvSpPr>
          <p:spPr bwMode="auto">
            <a:xfrm>
              <a:off x="2280" y="309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809" name="Arc 171"/>
            <p:cNvSpPr>
              <a:spLocks/>
            </p:cNvSpPr>
            <p:nvPr/>
          </p:nvSpPr>
          <p:spPr bwMode="auto">
            <a:xfrm flipH="1">
              <a:off x="2008" y="2641"/>
              <a:ext cx="324" cy="1021"/>
            </a:xfrm>
            <a:custGeom>
              <a:avLst/>
              <a:gdLst>
                <a:gd name="T0" fmla="*/ 7 w 21600"/>
                <a:gd name="T1" fmla="*/ 0 h 43178"/>
                <a:gd name="T2" fmla="*/ 13 w 21600"/>
                <a:gd name="T3" fmla="*/ 1021 h 43178"/>
                <a:gd name="T4" fmla="*/ 0 w 21600"/>
                <a:gd name="T5" fmla="*/ 511 h 43178"/>
                <a:gd name="T6" fmla="*/ 0 60000 65536"/>
                <a:gd name="T7" fmla="*/ 0 60000 65536"/>
                <a:gd name="T8" fmla="*/ 0 60000 65536"/>
              </a:gdLst>
              <a:ahLst/>
              <a:cxnLst>
                <a:cxn ang="T6">
                  <a:pos x="T0" y="T1"/>
                </a:cxn>
                <a:cxn ang="T7">
                  <a:pos x="T2" y="T3"/>
                </a:cxn>
                <a:cxn ang="T8">
                  <a:pos x="T4" y="T5"/>
                </a:cxn>
              </a:cxnLst>
              <a:rect l="0" t="0" r="r" b="b"/>
              <a:pathLst>
                <a:path w="21600" h="43178" fill="none" extrusionOk="0">
                  <a:moveTo>
                    <a:pt x="471" y="0"/>
                  </a:moveTo>
                  <a:cubicBezTo>
                    <a:pt x="12214" y="256"/>
                    <a:pt x="21600" y="9849"/>
                    <a:pt x="21600" y="21595"/>
                  </a:cubicBezTo>
                  <a:cubicBezTo>
                    <a:pt x="21600" y="33187"/>
                    <a:pt x="12448" y="42713"/>
                    <a:pt x="864" y="43177"/>
                  </a:cubicBezTo>
                </a:path>
                <a:path w="21600" h="43178" stroke="0" extrusionOk="0">
                  <a:moveTo>
                    <a:pt x="471" y="0"/>
                  </a:moveTo>
                  <a:cubicBezTo>
                    <a:pt x="12214" y="256"/>
                    <a:pt x="21600" y="9849"/>
                    <a:pt x="21600" y="21595"/>
                  </a:cubicBezTo>
                  <a:cubicBezTo>
                    <a:pt x="21600" y="33187"/>
                    <a:pt x="12448" y="42713"/>
                    <a:pt x="864" y="43177"/>
                  </a:cubicBezTo>
                  <a:lnTo>
                    <a:pt x="0" y="21595"/>
                  </a:lnTo>
                  <a:lnTo>
                    <a:pt x="471"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sp>
          <p:nvSpPr>
            <p:cNvPr id="18" name="Arc 172"/>
            <p:cNvSpPr>
              <a:spLocks/>
            </p:cNvSpPr>
            <p:nvPr/>
          </p:nvSpPr>
          <p:spPr bwMode="auto">
            <a:xfrm>
              <a:off x="2256" y="2642"/>
              <a:ext cx="336" cy="1018"/>
            </a:xfrm>
            <a:custGeom>
              <a:avLst/>
              <a:gdLst>
                <a:gd name="T0" fmla="*/ 56 w 21600"/>
                <a:gd name="T1" fmla="*/ 0 h 42733"/>
                <a:gd name="T2" fmla="*/ 41 w 21600"/>
                <a:gd name="T3" fmla="*/ 1018 h 42733"/>
                <a:gd name="T4" fmla="*/ 0 w 21600"/>
                <a:gd name="T5" fmla="*/ 507 h 42733"/>
                <a:gd name="T6" fmla="*/ 0 60000 65536"/>
                <a:gd name="T7" fmla="*/ 0 60000 65536"/>
                <a:gd name="T8" fmla="*/ 0 60000 65536"/>
              </a:gdLst>
              <a:ahLst/>
              <a:cxnLst>
                <a:cxn ang="T6">
                  <a:pos x="T0" y="T1"/>
                </a:cxn>
                <a:cxn ang="T7">
                  <a:pos x="T2" y="T3"/>
                </a:cxn>
                <a:cxn ang="T8">
                  <a:pos x="T4" y="T5"/>
                </a:cxn>
              </a:cxnLst>
              <a:rect l="0" t="0" r="r" b="b"/>
              <a:pathLst>
                <a:path w="21600" h="42733" fill="none" extrusionOk="0">
                  <a:moveTo>
                    <a:pt x="3622" y="-1"/>
                  </a:moveTo>
                  <a:cubicBezTo>
                    <a:pt x="14004" y="1765"/>
                    <a:pt x="21600" y="10762"/>
                    <a:pt x="21600" y="21294"/>
                  </a:cubicBezTo>
                  <a:cubicBezTo>
                    <a:pt x="21600" y="32206"/>
                    <a:pt x="13461" y="41404"/>
                    <a:pt x="2630" y="42733"/>
                  </a:cubicBezTo>
                </a:path>
                <a:path w="21600" h="42733" stroke="0" extrusionOk="0">
                  <a:moveTo>
                    <a:pt x="3622" y="-1"/>
                  </a:moveTo>
                  <a:cubicBezTo>
                    <a:pt x="14004" y="1765"/>
                    <a:pt x="21600" y="10762"/>
                    <a:pt x="21600" y="21294"/>
                  </a:cubicBezTo>
                  <a:cubicBezTo>
                    <a:pt x="21600" y="32206"/>
                    <a:pt x="13461" y="41404"/>
                    <a:pt x="2630" y="42733"/>
                  </a:cubicBezTo>
                  <a:lnTo>
                    <a:pt x="0" y="21294"/>
                  </a:lnTo>
                  <a:lnTo>
                    <a:pt x="3622" y="-1"/>
                  </a:lnTo>
                  <a:close/>
                </a:path>
              </a:pathLst>
            </a:custGeom>
            <a:noFill/>
            <a:ln w="9525">
              <a:solidFill>
                <a:schemeClr val="tx1"/>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000"/>
            </a:p>
          </p:txBody>
        </p:sp>
        <p:grpSp>
          <p:nvGrpSpPr>
            <p:cNvPr id="32811" name="Group 173"/>
            <p:cNvGrpSpPr>
              <a:grpSpLocks/>
            </p:cNvGrpSpPr>
            <p:nvPr/>
          </p:nvGrpSpPr>
          <p:grpSpPr bwMode="auto">
            <a:xfrm>
              <a:off x="1968" y="2642"/>
              <a:ext cx="632" cy="1008"/>
              <a:chOff x="1968" y="2400"/>
              <a:chExt cx="632" cy="1008"/>
            </a:xfrm>
          </p:grpSpPr>
          <p:sp>
            <p:nvSpPr>
              <p:cNvPr id="32812" name="Oval 174"/>
              <p:cNvSpPr>
                <a:spLocks noChangeArrowheads="1"/>
              </p:cNvSpPr>
              <p:nvPr/>
            </p:nvSpPr>
            <p:spPr bwMode="auto">
              <a:xfrm>
                <a:off x="1968" y="288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813" name="Oval 175"/>
              <p:cNvSpPr>
                <a:spLocks noChangeArrowheads="1"/>
              </p:cNvSpPr>
              <p:nvPr/>
            </p:nvSpPr>
            <p:spPr bwMode="auto">
              <a:xfrm>
                <a:off x="2064" y="321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814" name="Oval 176"/>
              <p:cNvSpPr>
                <a:spLocks noChangeArrowheads="1"/>
              </p:cNvSpPr>
              <p:nvPr/>
            </p:nvSpPr>
            <p:spPr bwMode="auto">
              <a:xfrm>
                <a:off x="2256" y="33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19" name="Oval 177"/>
              <p:cNvSpPr>
                <a:spLocks noChangeArrowheads="1"/>
              </p:cNvSpPr>
              <p:nvPr/>
            </p:nvSpPr>
            <p:spPr bwMode="auto">
              <a:xfrm>
                <a:off x="2480" y="321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0" name="Oval 178"/>
              <p:cNvSpPr>
                <a:spLocks noChangeArrowheads="1"/>
              </p:cNvSpPr>
              <p:nvPr/>
            </p:nvSpPr>
            <p:spPr bwMode="auto">
              <a:xfrm>
                <a:off x="2552" y="287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21" name="Oval 179"/>
              <p:cNvSpPr>
                <a:spLocks noChangeArrowheads="1"/>
              </p:cNvSpPr>
              <p:nvPr/>
            </p:nvSpPr>
            <p:spPr bwMode="auto">
              <a:xfrm>
                <a:off x="2472" y="256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818" name="Oval 180"/>
              <p:cNvSpPr>
                <a:spLocks noChangeArrowheads="1"/>
              </p:cNvSpPr>
              <p:nvPr/>
            </p:nvSpPr>
            <p:spPr bwMode="auto">
              <a:xfrm>
                <a:off x="2304" y="240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819" name="Oval 181"/>
              <p:cNvSpPr>
                <a:spLocks noChangeArrowheads="1"/>
              </p:cNvSpPr>
              <p:nvPr/>
            </p:nvSpPr>
            <p:spPr bwMode="auto">
              <a:xfrm>
                <a:off x="2080" y="257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grpSp>
      <p:sp>
        <p:nvSpPr>
          <p:cNvPr id="32950" name="Oval 182"/>
          <p:cNvSpPr>
            <a:spLocks noChangeArrowheads="1"/>
          </p:cNvSpPr>
          <p:nvPr/>
        </p:nvSpPr>
        <p:spPr bwMode="auto">
          <a:xfrm>
            <a:off x="7772400" y="5257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grpSp>
        <p:nvGrpSpPr>
          <p:cNvPr id="32951" name="Group 183"/>
          <p:cNvGrpSpPr>
            <a:grpSpLocks/>
          </p:cNvGrpSpPr>
          <p:nvPr/>
        </p:nvGrpSpPr>
        <p:grpSpPr bwMode="auto">
          <a:xfrm>
            <a:off x="-30163" y="-41275"/>
            <a:ext cx="2638426" cy="1600200"/>
            <a:chOff x="-19" y="-26"/>
            <a:chExt cx="1662" cy="1008"/>
          </a:xfrm>
        </p:grpSpPr>
        <p:sp>
          <p:nvSpPr>
            <p:cNvPr id="22" name="Rectangle 184"/>
            <p:cNvSpPr>
              <a:spLocks noChangeArrowheads="1"/>
            </p:cNvSpPr>
            <p:nvPr/>
          </p:nvSpPr>
          <p:spPr bwMode="auto">
            <a:xfrm>
              <a:off x="0" y="0"/>
              <a:ext cx="1632" cy="960"/>
            </a:xfrm>
            <a:prstGeom prst="rect">
              <a:avLst/>
            </a:prstGeom>
            <a:solidFill>
              <a:srgbClr val="CC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800" name="Text Box 185"/>
            <p:cNvSpPr txBox="1">
              <a:spLocks noChangeArrowheads="1"/>
            </p:cNvSpPr>
            <p:nvPr/>
          </p:nvSpPr>
          <p:spPr bwMode="auto">
            <a:xfrm>
              <a:off x="-19" y="-26"/>
              <a:ext cx="1662" cy="1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dirty="0">
                  <a:solidFill>
                    <a:srgbClr val="FF0000"/>
                  </a:solidFill>
                  <a:latin typeface="Times New Roman" panose="02020603050405020304" pitchFamily="18" charset="0"/>
                </a:rPr>
                <a:t>Problem 9:</a:t>
              </a:r>
              <a:r>
                <a:rPr lang="en-US" altLang="en-US" sz="1400" dirty="0">
                  <a:latin typeface="Times New Roman" panose="02020603050405020304" pitchFamily="18" charset="0"/>
                </a:rPr>
                <a:t> A right circular cone, </a:t>
              </a:r>
            </a:p>
            <a:p>
              <a:pPr eaLnBrk="1" hangingPunct="1"/>
              <a:r>
                <a:rPr lang="en-US" altLang="en-US" sz="1400" dirty="0">
                  <a:latin typeface="Times New Roman" panose="02020603050405020304" pitchFamily="18" charset="0"/>
                </a:rPr>
                <a:t>40 mm base diameter and 60 mm </a:t>
              </a:r>
            </a:p>
            <a:p>
              <a:pPr eaLnBrk="1" hangingPunct="1"/>
              <a:r>
                <a:rPr lang="en-US" altLang="en-US" sz="1400" dirty="0">
                  <a:latin typeface="Times New Roman" panose="02020603050405020304" pitchFamily="18" charset="0"/>
                </a:rPr>
                <a:t>long axis is resting on </a:t>
              </a:r>
              <a:r>
                <a:rPr lang="en-US" altLang="en-US" sz="1400" dirty="0" err="1">
                  <a:latin typeface="Times New Roman" panose="02020603050405020304" pitchFamily="18" charset="0"/>
                </a:rPr>
                <a:t>Hp</a:t>
              </a:r>
              <a:r>
                <a:rPr lang="en-US" altLang="en-US" sz="1400" dirty="0">
                  <a:latin typeface="Times New Roman" panose="02020603050405020304" pitchFamily="18" charset="0"/>
                </a:rPr>
                <a:t> on one</a:t>
              </a:r>
            </a:p>
            <a:p>
              <a:pPr eaLnBrk="1" hangingPunct="1"/>
              <a:r>
                <a:rPr lang="en-US" altLang="en-US" sz="1400" dirty="0">
                  <a:latin typeface="Times New Roman" panose="02020603050405020304" pitchFamily="18" charset="0"/>
                </a:rPr>
                <a:t>point of base circle such that it’s </a:t>
              </a:r>
            </a:p>
            <a:p>
              <a:pPr eaLnBrk="1" hangingPunct="1"/>
              <a:r>
                <a:rPr lang="en-US" altLang="en-US" sz="1400" dirty="0">
                  <a:latin typeface="Times New Roman" panose="02020603050405020304" pitchFamily="18" charset="0"/>
                </a:rPr>
                <a:t>axis makes 45</a:t>
              </a:r>
              <a:r>
                <a:rPr lang="en-US" altLang="en-US" sz="1400" baseline="30000" dirty="0">
                  <a:latin typeface="Times New Roman" panose="02020603050405020304" pitchFamily="18" charset="0"/>
                </a:rPr>
                <a:t>0</a:t>
              </a:r>
              <a:r>
                <a:rPr lang="en-US" altLang="en-US" sz="1400" dirty="0">
                  <a:latin typeface="Times New Roman" panose="02020603050405020304" pitchFamily="18" charset="0"/>
                </a:rPr>
                <a:t> inclination with </a:t>
              </a:r>
            </a:p>
            <a:p>
              <a:pPr eaLnBrk="1" hangingPunct="1"/>
              <a:r>
                <a:rPr lang="en-US" altLang="en-US" sz="1400" dirty="0" err="1">
                  <a:latin typeface="Times New Roman" panose="02020603050405020304" pitchFamily="18" charset="0"/>
                </a:rPr>
                <a:t>Hp</a:t>
              </a:r>
              <a:r>
                <a:rPr lang="en-US" altLang="en-US" sz="1400" dirty="0">
                  <a:latin typeface="Times New Roman" panose="02020603050405020304" pitchFamily="18" charset="0"/>
                </a:rPr>
                <a:t> and 40</a:t>
              </a:r>
              <a:r>
                <a:rPr lang="en-US" altLang="en-US" sz="1400" baseline="30000" dirty="0">
                  <a:latin typeface="Times New Roman" panose="02020603050405020304" pitchFamily="18" charset="0"/>
                </a:rPr>
                <a:t>0</a:t>
              </a:r>
              <a:r>
                <a:rPr lang="en-US" altLang="en-US" sz="1400" dirty="0">
                  <a:latin typeface="Times New Roman" panose="02020603050405020304" pitchFamily="18" charset="0"/>
                </a:rPr>
                <a:t> inclination with </a:t>
              </a:r>
              <a:r>
                <a:rPr lang="en-US" altLang="en-US" sz="1400" dirty="0" err="1">
                  <a:latin typeface="Times New Roman" panose="02020603050405020304" pitchFamily="18" charset="0"/>
                </a:rPr>
                <a:t>Vp</a:t>
              </a:r>
              <a:r>
                <a:rPr lang="en-US" altLang="en-US" sz="1400" dirty="0">
                  <a:latin typeface="Times New Roman" panose="02020603050405020304" pitchFamily="18" charset="0"/>
                </a:rPr>
                <a:t>. </a:t>
              </a:r>
            </a:p>
            <a:p>
              <a:pPr eaLnBrk="1" hangingPunct="1"/>
              <a:r>
                <a:rPr lang="en-US" altLang="en-US" sz="1400" dirty="0">
                  <a:latin typeface="Times New Roman" panose="02020603050405020304" pitchFamily="18" charset="0"/>
                </a:rPr>
                <a:t>Draw it’s projections. </a:t>
              </a:r>
            </a:p>
          </p:txBody>
        </p:sp>
      </p:grpSp>
      <p:grpSp>
        <p:nvGrpSpPr>
          <p:cNvPr id="32954" name="Group 186"/>
          <p:cNvGrpSpPr>
            <a:grpSpLocks/>
          </p:cNvGrpSpPr>
          <p:nvPr/>
        </p:nvGrpSpPr>
        <p:grpSpPr bwMode="auto">
          <a:xfrm>
            <a:off x="2546351" y="0"/>
            <a:ext cx="6835775" cy="1524000"/>
            <a:chOff x="1604" y="0"/>
            <a:chExt cx="4306" cy="960"/>
          </a:xfrm>
        </p:grpSpPr>
        <p:sp>
          <p:nvSpPr>
            <p:cNvPr id="32797" name="Rectangle 187"/>
            <p:cNvSpPr>
              <a:spLocks noChangeArrowheads="1"/>
            </p:cNvSpPr>
            <p:nvPr/>
          </p:nvSpPr>
          <p:spPr bwMode="auto">
            <a:xfrm>
              <a:off x="1632" y="0"/>
              <a:ext cx="4128" cy="96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a:p>
          </p:txBody>
        </p:sp>
        <p:sp>
          <p:nvSpPr>
            <p:cNvPr id="32798" name="Text Box 188"/>
            <p:cNvSpPr txBox="1">
              <a:spLocks noChangeArrowheads="1"/>
            </p:cNvSpPr>
            <p:nvPr/>
          </p:nvSpPr>
          <p:spPr bwMode="auto">
            <a:xfrm>
              <a:off x="1604" y="15"/>
              <a:ext cx="4306" cy="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1500" dirty="0">
                  <a:solidFill>
                    <a:srgbClr val="FF0000"/>
                  </a:solidFill>
                  <a:latin typeface="Times New Roman" panose="02020603050405020304" pitchFamily="18" charset="0"/>
                </a:rPr>
                <a:t>This case resembles to </a:t>
              </a:r>
              <a:r>
                <a:rPr lang="en-US" altLang="en-US" sz="1500" b="1" dirty="0">
                  <a:solidFill>
                    <a:schemeClr val="accent2"/>
                  </a:solidFill>
                  <a:latin typeface="Times New Roman" panose="02020603050405020304" pitchFamily="18" charset="0"/>
                </a:rPr>
                <a:t>problem no.7 &amp; 9 from projections of planes</a:t>
              </a:r>
              <a:r>
                <a:rPr lang="en-US" altLang="en-US" sz="1500" dirty="0">
                  <a:solidFill>
                    <a:srgbClr val="FF0000"/>
                  </a:solidFill>
                  <a:latin typeface="Times New Roman" panose="02020603050405020304" pitchFamily="18" charset="0"/>
                </a:rPr>
                <a:t> topic.</a:t>
              </a:r>
            </a:p>
            <a:p>
              <a:pPr algn="just" eaLnBrk="1" hangingPunct="1"/>
              <a:r>
                <a:rPr lang="en-US" altLang="en-US" sz="1500" dirty="0">
                  <a:solidFill>
                    <a:srgbClr val="FF0000"/>
                  </a:solidFill>
                  <a:latin typeface="Times New Roman" panose="02020603050405020304" pitchFamily="18" charset="0"/>
                </a:rPr>
                <a:t>In previous all cases 2</a:t>
              </a:r>
              <a:r>
                <a:rPr lang="en-US" altLang="en-US" sz="1500" baseline="30000" dirty="0">
                  <a:solidFill>
                    <a:srgbClr val="FF0000"/>
                  </a:solidFill>
                  <a:latin typeface="Times New Roman" panose="02020603050405020304" pitchFamily="18" charset="0"/>
                </a:rPr>
                <a:t>nd</a:t>
              </a:r>
              <a:r>
                <a:rPr lang="en-US" altLang="en-US" sz="1500" dirty="0">
                  <a:solidFill>
                    <a:srgbClr val="FF0000"/>
                  </a:solidFill>
                  <a:latin typeface="Times New Roman" panose="02020603050405020304" pitchFamily="18" charset="0"/>
                </a:rPr>
                <a:t> inclination was done by a parameter not showing </a:t>
              </a:r>
              <a:r>
                <a:rPr lang="en-US" altLang="en-US" sz="1500" dirty="0" err="1">
                  <a:solidFill>
                    <a:srgbClr val="FF0000"/>
                  </a:solidFill>
                  <a:latin typeface="Times New Roman" panose="02020603050405020304" pitchFamily="18" charset="0"/>
                </a:rPr>
                <a:t>TL.Like</a:t>
              </a:r>
              <a:endParaRPr lang="en-US" altLang="en-US" sz="1500" dirty="0">
                <a:solidFill>
                  <a:srgbClr val="FF0000"/>
                </a:solidFill>
                <a:latin typeface="Times New Roman" panose="02020603050405020304" pitchFamily="18" charset="0"/>
              </a:endParaRPr>
            </a:p>
            <a:p>
              <a:pPr algn="just" eaLnBrk="1" hangingPunct="1"/>
              <a:r>
                <a:rPr lang="en-US" altLang="en-US" sz="1500" dirty="0" err="1">
                  <a:solidFill>
                    <a:srgbClr val="FF0000"/>
                  </a:solidFill>
                  <a:latin typeface="Times New Roman" panose="02020603050405020304" pitchFamily="18" charset="0"/>
                </a:rPr>
                <a:t>Tv</a:t>
              </a:r>
              <a:r>
                <a:rPr lang="en-US" altLang="en-US" sz="1500" dirty="0">
                  <a:solidFill>
                    <a:srgbClr val="FF0000"/>
                  </a:solidFill>
                  <a:latin typeface="Times New Roman" panose="02020603050405020304" pitchFamily="18" charset="0"/>
                </a:rPr>
                <a:t> of axis is inclined to </a:t>
              </a:r>
              <a:r>
                <a:rPr lang="en-US" altLang="en-US" sz="1500" dirty="0" err="1">
                  <a:solidFill>
                    <a:srgbClr val="FF0000"/>
                  </a:solidFill>
                  <a:latin typeface="Times New Roman" panose="02020603050405020304" pitchFamily="18" charset="0"/>
                </a:rPr>
                <a:t>Vp</a:t>
              </a:r>
              <a:r>
                <a:rPr lang="en-US" altLang="en-US" sz="1500" dirty="0">
                  <a:solidFill>
                    <a:srgbClr val="FF0000"/>
                  </a:solidFill>
                  <a:latin typeface="Times New Roman" panose="02020603050405020304" pitchFamily="18" charset="0"/>
                </a:rPr>
                <a:t> etc. But here it is clearly said that the axis is 40</a:t>
              </a:r>
              <a:r>
                <a:rPr lang="en-US" altLang="en-US" sz="1500" baseline="30000" dirty="0">
                  <a:solidFill>
                    <a:srgbClr val="FF0000"/>
                  </a:solidFill>
                  <a:latin typeface="Times New Roman" panose="02020603050405020304" pitchFamily="18" charset="0"/>
                </a:rPr>
                <a:t>0</a:t>
              </a:r>
              <a:r>
                <a:rPr lang="en-US" altLang="en-US" sz="1500" dirty="0">
                  <a:solidFill>
                    <a:srgbClr val="FF0000"/>
                  </a:solidFill>
                  <a:latin typeface="Times New Roman" panose="02020603050405020304" pitchFamily="18" charset="0"/>
                </a:rPr>
                <a:t> inclined</a:t>
              </a:r>
            </a:p>
            <a:p>
              <a:pPr algn="just" eaLnBrk="1" hangingPunct="1"/>
              <a:r>
                <a:rPr lang="en-US" altLang="en-US" sz="1500" dirty="0">
                  <a:solidFill>
                    <a:srgbClr val="FF0000"/>
                  </a:solidFill>
                  <a:latin typeface="Times New Roman" panose="02020603050405020304" pitchFamily="18" charset="0"/>
                </a:rPr>
                <a:t> to </a:t>
              </a:r>
              <a:r>
                <a:rPr lang="en-US" altLang="en-US" sz="1500" dirty="0" err="1">
                  <a:solidFill>
                    <a:srgbClr val="FF0000"/>
                  </a:solidFill>
                  <a:latin typeface="Times New Roman" panose="02020603050405020304" pitchFamily="18" charset="0"/>
                </a:rPr>
                <a:t>Vp</a:t>
              </a:r>
              <a:r>
                <a:rPr lang="en-US" altLang="en-US" sz="1500" dirty="0">
                  <a:solidFill>
                    <a:srgbClr val="FF0000"/>
                  </a:solidFill>
                  <a:latin typeface="Times New Roman" panose="02020603050405020304" pitchFamily="18" charset="0"/>
                </a:rPr>
                <a:t>. Means here TL inclination is expected. So the same construction done in those </a:t>
              </a:r>
            </a:p>
            <a:p>
              <a:pPr algn="just" eaLnBrk="1" hangingPunct="1"/>
              <a:r>
                <a:rPr lang="en-US" altLang="en-US" sz="1500" dirty="0">
                  <a:solidFill>
                    <a:srgbClr val="FF0000"/>
                  </a:solidFill>
                  <a:latin typeface="Times New Roman" panose="02020603050405020304" pitchFamily="18" charset="0"/>
                </a:rPr>
                <a:t>Problems is done here also. See carefully the final </a:t>
              </a:r>
              <a:r>
                <a:rPr lang="en-US" altLang="en-US" sz="1500" dirty="0" err="1">
                  <a:solidFill>
                    <a:srgbClr val="FF0000"/>
                  </a:solidFill>
                  <a:latin typeface="Times New Roman" panose="02020603050405020304" pitchFamily="18" charset="0"/>
                </a:rPr>
                <a:t>Tv</a:t>
              </a:r>
              <a:r>
                <a:rPr lang="en-US" altLang="en-US" sz="1500" dirty="0">
                  <a:solidFill>
                    <a:srgbClr val="FF0000"/>
                  </a:solidFill>
                  <a:latin typeface="Times New Roman" panose="02020603050405020304" pitchFamily="18" charset="0"/>
                </a:rPr>
                <a:t> and inclination taken there.</a:t>
              </a:r>
            </a:p>
            <a:p>
              <a:pPr algn="just" eaLnBrk="1" hangingPunct="1"/>
              <a:r>
                <a:rPr lang="en-US" altLang="en-US" sz="1500" b="1" i="1" dirty="0">
                  <a:solidFill>
                    <a:schemeClr val="accent2"/>
                  </a:solidFill>
                  <a:latin typeface="Times New Roman" panose="02020603050405020304" pitchFamily="18" charset="0"/>
                </a:rPr>
                <a:t>So assuming it standing on HP begin as usual.</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2951"/>
                                        </p:tgtEl>
                                        <p:attrNameLst>
                                          <p:attrName>style.visibility</p:attrName>
                                        </p:attrNameLst>
                                      </p:cBhvr>
                                      <p:to>
                                        <p:strVal val="visible"/>
                                      </p:to>
                                    </p:set>
                                    <p:anim calcmode="lin" valueType="num">
                                      <p:cBhvr additive="base">
                                        <p:cTn id="7" dur="500" fill="hold"/>
                                        <p:tgtEl>
                                          <p:spTgt spid="32951"/>
                                        </p:tgtEl>
                                        <p:attrNameLst>
                                          <p:attrName>ppt_x</p:attrName>
                                        </p:attrNameLst>
                                      </p:cBhvr>
                                      <p:tavLst>
                                        <p:tav tm="0">
                                          <p:val>
                                            <p:strVal val="0-#ppt_w/2"/>
                                          </p:val>
                                        </p:tav>
                                        <p:tav tm="100000">
                                          <p:val>
                                            <p:strVal val="#ppt_x"/>
                                          </p:val>
                                        </p:tav>
                                      </p:tavLst>
                                    </p:anim>
                                    <p:anim calcmode="lin" valueType="num">
                                      <p:cBhvr additive="base">
                                        <p:cTn id="8" dur="500" fill="hold"/>
                                        <p:tgtEl>
                                          <p:spTgt spid="3295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2954"/>
                                        </p:tgtEl>
                                        <p:attrNameLst>
                                          <p:attrName>style.visibility</p:attrName>
                                        </p:attrNameLst>
                                      </p:cBhvr>
                                      <p:to>
                                        <p:strVal val="visible"/>
                                      </p:to>
                                    </p:set>
                                    <p:anim calcmode="lin" valueType="num">
                                      <p:cBhvr additive="base">
                                        <p:cTn id="13" dur="500" fill="hold"/>
                                        <p:tgtEl>
                                          <p:spTgt spid="32954"/>
                                        </p:tgtEl>
                                        <p:attrNameLst>
                                          <p:attrName>ppt_x</p:attrName>
                                        </p:attrNameLst>
                                      </p:cBhvr>
                                      <p:tavLst>
                                        <p:tav tm="0">
                                          <p:val>
                                            <p:strVal val="1+#ppt_w/2"/>
                                          </p:val>
                                        </p:tav>
                                        <p:tav tm="100000">
                                          <p:val>
                                            <p:strVal val="#ppt_x"/>
                                          </p:val>
                                        </p:tav>
                                      </p:tavLst>
                                    </p:anim>
                                    <p:anim calcmode="lin" valueType="num">
                                      <p:cBhvr additive="base">
                                        <p:cTn id="14" dur="500" fill="hold"/>
                                        <p:tgtEl>
                                          <p:spTgt spid="3295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2860"/>
                                        </p:tgtEl>
                                        <p:attrNameLst>
                                          <p:attrName>style.visibility</p:attrName>
                                        </p:attrNameLst>
                                      </p:cBhvr>
                                      <p:to>
                                        <p:strVal val="visible"/>
                                      </p:to>
                                    </p:set>
                                    <p:anim calcmode="lin" valueType="num">
                                      <p:cBhvr additive="base">
                                        <p:cTn id="19" dur="500" fill="hold"/>
                                        <p:tgtEl>
                                          <p:spTgt spid="32860"/>
                                        </p:tgtEl>
                                        <p:attrNameLst>
                                          <p:attrName>ppt_x</p:attrName>
                                        </p:attrNameLst>
                                      </p:cBhvr>
                                      <p:tavLst>
                                        <p:tav tm="0">
                                          <p:val>
                                            <p:strVal val="0-#ppt_w/2"/>
                                          </p:val>
                                        </p:tav>
                                        <p:tav tm="100000">
                                          <p:val>
                                            <p:strVal val="#ppt_x"/>
                                          </p:val>
                                        </p:tav>
                                      </p:tavLst>
                                    </p:anim>
                                    <p:anim calcmode="lin" valueType="num">
                                      <p:cBhvr additive="base">
                                        <p:cTn id="20" dur="500" fill="hold"/>
                                        <p:tgtEl>
                                          <p:spTgt spid="3286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6" fill="hold" nodeType="clickEffect">
                                  <p:stCondLst>
                                    <p:cond delay="0"/>
                                  </p:stCondLst>
                                  <p:childTnLst>
                                    <p:set>
                                      <p:cBhvr>
                                        <p:cTn id="24" dur="1" fill="hold">
                                          <p:stCondLst>
                                            <p:cond delay="0"/>
                                          </p:stCondLst>
                                        </p:cTn>
                                        <p:tgtEl>
                                          <p:spTgt spid="32900"/>
                                        </p:tgtEl>
                                        <p:attrNameLst>
                                          <p:attrName>style.visibility</p:attrName>
                                        </p:attrNameLst>
                                      </p:cBhvr>
                                      <p:to>
                                        <p:strVal val="visible"/>
                                      </p:to>
                                    </p:set>
                                    <p:animEffect transition="in" filter="strips(downRight)">
                                      <p:cBhvr>
                                        <p:cTn id="25" dur="500"/>
                                        <p:tgtEl>
                                          <p:spTgt spid="3290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32913"/>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8" fill="hold" nodeType="clickEffect">
                                  <p:stCondLst>
                                    <p:cond delay="0"/>
                                  </p:stCondLst>
                                  <p:childTnLst>
                                    <p:set>
                                      <p:cBhvr>
                                        <p:cTn id="33" dur="1" fill="hold">
                                          <p:stCondLst>
                                            <p:cond delay="0"/>
                                          </p:stCondLst>
                                        </p:cTn>
                                        <p:tgtEl>
                                          <p:spTgt spid="32854"/>
                                        </p:tgtEl>
                                        <p:attrNameLst>
                                          <p:attrName>style.visibility</p:attrName>
                                        </p:attrNameLst>
                                      </p:cBhvr>
                                      <p:to>
                                        <p:strVal val="visible"/>
                                      </p:to>
                                    </p:set>
                                    <p:anim calcmode="lin" valueType="num">
                                      <p:cBhvr>
                                        <p:cTn id="34" dur="500" fill="hold"/>
                                        <p:tgtEl>
                                          <p:spTgt spid="32854"/>
                                        </p:tgtEl>
                                        <p:attrNameLst>
                                          <p:attrName>ppt_x</p:attrName>
                                        </p:attrNameLst>
                                      </p:cBhvr>
                                      <p:tavLst>
                                        <p:tav tm="0">
                                          <p:val>
                                            <p:strVal val="#ppt_x-#ppt_w/2"/>
                                          </p:val>
                                        </p:tav>
                                        <p:tav tm="100000">
                                          <p:val>
                                            <p:strVal val="#ppt_x"/>
                                          </p:val>
                                        </p:tav>
                                      </p:tavLst>
                                    </p:anim>
                                    <p:anim calcmode="lin" valueType="num">
                                      <p:cBhvr>
                                        <p:cTn id="35" dur="500" fill="hold"/>
                                        <p:tgtEl>
                                          <p:spTgt spid="32854"/>
                                        </p:tgtEl>
                                        <p:attrNameLst>
                                          <p:attrName>ppt_y</p:attrName>
                                        </p:attrNameLst>
                                      </p:cBhvr>
                                      <p:tavLst>
                                        <p:tav tm="0">
                                          <p:val>
                                            <p:strVal val="#ppt_y"/>
                                          </p:val>
                                        </p:tav>
                                        <p:tav tm="100000">
                                          <p:val>
                                            <p:strVal val="#ppt_y"/>
                                          </p:val>
                                        </p:tav>
                                      </p:tavLst>
                                    </p:anim>
                                    <p:anim calcmode="lin" valueType="num">
                                      <p:cBhvr>
                                        <p:cTn id="36" dur="500" fill="hold"/>
                                        <p:tgtEl>
                                          <p:spTgt spid="32854"/>
                                        </p:tgtEl>
                                        <p:attrNameLst>
                                          <p:attrName>ppt_w</p:attrName>
                                        </p:attrNameLst>
                                      </p:cBhvr>
                                      <p:tavLst>
                                        <p:tav tm="0">
                                          <p:val>
                                            <p:fltVal val="0"/>
                                          </p:val>
                                        </p:tav>
                                        <p:tav tm="100000">
                                          <p:val>
                                            <p:strVal val="#ppt_w"/>
                                          </p:val>
                                        </p:tav>
                                      </p:tavLst>
                                    </p:anim>
                                    <p:anim calcmode="lin" valueType="num">
                                      <p:cBhvr>
                                        <p:cTn id="37" dur="500" fill="hold"/>
                                        <p:tgtEl>
                                          <p:spTgt spid="32854"/>
                                        </p:tgtEl>
                                        <p:attrNameLst>
                                          <p:attrName>ppt_h</p:attrName>
                                        </p:attrNameLst>
                                      </p:cBhvr>
                                      <p:tavLst>
                                        <p:tav tm="0">
                                          <p:val>
                                            <p:strVal val="#ppt_h"/>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 fill="hold" nodeType="clickEffect">
                                  <p:stCondLst>
                                    <p:cond delay="0"/>
                                  </p:stCondLst>
                                  <p:childTnLst>
                                    <p:set>
                                      <p:cBhvr>
                                        <p:cTn id="41" dur="1" fill="hold">
                                          <p:stCondLst>
                                            <p:cond delay="0"/>
                                          </p:stCondLst>
                                        </p:cTn>
                                        <p:tgtEl>
                                          <p:spTgt spid="32917"/>
                                        </p:tgtEl>
                                        <p:attrNameLst>
                                          <p:attrName>style.visibility</p:attrName>
                                        </p:attrNameLst>
                                      </p:cBhvr>
                                      <p:to>
                                        <p:strVal val="visible"/>
                                      </p:to>
                                    </p:set>
                                    <p:anim calcmode="lin" valueType="num">
                                      <p:cBhvr>
                                        <p:cTn id="42" dur="500" fill="hold"/>
                                        <p:tgtEl>
                                          <p:spTgt spid="32917"/>
                                        </p:tgtEl>
                                        <p:attrNameLst>
                                          <p:attrName>ppt_x</p:attrName>
                                        </p:attrNameLst>
                                      </p:cBhvr>
                                      <p:tavLst>
                                        <p:tav tm="0">
                                          <p:val>
                                            <p:strVal val="#ppt_x"/>
                                          </p:val>
                                        </p:tav>
                                        <p:tav tm="100000">
                                          <p:val>
                                            <p:strVal val="#ppt_x"/>
                                          </p:val>
                                        </p:tav>
                                      </p:tavLst>
                                    </p:anim>
                                    <p:anim calcmode="lin" valueType="num">
                                      <p:cBhvr>
                                        <p:cTn id="43" dur="500" fill="hold"/>
                                        <p:tgtEl>
                                          <p:spTgt spid="32917"/>
                                        </p:tgtEl>
                                        <p:attrNameLst>
                                          <p:attrName>ppt_y</p:attrName>
                                        </p:attrNameLst>
                                      </p:cBhvr>
                                      <p:tavLst>
                                        <p:tav tm="0">
                                          <p:val>
                                            <p:strVal val="#ppt_y-#ppt_h/2"/>
                                          </p:val>
                                        </p:tav>
                                        <p:tav tm="100000">
                                          <p:val>
                                            <p:strVal val="#ppt_y"/>
                                          </p:val>
                                        </p:tav>
                                      </p:tavLst>
                                    </p:anim>
                                    <p:anim calcmode="lin" valueType="num">
                                      <p:cBhvr>
                                        <p:cTn id="44" dur="500" fill="hold"/>
                                        <p:tgtEl>
                                          <p:spTgt spid="32917"/>
                                        </p:tgtEl>
                                        <p:attrNameLst>
                                          <p:attrName>ppt_w</p:attrName>
                                        </p:attrNameLst>
                                      </p:cBhvr>
                                      <p:tavLst>
                                        <p:tav tm="0">
                                          <p:val>
                                            <p:strVal val="#ppt_w"/>
                                          </p:val>
                                        </p:tav>
                                        <p:tav tm="100000">
                                          <p:val>
                                            <p:strVal val="#ppt_w"/>
                                          </p:val>
                                        </p:tav>
                                      </p:tavLst>
                                    </p:anim>
                                    <p:anim calcmode="lin" valueType="num">
                                      <p:cBhvr>
                                        <p:cTn id="45" dur="500" fill="hold"/>
                                        <p:tgtEl>
                                          <p:spTgt spid="32917"/>
                                        </p:tgtEl>
                                        <p:attrNameLst>
                                          <p:attrName>ppt_h</p:attrName>
                                        </p:attrNameLst>
                                      </p:cBhvr>
                                      <p:tavLst>
                                        <p:tav tm="0">
                                          <p:val>
                                            <p:fltVal val="0"/>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7" presetClass="entr" presetSubtype="8" fill="hold" nodeType="clickEffect">
                                  <p:stCondLst>
                                    <p:cond delay="0"/>
                                  </p:stCondLst>
                                  <p:childTnLst>
                                    <p:set>
                                      <p:cBhvr>
                                        <p:cTn id="49" dur="1" fill="hold">
                                          <p:stCondLst>
                                            <p:cond delay="0"/>
                                          </p:stCondLst>
                                        </p:cTn>
                                        <p:tgtEl>
                                          <p:spTgt spid="32810"/>
                                        </p:tgtEl>
                                        <p:attrNameLst>
                                          <p:attrName>style.visibility</p:attrName>
                                        </p:attrNameLst>
                                      </p:cBhvr>
                                      <p:to>
                                        <p:strVal val="visible"/>
                                      </p:to>
                                    </p:set>
                                    <p:anim calcmode="lin" valueType="num">
                                      <p:cBhvr>
                                        <p:cTn id="50" dur="500" fill="hold"/>
                                        <p:tgtEl>
                                          <p:spTgt spid="32810"/>
                                        </p:tgtEl>
                                        <p:attrNameLst>
                                          <p:attrName>ppt_x</p:attrName>
                                        </p:attrNameLst>
                                      </p:cBhvr>
                                      <p:tavLst>
                                        <p:tav tm="0">
                                          <p:val>
                                            <p:strVal val="#ppt_x-#ppt_w/2"/>
                                          </p:val>
                                        </p:tav>
                                        <p:tav tm="100000">
                                          <p:val>
                                            <p:strVal val="#ppt_x"/>
                                          </p:val>
                                        </p:tav>
                                      </p:tavLst>
                                    </p:anim>
                                    <p:anim calcmode="lin" valueType="num">
                                      <p:cBhvr>
                                        <p:cTn id="51" dur="500" fill="hold"/>
                                        <p:tgtEl>
                                          <p:spTgt spid="32810"/>
                                        </p:tgtEl>
                                        <p:attrNameLst>
                                          <p:attrName>ppt_y</p:attrName>
                                        </p:attrNameLst>
                                      </p:cBhvr>
                                      <p:tavLst>
                                        <p:tav tm="0">
                                          <p:val>
                                            <p:strVal val="#ppt_y"/>
                                          </p:val>
                                        </p:tav>
                                        <p:tav tm="100000">
                                          <p:val>
                                            <p:strVal val="#ppt_y"/>
                                          </p:val>
                                        </p:tav>
                                      </p:tavLst>
                                    </p:anim>
                                    <p:anim calcmode="lin" valueType="num">
                                      <p:cBhvr>
                                        <p:cTn id="52" dur="500" fill="hold"/>
                                        <p:tgtEl>
                                          <p:spTgt spid="32810"/>
                                        </p:tgtEl>
                                        <p:attrNameLst>
                                          <p:attrName>ppt_w</p:attrName>
                                        </p:attrNameLst>
                                      </p:cBhvr>
                                      <p:tavLst>
                                        <p:tav tm="0">
                                          <p:val>
                                            <p:fltVal val="0"/>
                                          </p:val>
                                        </p:tav>
                                        <p:tav tm="100000">
                                          <p:val>
                                            <p:strVal val="#ppt_w"/>
                                          </p:val>
                                        </p:tav>
                                      </p:tavLst>
                                    </p:anim>
                                    <p:anim calcmode="lin" valueType="num">
                                      <p:cBhvr>
                                        <p:cTn id="53" dur="500" fill="hold"/>
                                        <p:tgtEl>
                                          <p:spTgt spid="32810"/>
                                        </p:tgtEl>
                                        <p:attrNameLst>
                                          <p:attrName>ppt_h</p:attrName>
                                        </p:attrNameLst>
                                      </p:cBhvr>
                                      <p:tavLst>
                                        <p:tav tm="0">
                                          <p:val>
                                            <p:strVal val="#ppt_h"/>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18" presetClass="entr" presetSubtype="6" fill="hold" nodeType="clickEffect">
                                  <p:stCondLst>
                                    <p:cond delay="0"/>
                                  </p:stCondLst>
                                  <p:childTnLst>
                                    <p:set>
                                      <p:cBhvr>
                                        <p:cTn id="57" dur="1" fill="hold">
                                          <p:stCondLst>
                                            <p:cond delay="0"/>
                                          </p:stCondLst>
                                        </p:cTn>
                                        <p:tgtEl>
                                          <p:spTgt spid="32802"/>
                                        </p:tgtEl>
                                        <p:attrNameLst>
                                          <p:attrName>style.visibility</p:attrName>
                                        </p:attrNameLst>
                                      </p:cBhvr>
                                      <p:to>
                                        <p:strVal val="visible"/>
                                      </p:to>
                                    </p:set>
                                    <p:animEffect transition="in" filter="strips(downRight)">
                                      <p:cBhvr>
                                        <p:cTn id="58" dur="500"/>
                                        <p:tgtEl>
                                          <p:spTgt spid="3280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3279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2950"/>
                                        </p:tgtEl>
                                        <p:attrNameLst>
                                          <p:attrName>style.visibility</p:attrName>
                                        </p:attrNameLst>
                                      </p:cBhvr>
                                      <p:to>
                                        <p:strVal val="visible"/>
                                      </p:to>
                                    </p:set>
                                    <p:anim calcmode="lin" valueType="num">
                                      <p:cBhvr additive="base">
                                        <p:cTn id="67" dur="500" fill="hold"/>
                                        <p:tgtEl>
                                          <p:spTgt spid="32950"/>
                                        </p:tgtEl>
                                        <p:attrNameLst>
                                          <p:attrName>ppt_x</p:attrName>
                                        </p:attrNameLst>
                                      </p:cBhvr>
                                      <p:tavLst>
                                        <p:tav tm="0">
                                          <p:val>
                                            <p:strVal val="#ppt_x"/>
                                          </p:val>
                                        </p:tav>
                                        <p:tav tm="100000">
                                          <p:val>
                                            <p:strVal val="#ppt_x"/>
                                          </p:val>
                                        </p:tav>
                                      </p:tavLst>
                                    </p:anim>
                                    <p:anim calcmode="lin" valueType="num">
                                      <p:cBhvr additive="base">
                                        <p:cTn id="68" dur="500" fill="hold"/>
                                        <p:tgtEl>
                                          <p:spTgt spid="32950"/>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nodeType="clickEffect">
                                  <p:stCondLst>
                                    <p:cond delay="0"/>
                                  </p:stCondLst>
                                  <p:childTnLst>
                                    <p:set>
                                      <p:cBhvr>
                                        <p:cTn id="72" dur="1" fill="hold">
                                          <p:stCondLst>
                                            <p:cond delay="0"/>
                                          </p:stCondLst>
                                        </p:cTn>
                                        <p:tgtEl>
                                          <p:spTgt spid="32799"/>
                                        </p:tgtEl>
                                        <p:attrNameLst>
                                          <p:attrName>style.visibility</p:attrName>
                                        </p:attrNameLst>
                                      </p:cBhvr>
                                      <p:to>
                                        <p:strVal val="visible"/>
                                      </p:to>
                                    </p:set>
                                    <p:anim calcmode="lin" valueType="num">
                                      <p:cBhvr additive="base">
                                        <p:cTn id="73" dur="500" fill="hold"/>
                                        <p:tgtEl>
                                          <p:spTgt spid="32799"/>
                                        </p:tgtEl>
                                        <p:attrNameLst>
                                          <p:attrName>ppt_x</p:attrName>
                                        </p:attrNameLst>
                                      </p:cBhvr>
                                      <p:tavLst>
                                        <p:tav tm="0">
                                          <p:val>
                                            <p:strVal val="0-#ppt_w/2"/>
                                          </p:val>
                                        </p:tav>
                                        <p:tav tm="100000">
                                          <p:val>
                                            <p:strVal val="#ppt_x"/>
                                          </p:val>
                                        </p:tav>
                                      </p:tavLst>
                                    </p:anim>
                                    <p:anim calcmode="lin" valueType="num">
                                      <p:cBhvr additive="base">
                                        <p:cTn id="74" dur="500" fill="hold"/>
                                        <p:tgtEl>
                                          <p:spTgt spid="32799"/>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8" fill="hold" grpId="0" nodeType="clickEffect">
                                  <p:stCondLst>
                                    <p:cond delay="0"/>
                                  </p:stCondLst>
                                  <p:childTnLst>
                                    <p:set>
                                      <p:cBhvr>
                                        <p:cTn id="78" dur="1" fill="hold">
                                          <p:stCondLst>
                                            <p:cond delay="0"/>
                                          </p:stCondLst>
                                        </p:cTn>
                                        <p:tgtEl>
                                          <p:spTgt spid="32815"/>
                                        </p:tgtEl>
                                        <p:attrNameLst>
                                          <p:attrName>style.visibility</p:attrName>
                                        </p:attrNameLst>
                                      </p:cBhvr>
                                      <p:to>
                                        <p:strVal val="visible"/>
                                      </p:to>
                                    </p:set>
                                    <p:anim calcmode="lin" valueType="num">
                                      <p:cBhvr>
                                        <p:cTn id="79" dur="500" fill="hold"/>
                                        <p:tgtEl>
                                          <p:spTgt spid="32815"/>
                                        </p:tgtEl>
                                        <p:attrNameLst>
                                          <p:attrName>ppt_x</p:attrName>
                                        </p:attrNameLst>
                                      </p:cBhvr>
                                      <p:tavLst>
                                        <p:tav tm="0">
                                          <p:val>
                                            <p:strVal val="#ppt_x-#ppt_w/2"/>
                                          </p:val>
                                        </p:tav>
                                        <p:tav tm="100000">
                                          <p:val>
                                            <p:strVal val="#ppt_x"/>
                                          </p:val>
                                        </p:tav>
                                      </p:tavLst>
                                    </p:anim>
                                    <p:anim calcmode="lin" valueType="num">
                                      <p:cBhvr>
                                        <p:cTn id="80" dur="500" fill="hold"/>
                                        <p:tgtEl>
                                          <p:spTgt spid="32815"/>
                                        </p:tgtEl>
                                        <p:attrNameLst>
                                          <p:attrName>ppt_y</p:attrName>
                                        </p:attrNameLst>
                                      </p:cBhvr>
                                      <p:tavLst>
                                        <p:tav tm="0">
                                          <p:val>
                                            <p:strVal val="#ppt_y"/>
                                          </p:val>
                                        </p:tav>
                                        <p:tav tm="100000">
                                          <p:val>
                                            <p:strVal val="#ppt_y"/>
                                          </p:val>
                                        </p:tav>
                                      </p:tavLst>
                                    </p:anim>
                                    <p:anim calcmode="lin" valueType="num">
                                      <p:cBhvr>
                                        <p:cTn id="81" dur="500" fill="hold"/>
                                        <p:tgtEl>
                                          <p:spTgt spid="32815"/>
                                        </p:tgtEl>
                                        <p:attrNameLst>
                                          <p:attrName>ppt_w</p:attrName>
                                        </p:attrNameLst>
                                      </p:cBhvr>
                                      <p:tavLst>
                                        <p:tav tm="0">
                                          <p:val>
                                            <p:fltVal val="0"/>
                                          </p:val>
                                        </p:tav>
                                        <p:tav tm="100000">
                                          <p:val>
                                            <p:strVal val="#ppt_w"/>
                                          </p:val>
                                        </p:tav>
                                      </p:tavLst>
                                    </p:anim>
                                    <p:anim calcmode="lin" valueType="num">
                                      <p:cBhvr>
                                        <p:cTn id="82" dur="500" fill="hold"/>
                                        <p:tgtEl>
                                          <p:spTgt spid="32815"/>
                                        </p:tgtEl>
                                        <p:attrNameLst>
                                          <p:attrName>ppt_h</p:attrName>
                                        </p:attrNameLst>
                                      </p:cBhvr>
                                      <p:tavLst>
                                        <p:tav tm="0">
                                          <p:val>
                                            <p:strVal val="#ppt_h"/>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2" fill="hold" grpId="0" nodeType="clickEffect">
                                  <p:stCondLst>
                                    <p:cond delay="0"/>
                                  </p:stCondLst>
                                  <p:childTnLst>
                                    <p:set>
                                      <p:cBhvr>
                                        <p:cTn id="86" dur="1" fill="hold">
                                          <p:stCondLst>
                                            <p:cond delay="0"/>
                                          </p:stCondLst>
                                        </p:cTn>
                                        <p:tgtEl>
                                          <p:spTgt spid="32793"/>
                                        </p:tgtEl>
                                        <p:attrNameLst>
                                          <p:attrName>style.visibility</p:attrName>
                                        </p:attrNameLst>
                                      </p:cBhvr>
                                      <p:to>
                                        <p:strVal val="visible"/>
                                      </p:to>
                                    </p:set>
                                    <p:anim calcmode="lin" valueType="num">
                                      <p:cBhvr additive="base">
                                        <p:cTn id="87" dur="500" fill="hold"/>
                                        <p:tgtEl>
                                          <p:spTgt spid="32793"/>
                                        </p:tgtEl>
                                        <p:attrNameLst>
                                          <p:attrName>ppt_x</p:attrName>
                                        </p:attrNameLst>
                                      </p:cBhvr>
                                      <p:tavLst>
                                        <p:tav tm="0">
                                          <p:val>
                                            <p:strVal val="1+#ppt_w/2"/>
                                          </p:val>
                                        </p:tav>
                                        <p:tav tm="100000">
                                          <p:val>
                                            <p:strVal val="#ppt_x"/>
                                          </p:val>
                                        </p:tav>
                                      </p:tavLst>
                                    </p:anim>
                                    <p:anim calcmode="lin" valueType="num">
                                      <p:cBhvr additive="base">
                                        <p:cTn id="88" dur="500" fill="hold"/>
                                        <p:tgtEl>
                                          <p:spTgt spid="32793"/>
                                        </p:tgtEl>
                                        <p:attrNameLst>
                                          <p:attrName>ppt_y</p:attrName>
                                        </p:attrNameLst>
                                      </p:cBhvr>
                                      <p:tavLst>
                                        <p:tav tm="0">
                                          <p:val>
                                            <p:strVal val="#ppt_y"/>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2" fill="hold" grpId="0" nodeType="clickEffect">
                                  <p:stCondLst>
                                    <p:cond delay="0"/>
                                  </p:stCondLst>
                                  <p:childTnLst>
                                    <p:set>
                                      <p:cBhvr>
                                        <p:cTn id="92" dur="1" fill="hold">
                                          <p:stCondLst>
                                            <p:cond delay="0"/>
                                          </p:stCondLst>
                                        </p:cTn>
                                        <p:tgtEl>
                                          <p:spTgt spid="32795"/>
                                        </p:tgtEl>
                                        <p:attrNameLst>
                                          <p:attrName>style.visibility</p:attrName>
                                        </p:attrNameLst>
                                      </p:cBhvr>
                                      <p:to>
                                        <p:strVal val="visible"/>
                                      </p:to>
                                    </p:set>
                                    <p:anim calcmode="lin" valueType="num">
                                      <p:cBhvr additive="base">
                                        <p:cTn id="93" dur="500" fill="hold"/>
                                        <p:tgtEl>
                                          <p:spTgt spid="32795"/>
                                        </p:tgtEl>
                                        <p:attrNameLst>
                                          <p:attrName>ppt_x</p:attrName>
                                        </p:attrNameLst>
                                      </p:cBhvr>
                                      <p:tavLst>
                                        <p:tav tm="0">
                                          <p:val>
                                            <p:strVal val="1+#ppt_w/2"/>
                                          </p:val>
                                        </p:tav>
                                        <p:tav tm="100000">
                                          <p:val>
                                            <p:strVal val="#ppt_x"/>
                                          </p:val>
                                        </p:tav>
                                      </p:tavLst>
                                    </p:anim>
                                    <p:anim calcmode="lin" valueType="num">
                                      <p:cBhvr additive="base">
                                        <p:cTn id="94" dur="500" fill="hold"/>
                                        <p:tgtEl>
                                          <p:spTgt spid="32795"/>
                                        </p:tgtEl>
                                        <p:attrNameLst>
                                          <p:attrName>ppt_y</p:attrName>
                                        </p:attrNameLst>
                                      </p:cBhvr>
                                      <p:tavLst>
                                        <p:tav tm="0">
                                          <p:val>
                                            <p:strVal val="#ppt_y"/>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17" presetClass="entr" presetSubtype="8" fill="hold" grpId="0" nodeType="clickEffect">
                                  <p:stCondLst>
                                    <p:cond delay="0"/>
                                  </p:stCondLst>
                                  <p:iterate type="wd">
                                    <p:tmPct val="100000"/>
                                  </p:iterate>
                                  <p:childTnLst>
                                    <p:set>
                                      <p:cBhvr>
                                        <p:cTn id="98" dur="1" fill="hold">
                                          <p:stCondLst>
                                            <p:cond delay="0"/>
                                          </p:stCondLst>
                                        </p:cTn>
                                        <p:tgtEl>
                                          <p:spTgt spid="32816"/>
                                        </p:tgtEl>
                                        <p:attrNameLst>
                                          <p:attrName>style.visibility</p:attrName>
                                        </p:attrNameLst>
                                      </p:cBhvr>
                                      <p:to>
                                        <p:strVal val="visible"/>
                                      </p:to>
                                    </p:set>
                                    <p:anim calcmode="lin" valueType="num">
                                      <p:cBhvr>
                                        <p:cTn id="99" dur="300" fill="hold"/>
                                        <p:tgtEl>
                                          <p:spTgt spid="32816"/>
                                        </p:tgtEl>
                                        <p:attrNameLst>
                                          <p:attrName>ppt_x</p:attrName>
                                        </p:attrNameLst>
                                      </p:cBhvr>
                                      <p:tavLst>
                                        <p:tav tm="0">
                                          <p:val>
                                            <p:strVal val="#ppt_x-#ppt_w/2"/>
                                          </p:val>
                                        </p:tav>
                                        <p:tav tm="100000">
                                          <p:val>
                                            <p:strVal val="#ppt_x"/>
                                          </p:val>
                                        </p:tav>
                                      </p:tavLst>
                                    </p:anim>
                                    <p:anim calcmode="lin" valueType="num">
                                      <p:cBhvr>
                                        <p:cTn id="100" dur="300" fill="hold"/>
                                        <p:tgtEl>
                                          <p:spTgt spid="32816"/>
                                        </p:tgtEl>
                                        <p:attrNameLst>
                                          <p:attrName>ppt_y</p:attrName>
                                        </p:attrNameLst>
                                      </p:cBhvr>
                                      <p:tavLst>
                                        <p:tav tm="0">
                                          <p:val>
                                            <p:strVal val="#ppt_y"/>
                                          </p:val>
                                        </p:tav>
                                        <p:tav tm="100000">
                                          <p:val>
                                            <p:strVal val="#ppt_y"/>
                                          </p:val>
                                        </p:tav>
                                      </p:tavLst>
                                    </p:anim>
                                    <p:anim calcmode="lin" valueType="num">
                                      <p:cBhvr>
                                        <p:cTn id="101" dur="300" fill="hold"/>
                                        <p:tgtEl>
                                          <p:spTgt spid="32816"/>
                                        </p:tgtEl>
                                        <p:attrNameLst>
                                          <p:attrName>ppt_w</p:attrName>
                                        </p:attrNameLst>
                                      </p:cBhvr>
                                      <p:tavLst>
                                        <p:tav tm="0">
                                          <p:val>
                                            <p:fltVal val="0"/>
                                          </p:val>
                                        </p:tav>
                                        <p:tav tm="100000">
                                          <p:val>
                                            <p:strVal val="#ppt_w"/>
                                          </p:val>
                                        </p:tav>
                                      </p:tavLst>
                                    </p:anim>
                                    <p:anim calcmode="lin" valueType="num">
                                      <p:cBhvr>
                                        <p:cTn id="102" dur="300" fill="hold"/>
                                        <p:tgtEl>
                                          <p:spTgt spid="32816"/>
                                        </p:tgtEl>
                                        <p:attrNameLst>
                                          <p:attrName>ppt_h</p:attrName>
                                        </p:attrNameLst>
                                      </p:cBhvr>
                                      <p:tavLst>
                                        <p:tav tm="0">
                                          <p:val>
                                            <p:strVal val="#ppt_h"/>
                                          </p:val>
                                        </p:tav>
                                        <p:tav tm="100000">
                                          <p:val>
                                            <p:strVal val="#ppt_h"/>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8" presetClass="entr" presetSubtype="6" fill="hold" nodeType="clickEffect">
                                  <p:stCondLst>
                                    <p:cond delay="0"/>
                                  </p:stCondLst>
                                  <p:childTnLst>
                                    <p:set>
                                      <p:cBhvr>
                                        <p:cTn id="106" dur="1" fill="hold">
                                          <p:stCondLst>
                                            <p:cond delay="0"/>
                                          </p:stCondLst>
                                        </p:cTn>
                                        <p:tgtEl>
                                          <p:spTgt spid="32796"/>
                                        </p:tgtEl>
                                        <p:attrNameLst>
                                          <p:attrName>style.visibility</p:attrName>
                                        </p:attrNameLst>
                                      </p:cBhvr>
                                      <p:to>
                                        <p:strVal val="visible"/>
                                      </p:to>
                                    </p:set>
                                    <p:animEffect transition="in" filter="strips(downRight)">
                                      <p:cBhvr>
                                        <p:cTn id="107" dur="500"/>
                                        <p:tgtEl>
                                          <p:spTgt spid="32796"/>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8" presetClass="entr" presetSubtype="12" fill="hold" nodeType="clickEffect">
                                  <p:stCondLst>
                                    <p:cond delay="0"/>
                                  </p:stCondLst>
                                  <p:childTnLst>
                                    <p:set>
                                      <p:cBhvr>
                                        <p:cTn id="111" dur="1" fill="hold">
                                          <p:stCondLst>
                                            <p:cond delay="0"/>
                                          </p:stCondLst>
                                        </p:cTn>
                                        <p:tgtEl>
                                          <p:spTgt spid="32806"/>
                                        </p:tgtEl>
                                        <p:attrNameLst>
                                          <p:attrName>style.visibility</p:attrName>
                                        </p:attrNameLst>
                                      </p:cBhvr>
                                      <p:to>
                                        <p:strVal val="visible"/>
                                      </p:to>
                                    </p:set>
                                    <p:animEffect transition="in" filter="strips(downLeft)">
                                      <p:cBhvr>
                                        <p:cTn id="112" dur="500"/>
                                        <p:tgtEl>
                                          <p:spTgt spid="32806"/>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7" presetClass="entr" presetSubtype="1" fill="hold" nodeType="clickEffect">
                                  <p:stCondLst>
                                    <p:cond delay="0"/>
                                  </p:stCondLst>
                                  <p:childTnLst>
                                    <p:set>
                                      <p:cBhvr>
                                        <p:cTn id="116" dur="1" fill="hold">
                                          <p:stCondLst>
                                            <p:cond delay="0"/>
                                          </p:stCondLst>
                                        </p:cTn>
                                        <p:tgtEl>
                                          <p:spTgt spid="32770"/>
                                        </p:tgtEl>
                                        <p:attrNameLst>
                                          <p:attrName>style.visibility</p:attrName>
                                        </p:attrNameLst>
                                      </p:cBhvr>
                                      <p:to>
                                        <p:strVal val="visible"/>
                                      </p:to>
                                    </p:set>
                                    <p:anim calcmode="lin" valueType="num">
                                      <p:cBhvr>
                                        <p:cTn id="117" dur="500" fill="hold"/>
                                        <p:tgtEl>
                                          <p:spTgt spid="32770"/>
                                        </p:tgtEl>
                                        <p:attrNameLst>
                                          <p:attrName>ppt_x</p:attrName>
                                        </p:attrNameLst>
                                      </p:cBhvr>
                                      <p:tavLst>
                                        <p:tav tm="0">
                                          <p:val>
                                            <p:strVal val="#ppt_x"/>
                                          </p:val>
                                        </p:tav>
                                        <p:tav tm="100000">
                                          <p:val>
                                            <p:strVal val="#ppt_x"/>
                                          </p:val>
                                        </p:tav>
                                      </p:tavLst>
                                    </p:anim>
                                    <p:anim calcmode="lin" valueType="num">
                                      <p:cBhvr>
                                        <p:cTn id="118" dur="500" fill="hold"/>
                                        <p:tgtEl>
                                          <p:spTgt spid="32770"/>
                                        </p:tgtEl>
                                        <p:attrNameLst>
                                          <p:attrName>ppt_y</p:attrName>
                                        </p:attrNameLst>
                                      </p:cBhvr>
                                      <p:tavLst>
                                        <p:tav tm="0">
                                          <p:val>
                                            <p:strVal val="#ppt_y-#ppt_h/2"/>
                                          </p:val>
                                        </p:tav>
                                        <p:tav tm="100000">
                                          <p:val>
                                            <p:strVal val="#ppt_y"/>
                                          </p:val>
                                        </p:tav>
                                      </p:tavLst>
                                    </p:anim>
                                    <p:anim calcmode="lin" valueType="num">
                                      <p:cBhvr>
                                        <p:cTn id="119" dur="500" fill="hold"/>
                                        <p:tgtEl>
                                          <p:spTgt spid="32770"/>
                                        </p:tgtEl>
                                        <p:attrNameLst>
                                          <p:attrName>ppt_w</p:attrName>
                                        </p:attrNameLst>
                                      </p:cBhvr>
                                      <p:tavLst>
                                        <p:tav tm="0">
                                          <p:val>
                                            <p:strVal val="#ppt_w"/>
                                          </p:val>
                                        </p:tav>
                                        <p:tav tm="100000">
                                          <p:val>
                                            <p:strVal val="#ppt_w"/>
                                          </p:val>
                                        </p:tav>
                                      </p:tavLst>
                                    </p:anim>
                                    <p:anim calcmode="lin" valueType="num">
                                      <p:cBhvr>
                                        <p:cTn id="120" dur="500" fill="hold"/>
                                        <p:tgtEl>
                                          <p:spTgt spid="32770"/>
                                        </p:tgtEl>
                                        <p:attrNameLst>
                                          <p:attrName>ppt_h</p:attrName>
                                        </p:attrNameLst>
                                      </p:cBhvr>
                                      <p:tavLst>
                                        <p:tav tm="0">
                                          <p:val>
                                            <p:fltVal val="0"/>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7" presetClass="entr" presetSubtype="4" fill="hold" nodeType="clickEffect">
                                  <p:stCondLst>
                                    <p:cond delay="0"/>
                                  </p:stCondLst>
                                  <p:childTnLst>
                                    <p:set>
                                      <p:cBhvr>
                                        <p:cTn id="124" dur="1" fill="hold">
                                          <p:stCondLst>
                                            <p:cond delay="0"/>
                                          </p:stCondLst>
                                        </p:cTn>
                                        <p:tgtEl>
                                          <p:spTgt spid="32817"/>
                                        </p:tgtEl>
                                        <p:attrNameLst>
                                          <p:attrName>style.visibility</p:attrName>
                                        </p:attrNameLst>
                                      </p:cBhvr>
                                      <p:to>
                                        <p:strVal val="visible"/>
                                      </p:to>
                                    </p:set>
                                    <p:anim calcmode="lin" valueType="num">
                                      <p:cBhvr>
                                        <p:cTn id="125" dur="500" fill="hold"/>
                                        <p:tgtEl>
                                          <p:spTgt spid="32817"/>
                                        </p:tgtEl>
                                        <p:attrNameLst>
                                          <p:attrName>ppt_x</p:attrName>
                                        </p:attrNameLst>
                                      </p:cBhvr>
                                      <p:tavLst>
                                        <p:tav tm="0">
                                          <p:val>
                                            <p:strVal val="#ppt_x"/>
                                          </p:val>
                                        </p:tav>
                                        <p:tav tm="100000">
                                          <p:val>
                                            <p:strVal val="#ppt_x"/>
                                          </p:val>
                                        </p:tav>
                                      </p:tavLst>
                                    </p:anim>
                                    <p:anim calcmode="lin" valueType="num">
                                      <p:cBhvr>
                                        <p:cTn id="126" dur="500" fill="hold"/>
                                        <p:tgtEl>
                                          <p:spTgt spid="32817"/>
                                        </p:tgtEl>
                                        <p:attrNameLst>
                                          <p:attrName>ppt_y</p:attrName>
                                        </p:attrNameLst>
                                      </p:cBhvr>
                                      <p:tavLst>
                                        <p:tav tm="0">
                                          <p:val>
                                            <p:strVal val="#ppt_y+#ppt_h/2"/>
                                          </p:val>
                                        </p:tav>
                                        <p:tav tm="100000">
                                          <p:val>
                                            <p:strVal val="#ppt_y"/>
                                          </p:val>
                                        </p:tav>
                                      </p:tavLst>
                                    </p:anim>
                                    <p:anim calcmode="lin" valueType="num">
                                      <p:cBhvr>
                                        <p:cTn id="127" dur="500" fill="hold"/>
                                        <p:tgtEl>
                                          <p:spTgt spid="32817"/>
                                        </p:tgtEl>
                                        <p:attrNameLst>
                                          <p:attrName>ppt_w</p:attrName>
                                        </p:attrNameLst>
                                      </p:cBhvr>
                                      <p:tavLst>
                                        <p:tav tm="0">
                                          <p:val>
                                            <p:strVal val="#ppt_w"/>
                                          </p:val>
                                        </p:tav>
                                        <p:tav tm="100000">
                                          <p:val>
                                            <p:strVal val="#ppt_w"/>
                                          </p:val>
                                        </p:tav>
                                      </p:tavLst>
                                    </p:anim>
                                    <p:anim calcmode="lin" valueType="num">
                                      <p:cBhvr>
                                        <p:cTn id="128" dur="500" fill="hold"/>
                                        <p:tgtEl>
                                          <p:spTgt spid="32817"/>
                                        </p:tgtEl>
                                        <p:attrNameLst>
                                          <p:attrName>ppt_h</p:attrName>
                                        </p:attrNameLst>
                                      </p:cBhvr>
                                      <p:tavLst>
                                        <p:tav tm="0">
                                          <p:val>
                                            <p:fltVal val="0"/>
                                          </p:val>
                                        </p:tav>
                                        <p:tav tm="100000">
                                          <p:val>
                                            <p:strVal val="#ppt_h"/>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7" presetClass="entr" presetSubtype="8" fill="hold" nodeType="clickEffect">
                                  <p:stCondLst>
                                    <p:cond delay="0"/>
                                  </p:stCondLst>
                                  <p:childTnLst>
                                    <p:set>
                                      <p:cBhvr>
                                        <p:cTn id="132" dur="1" fill="hold">
                                          <p:stCondLst>
                                            <p:cond delay="0"/>
                                          </p:stCondLst>
                                        </p:cTn>
                                        <p:tgtEl>
                                          <p:spTgt spid="32826"/>
                                        </p:tgtEl>
                                        <p:attrNameLst>
                                          <p:attrName>style.visibility</p:attrName>
                                        </p:attrNameLst>
                                      </p:cBhvr>
                                      <p:to>
                                        <p:strVal val="visible"/>
                                      </p:to>
                                    </p:set>
                                    <p:anim calcmode="lin" valueType="num">
                                      <p:cBhvr>
                                        <p:cTn id="133" dur="500" fill="hold"/>
                                        <p:tgtEl>
                                          <p:spTgt spid="32826"/>
                                        </p:tgtEl>
                                        <p:attrNameLst>
                                          <p:attrName>ppt_x</p:attrName>
                                        </p:attrNameLst>
                                      </p:cBhvr>
                                      <p:tavLst>
                                        <p:tav tm="0">
                                          <p:val>
                                            <p:strVal val="#ppt_x-#ppt_w/2"/>
                                          </p:val>
                                        </p:tav>
                                        <p:tav tm="100000">
                                          <p:val>
                                            <p:strVal val="#ppt_x"/>
                                          </p:val>
                                        </p:tav>
                                      </p:tavLst>
                                    </p:anim>
                                    <p:anim calcmode="lin" valueType="num">
                                      <p:cBhvr>
                                        <p:cTn id="134" dur="500" fill="hold"/>
                                        <p:tgtEl>
                                          <p:spTgt spid="32826"/>
                                        </p:tgtEl>
                                        <p:attrNameLst>
                                          <p:attrName>ppt_y</p:attrName>
                                        </p:attrNameLst>
                                      </p:cBhvr>
                                      <p:tavLst>
                                        <p:tav tm="0">
                                          <p:val>
                                            <p:strVal val="#ppt_y"/>
                                          </p:val>
                                        </p:tav>
                                        <p:tav tm="100000">
                                          <p:val>
                                            <p:strVal val="#ppt_y"/>
                                          </p:val>
                                        </p:tav>
                                      </p:tavLst>
                                    </p:anim>
                                    <p:anim calcmode="lin" valueType="num">
                                      <p:cBhvr>
                                        <p:cTn id="135" dur="500" fill="hold"/>
                                        <p:tgtEl>
                                          <p:spTgt spid="32826"/>
                                        </p:tgtEl>
                                        <p:attrNameLst>
                                          <p:attrName>ppt_w</p:attrName>
                                        </p:attrNameLst>
                                      </p:cBhvr>
                                      <p:tavLst>
                                        <p:tav tm="0">
                                          <p:val>
                                            <p:fltVal val="0"/>
                                          </p:val>
                                        </p:tav>
                                        <p:tav tm="100000">
                                          <p:val>
                                            <p:strVal val="#ppt_w"/>
                                          </p:val>
                                        </p:tav>
                                      </p:tavLst>
                                    </p:anim>
                                    <p:anim calcmode="lin" valueType="num">
                                      <p:cBhvr>
                                        <p:cTn id="136" dur="500" fill="hold"/>
                                        <p:tgtEl>
                                          <p:spTgt spid="32826"/>
                                        </p:tgtEl>
                                        <p:attrNameLst>
                                          <p:attrName>ppt_h</p:attrName>
                                        </p:attrNameLst>
                                      </p:cBhvr>
                                      <p:tavLst>
                                        <p:tav tm="0">
                                          <p:val>
                                            <p:strVal val="#ppt_h"/>
                                          </p:val>
                                        </p:tav>
                                        <p:tav tm="100000">
                                          <p:val>
                                            <p:strVal val="#ppt_h"/>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8" presetClass="entr" presetSubtype="9" fill="hold" nodeType="clickEffect">
                                  <p:stCondLst>
                                    <p:cond delay="0"/>
                                  </p:stCondLst>
                                  <p:childTnLst>
                                    <p:set>
                                      <p:cBhvr>
                                        <p:cTn id="140" dur="1" fill="hold">
                                          <p:stCondLst>
                                            <p:cond delay="0"/>
                                          </p:stCondLst>
                                        </p:cTn>
                                        <p:tgtEl>
                                          <p:spTgt spid="32842"/>
                                        </p:tgtEl>
                                        <p:attrNameLst>
                                          <p:attrName>style.visibility</p:attrName>
                                        </p:attrNameLst>
                                      </p:cBhvr>
                                      <p:to>
                                        <p:strVal val="visible"/>
                                      </p:to>
                                    </p:set>
                                    <p:animEffect transition="in" filter="strips(upLeft)">
                                      <p:cBhvr>
                                        <p:cTn id="141" dur="500"/>
                                        <p:tgtEl>
                                          <p:spTgt spid="32842"/>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 presetClass="entr" presetSubtype="1" fill="hold" grpId="0" nodeType="clickEffect">
                                  <p:stCondLst>
                                    <p:cond delay="0"/>
                                  </p:stCondLst>
                                  <p:childTnLst>
                                    <p:set>
                                      <p:cBhvr>
                                        <p:cTn id="145" dur="1" fill="hold">
                                          <p:stCondLst>
                                            <p:cond delay="0"/>
                                          </p:stCondLst>
                                        </p:cTn>
                                        <p:tgtEl>
                                          <p:spTgt spid="32832"/>
                                        </p:tgtEl>
                                        <p:attrNameLst>
                                          <p:attrName>style.visibility</p:attrName>
                                        </p:attrNameLst>
                                      </p:cBhvr>
                                      <p:to>
                                        <p:strVal val="visible"/>
                                      </p:to>
                                    </p:set>
                                    <p:anim calcmode="lin" valueType="num">
                                      <p:cBhvr additive="base">
                                        <p:cTn id="146" dur="500" fill="hold"/>
                                        <p:tgtEl>
                                          <p:spTgt spid="32832"/>
                                        </p:tgtEl>
                                        <p:attrNameLst>
                                          <p:attrName>ppt_x</p:attrName>
                                        </p:attrNameLst>
                                      </p:cBhvr>
                                      <p:tavLst>
                                        <p:tav tm="0">
                                          <p:val>
                                            <p:strVal val="#ppt_x"/>
                                          </p:val>
                                        </p:tav>
                                        <p:tav tm="100000">
                                          <p:val>
                                            <p:strVal val="#ppt_x"/>
                                          </p:val>
                                        </p:tav>
                                      </p:tavLst>
                                    </p:anim>
                                    <p:anim calcmode="lin" valueType="num">
                                      <p:cBhvr additive="base">
                                        <p:cTn id="147" dur="500" fill="hold"/>
                                        <p:tgtEl>
                                          <p:spTgt spid="32832"/>
                                        </p:tgtEl>
                                        <p:attrNameLst>
                                          <p:attrName>ppt_y</p:attrName>
                                        </p:attrNameLst>
                                      </p:cBhvr>
                                      <p:tavLst>
                                        <p:tav tm="0">
                                          <p:val>
                                            <p:strVal val="0-#ppt_h/2"/>
                                          </p:val>
                                        </p:tav>
                                        <p:tav tm="100000">
                                          <p:val>
                                            <p:strVal val="#ppt_y"/>
                                          </p:val>
                                        </p:tav>
                                      </p:tavLst>
                                    </p:anim>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3" presetClass="entr" presetSubtype="16" fill="hold" nodeType="clickEffect">
                                  <p:stCondLst>
                                    <p:cond delay="0"/>
                                  </p:stCondLst>
                                  <p:childTnLst>
                                    <p:set>
                                      <p:cBhvr>
                                        <p:cTn id="151" dur="1" fill="hold">
                                          <p:stCondLst>
                                            <p:cond delay="0"/>
                                          </p:stCondLst>
                                        </p:cTn>
                                        <p:tgtEl>
                                          <p:spTgt spid="32833"/>
                                        </p:tgtEl>
                                        <p:attrNameLst>
                                          <p:attrName>style.visibility</p:attrName>
                                        </p:attrNameLst>
                                      </p:cBhvr>
                                      <p:to>
                                        <p:strVal val="visible"/>
                                      </p:to>
                                    </p:set>
                                    <p:anim calcmode="lin" valueType="num">
                                      <p:cBhvr>
                                        <p:cTn id="152" dur="500" fill="hold"/>
                                        <p:tgtEl>
                                          <p:spTgt spid="32833"/>
                                        </p:tgtEl>
                                        <p:attrNameLst>
                                          <p:attrName>ppt_w</p:attrName>
                                        </p:attrNameLst>
                                      </p:cBhvr>
                                      <p:tavLst>
                                        <p:tav tm="0">
                                          <p:val>
                                            <p:fltVal val="0"/>
                                          </p:val>
                                        </p:tav>
                                        <p:tav tm="100000">
                                          <p:val>
                                            <p:strVal val="#ppt_w"/>
                                          </p:val>
                                        </p:tav>
                                      </p:tavLst>
                                    </p:anim>
                                    <p:anim calcmode="lin" valueType="num">
                                      <p:cBhvr>
                                        <p:cTn id="153" dur="500" fill="hold"/>
                                        <p:tgtEl>
                                          <p:spTgt spid="32833"/>
                                        </p:tgtEl>
                                        <p:attrNameLst>
                                          <p:attrName>ppt_h</p:attrName>
                                        </p:attrNameLst>
                                      </p:cBhvr>
                                      <p:tavLst>
                                        <p:tav tm="0">
                                          <p:val>
                                            <p:fltVal val="0"/>
                                          </p:val>
                                        </p:tav>
                                        <p:tav tm="100000">
                                          <p:val>
                                            <p:strVal val="#ppt_h"/>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8" presetClass="entr" presetSubtype="3" fill="hold" grpId="0" nodeType="clickEffect">
                                  <p:stCondLst>
                                    <p:cond delay="0"/>
                                  </p:stCondLst>
                                  <p:childTnLst>
                                    <p:set>
                                      <p:cBhvr>
                                        <p:cTn id="157" dur="1" fill="hold">
                                          <p:stCondLst>
                                            <p:cond delay="0"/>
                                          </p:stCondLst>
                                        </p:cTn>
                                        <p:tgtEl>
                                          <p:spTgt spid="32792"/>
                                        </p:tgtEl>
                                        <p:attrNameLst>
                                          <p:attrName>style.visibility</p:attrName>
                                        </p:attrNameLst>
                                      </p:cBhvr>
                                      <p:to>
                                        <p:strVal val="visible"/>
                                      </p:to>
                                    </p:set>
                                    <p:animEffect transition="in" filter="strips(upRight)">
                                      <p:cBhvr>
                                        <p:cTn id="158" dur="500"/>
                                        <p:tgtEl>
                                          <p:spTgt spid="32792"/>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8" presetClass="entr" presetSubtype="6" fill="hold" grpId="0" nodeType="clickEffect">
                                  <p:stCondLst>
                                    <p:cond delay="0"/>
                                  </p:stCondLst>
                                  <p:childTnLst>
                                    <p:set>
                                      <p:cBhvr>
                                        <p:cTn id="162" dur="1" fill="hold">
                                          <p:stCondLst>
                                            <p:cond delay="0"/>
                                          </p:stCondLst>
                                        </p:cTn>
                                        <p:tgtEl>
                                          <p:spTgt spid="32852"/>
                                        </p:tgtEl>
                                        <p:attrNameLst>
                                          <p:attrName>style.visibility</p:attrName>
                                        </p:attrNameLst>
                                      </p:cBhvr>
                                      <p:to>
                                        <p:strVal val="visible"/>
                                      </p:to>
                                    </p:set>
                                    <p:animEffect transition="in" filter="strips(downRight)">
                                      <p:cBhvr>
                                        <p:cTn id="163" dur="500"/>
                                        <p:tgtEl>
                                          <p:spTgt spid="32852"/>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18" presetClass="entr" presetSubtype="6" fill="hold" grpId="0" nodeType="clickEffect">
                                  <p:stCondLst>
                                    <p:cond delay="0"/>
                                  </p:stCondLst>
                                  <p:childTnLst>
                                    <p:set>
                                      <p:cBhvr>
                                        <p:cTn id="167" dur="1" fill="hold">
                                          <p:stCondLst>
                                            <p:cond delay="0"/>
                                          </p:stCondLst>
                                        </p:cTn>
                                        <p:tgtEl>
                                          <p:spTgt spid="32853"/>
                                        </p:tgtEl>
                                        <p:attrNameLst>
                                          <p:attrName>style.visibility</p:attrName>
                                        </p:attrNameLst>
                                      </p:cBhvr>
                                      <p:to>
                                        <p:strVal val="visible"/>
                                      </p:to>
                                    </p:set>
                                    <p:animEffect transition="in" filter="strips(downRight)">
                                      <p:cBhvr>
                                        <p:cTn id="168" dur="500"/>
                                        <p:tgtEl>
                                          <p:spTgt spid="32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92" grpId="0" animBg="1"/>
      <p:bldP spid="32793" grpId="0" autoUpdateAnimBg="0"/>
      <p:bldP spid="32794" grpId="0" animBg="1"/>
      <p:bldP spid="32795" grpId="0" animBg="1"/>
      <p:bldP spid="32815" grpId="0" autoUpdateAnimBg="0"/>
      <p:bldP spid="32816" grpId="0" autoUpdateAnimBg="0"/>
      <p:bldP spid="32832" grpId="0" animBg="1"/>
      <p:bldP spid="32852" grpId="0" animBg="1"/>
      <p:bldP spid="32853" grpId="0" animBg="1"/>
      <p:bldP spid="329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0435" y="1327046"/>
            <a:ext cx="6032310" cy="4036163"/>
          </a:xfrm>
          <a:prstGeom prst="rect">
            <a:avLst/>
          </a:prstGeom>
        </p:spPr>
      </p:pic>
    </p:spTree>
    <p:extLst>
      <p:ext uri="{BB962C8B-B14F-4D97-AF65-F5344CB8AC3E}">
        <p14:creationId xmlns:p14="http://schemas.microsoft.com/office/powerpoint/2010/main" val="1246304891"/>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1155</TotalTime>
  <Words>2756</Words>
  <Application>Microsoft Office PowerPoint</Application>
  <PresentationFormat>On-screen Show (4:3)</PresentationFormat>
  <Paragraphs>722</Paragraphs>
  <Slides>19</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Arial Black</vt:lpstr>
      <vt:lpstr>Benguiat Bk BT</vt:lpstr>
      <vt:lpstr>Times New Roman</vt:lpstr>
      <vt:lpstr>Wingdings</vt:lpstr>
      <vt:lpstr>Default Design</vt:lpstr>
      <vt:lpstr>Projections of Solids</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svits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svits</dc:creator>
  <cp:lastModifiedBy>Administrator</cp:lastModifiedBy>
  <cp:revision>32</cp:revision>
  <dcterms:created xsi:type="dcterms:W3CDTF">2006-02-23T06:15:50Z</dcterms:created>
  <dcterms:modified xsi:type="dcterms:W3CDTF">2020-10-16T14:01:10Z</dcterms:modified>
</cp:coreProperties>
</file>